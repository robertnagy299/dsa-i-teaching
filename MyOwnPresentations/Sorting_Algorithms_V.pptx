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3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4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8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9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2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2" r:id="rId6"/>
    <p:sldId id="263" r:id="rId7"/>
    <p:sldId id="265" r:id="rId8"/>
    <p:sldId id="266" r:id="rId9"/>
    <p:sldId id="264" r:id="rId10"/>
    <p:sldId id="267" r:id="rId11"/>
    <p:sldId id="268" r:id="rId12"/>
    <p:sldId id="269" r:id="rId13"/>
    <p:sldId id="270" r:id="rId14"/>
    <p:sldId id="271" r:id="rId15"/>
    <p:sldId id="274" r:id="rId16"/>
    <p:sldId id="275" r:id="rId17"/>
    <p:sldId id="276" r:id="rId18"/>
    <p:sldId id="280" r:id="rId19"/>
    <p:sldId id="282" r:id="rId20"/>
    <p:sldId id="277" r:id="rId21"/>
    <p:sldId id="278" r:id="rId22"/>
    <p:sldId id="284" r:id="rId23"/>
    <p:sldId id="283" r:id="rId24"/>
    <p:sldId id="285" r:id="rId25"/>
    <p:sldId id="279" r:id="rId26"/>
    <p:sldId id="287" r:id="rId27"/>
    <p:sldId id="288" r:id="rId28"/>
    <p:sldId id="289" r:id="rId29"/>
    <p:sldId id="290" r:id="rId30"/>
    <p:sldId id="291" r:id="rId31"/>
    <p:sldId id="293" r:id="rId32"/>
    <p:sldId id="294" r:id="rId33"/>
    <p:sldId id="292" r:id="rId34"/>
    <p:sldId id="296" r:id="rId35"/>
    <p:sldId id="295" r:id="rId36"/>
    <p:sldId id="297" r:id="rId37"/>
    <p:sldId id="298" r:id="rId38"/>
    <p:sldId id="299" r:id="rId39"/>
    <p:sldId id="300" r:id="rId40"/>
    <p:sldId id="301" r:id="rId41"/>
    <p:sldId id="302" r:id="rId42"/>
    <p:sldId id="304" r:id="rId43"/>
    <p:sldId id="305" r:id="rId44"/>
    <p:sldId id="306" r:id="rId45"/>
    <p:sldId id="307" r:id="rId46"/>
    <p:sldId id="308" r:id="rId47"/>
    <p:sldId id="310" r:id="rId48"/>
    <p:sldId id="311" r:id="rId49"/>
    <p:sldId id="312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  <p:sldId id="321" r:id="rId59"/>
    <p:sldId id="322" r:id="rId60"/>
    <p:sldId id="323" r:id="rId61"/>
    <p:sldId id="324" r:id="rId62"/>
    <p:sldId id="325" r:id="rId63"/>
    <p:sldId id="326" r:id="rId64"/>
    <p:sldId id="327" r:id="rId65"/>
    <p:sldId id="328" r:id="rId66"/>
    <p:sldId id="329" r:id="rId67"/>
    <p:sldId id="330" r:id="rId68"/>
    <p:sldId id="331" r:id="rId69"/>
    <p:sldId id="332" r:id="rId70"/>
    <p:sldId id="334" r:id="rId71"/>
    <p:sldId id="333" r:id="rId72"/>
    <p:sldId id="303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image" Target="../media/image55.png"/></Relationships>
</file>

<file path=ppt/diagrams/_rels/data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C73F611-C86D-4AFC-AEA2-58FF79D59A3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A3CD870A-E94E-42C3-8870-26DB7A568720}">
          <dgm:prSet/>
          <dgm:spPr/>
          <dgm:t>
            <a:bodyPr/>
            <a:lstStyle/>
            <a:p>
              <a:r>
                <a:rPr lang="en-US" dirty="0"/>
                <a:t>Naive approach 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𝑂</m:t>
                  </m:r>
                  <m:r>
                    <a:rPr lang="en-US" b="0" i="1" smtClean="0">
                      <a:latin typeface="Cambria Math" panose="02040503050406030204" pitchFamily="18" charset="0"/>
                    </a:rPr>
                    <m:t>(</m:t>
                  </m:r>
                  <m:r>
                    <a:rPr lang="en-US" b="0" i="1" smtClean="0">
                      <a:latin typeface="Cambria Math" panose="02040503050406030204" pitchFamily="18" charset="0"/>
                    </a:rPr>
                    <m:t>𝑛</m:t>
                  </m:r>
                  <m:r>
                    <a:rPr lang="en-US" b="0" i="1" smtClean="0">
                      <a:latin typeface="Cambria Math" panose="02040503050406030204" pitchFamily="18" charset="0"/>
                    </a:rPr>
                    <m:t>)</m:t>
                  </m:r>
                </m:oMath>
              </a14:m>
              <a:endParaRPr lang="en-US" dirty="0"/>
            </a:p>
          </dgm:t>
        </dgm:pt>
      </mc:Choice>
      <mc:Fallback xmlns="">
        <dgm:pt modelId="{A3CD870A-E94E-42C3-8870-26DB7A568720}">
          <dgm:prSet/>
          <dgm:spPr/>
          <dgm:t>
            <a:bodyPr/>
            <a:lstStyle/>
            <a:p>
              <a:r>
                <a:rPr lang="en-US" dirty="0"/>
                <a:t>Naive approach  </a:t>
              </a:r>
              <a:r>
                <a:rPr lang="en-US" b="0" i="0">
                  <a:latin typeface="Cambria Math" panose="02040503050406030204" pitchFamily="18" charset="0"/>
                </a:rPr>
                <a:t>𝑂(𝑛)</a:t>
              </a:r>
              <a:endParaRPr lang="en-US" dirty="0"/>
            </a:p>
          </dgm:t>
        </dgm:pt>
      </mc:Fallback>
    </mc:AlternateContent>
    <dgm:pt modelId="{E4DB1D32-17C8-421F-B40D-31DEBC944D30}" type="parTrans" cxnId="{0F08091C-D231-486C-B6A0-A1975F6F8528}">
      <dgm:prSet/>
      <dgm:spPr/>
      <dgm:t>
        <a:bodyPr/>
        <a:lstStyle/>
        <a:p>
          <a:endParaRPr lang="en-US"/>
        </a:p>
      </dgm:t>
    </dgm:pt>
    <dgm:pt modelId="{1680C7E0-2470-4661-952F-C5623127FC6E}" type="sibTrans" cxnId="{0F08091C-D231-486C-B6A0-A1975F6F8528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D0CBE030-AD08-40F7-AACA-06158EDFF521}">
          <dgm:prSet/>
          <dgm:spPr/>
          <dgm:t>
            <a:bodyPr/>
            <a:lstStyle/>
            <a:p>
              <a:r>
                <a:rPr lang="en-US" dirty="0"/>
                <a:t>Binary search 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𝑂</m:t>
                  </m:r>
                  <m:d>
                    <m:dPr>
                      <m:ctrlPr>
                        <a:rPr lang="en-US" b="0" i="1" smtClean="0">
                          <a:latin typeface="Cambria Math" panose="02040503050406030204" pitchFamily="18" charset="0"/>
                        </a:rPr>
                      </m:ctrlPr>
                    </m:dPr>
                    <m:e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e>
                  </m:d>
                </m:oMath>
              </a14:m>
              <a:endParaRPr lang="en-US" dirty="0"/>
            </a:p>
          </dgm:t>
        </dgm:pt>
      </mc:Choice>
      <mc:Fallback xmlns="">
        <dgm:pt modelId="{D0CBE030-AD08-40F7-AACA-06158EDFF521}">
          <dgm:prSet/>
          <dgm:spPr/>
          <dgm:t>
            <a:bodyPr/>
            <a:lstStyle/>
            <a:p>
              <a:r>
                <a:rPr lang="en-US" dirty="0"/>
                <a:t>Binary search  </a:t>
              </a:r>
              <a:r>
                <a:rPr lang="en-US" b="0" i="0">
                  <a:latin typeface="Cambria Math" panose="02040503050406030204" pitchFamily="18" charset="0"/>
                </a:rPr>
                <a:t>𝑂(log_2⁡〖(𝑛)〗 )</a:t>
              </a:r>
              <a:endParaRPr lang="en-US" dirty="0"/>
            </a:p>
          </dgm:t>
        </dgm:pt>
      </mc:Fallback>
    </mc:AlternateContent>
    <dgm:pt modelId="{16EBFF5F-4208-46C4-8F5A-135FB39560FA}" type="parTrans" cxnId="{FAF59E1E-9B51-4F5B-B934-0F4BB63A13CE}">
      <dgm:prSet/>
      <dgm:spPr/>
      <dgm:t>
        <a:bodyPr/>
        <a:lstStyle/>
        <a:p>
          <a:endParaRPr lang="en-US"/>
        </a:p>
      </dgm:t>
    </dgm:pt>
    <dgm:pt modelId="{1FA0CBAE-9628-4FEC-B1EE-0F212B8190D7}" type="sibTrans" cxnId="{FAF59E1E-9B51-4F5B-B934-0F4BB63A13CE}">
      <dgm:prSet/>
      <dgm:spPr/>
      <dgm:t>
        <a:bodyPr/>
        <a:lstStyle/>
        <a:p>
          <a:endParaRPr lang="en-US"/>
        </a:p>
      </dgm:t>
    </dgm:pt>
    <dgm:pt modelId="{15212609-55AF-4DD8-AB83-E3359C5EA517}" type="pres">
      <dgm:prSet presAssocID="{BC73F611-C86D-4AFC-AEA2-58FF79D59A3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6216144-5BC3-4A6C-9EBE-3331797AC146}" type="pres">
      <dgm:prSet presAssocID="{A3CD870A-E94E-42C3-8870-26DB7A568720}" presName="hierRoot1" presStyleCnt="0"/>
      <dgm:spPr/>
    </dgm:pt>
    <dgm:pt modelId="{1A7C071F-9961-441D-8120-F13385875E5D}" type="pres">
      <dgm:prSet presAssocID="{A3CD870A-E94E-42C3-8870-26DB7A568720}" presName="composite" presStyleCnt="0"/>
      <dgm:spPr/>
    </dgm:pt>
    <dgm:pt modelId="{AC4B8514-7F56-40DA-B778-C6AC797505B5}" type="pres">
      <dgm:prSet presAssocID="{A3CD870A-E94E-42C3-8870-26DB7A568720}" presName="background" presStyleLbl="node0" presStyleIdx="0" presStyleCnt="2"/>
      <dgm:spPr/>
    </dgm:pt>
    <dgm:pt modelId="{7746B0C6-D7EF-4F27-BA38-249BD41D1BAB}" type="pres">
      <dgm:prSet presAssocID="{A3CD870A-E94E-42C3-8870-26DB7A568720}" presName="text" presStyleLbl="fgAcc0" presStyleIdx="0" presStyleCnt="2">
        <dgm:presLayoutVars>
          <dgm:chPref val="3"/>
        </dgm:presLayoutVars>
      </dgm:prSet>
      <dgm:spPr/>
    </dgm:pt>
    <dgm:pt modelId="{D78FA60C-3629-4DA8-9B54-9512C51157FF}" type="pres">
      <dgm:prSet presAssocID="{A3CD870A-E94E-42C3-8870-26DB7A568720}" presName="hierChild2" presStyleCnt="0"/>
      <dgm:spPr/>
    </dgm:pt>
    <dgm:pt modelId="{3F2A6D87-A2F1-48E8-9010-81A8D083B7B9}" type="pres">
      <dgm:prSet presAssocID="{D0CBE030-AD08-40F7-AACA-06158EDFF521}" presName="hierRoot1" presStyleCnt="0"/>
      <dgm:spPr/>
    </dgm:pt>
    <dgm:pt modelId="{2D2A2A97-6700-42F4-BD55-8828C863C15B}" type="pres">
      <dgm:prSet presAssocID="{D0CBE030-AD08-40F7-AACA-06158EDFF521}" presName="composite" presStyleCnt="0"/>
      <dgm:spPr/>
    </dgm:pt>
    <dgm:pt modelId="{7778BA84-936C-4A3B-A4EA-C7D2FAD21D65}" type="pres">
      <dgm:prSet presAssocID="{D0CBE030-AD08-40F7-AACA-06158EDFF521}" presName="background" presStyleLbl="node0" presStyleIdx="1" presStyleCnt="2"/>
      <dgm:spPr/>
    </dgm:pt>
    <dgm:pt modelId="{4056BFDE-14D3-47E5-8E81-FAD8C0002902}" type="pres">
      <dgm:prSet presAssocID="{D0CBE030-AD08-40F7-AACA-06158EDFF521}" presName="text" presStyleLbl="fgAcc0" presStyleIdx="1" presStyleCnt="2">
        <dgm:presLayoutVars>
          <dgm:chPref val="3"/>
        </dgm:presLayoutVars>
      </dgm:prSet>
      <dgm:spPr/>
    </dgm:pt>
    <dgm:pt modelId="{4785B30F-E3F5-49B5-AC09-A60DB547CD2D}" type="pres">
      <dgm:prSet presAssocID="{D0CBE030-AD08-40F7-AACA-06158EDFF521}" presName="hierChild2" presStyleCnt="0"/>
      <dgm:spPr/>
    </dgm:pt>
  </dgm:ptLst>
  <dgm:cxnLst>
    <dgm:cxn modelId="{669B861B-AA91-43B3-B99B-E981EC002973}" type="presOf" srcId="{BC73F611-C86D-4AFC-AEA2-58FF79D59A33}" destId="{15212609-55AF-4DD8-AB83-E3359C5EA517}" srcOrd="0" destOrd="0" presId="urn:microsoft.com/office/officeart/2005/8/layout/hierarchy1"/>
    <dgm:cxn modelId="{0F08091C-D231-486C-B6A0-A1975F6F8528}" srcId="{BC73F611-C86D-4AFC-AEA2-58FF79D59A33}" destId="{A3CD870A-E94E-42C3-8870-26DB7A568720}" srcOrd="0" destOrd="0" parTransId="{E4DB1D32-17C8-421F-B40D-31DEBC944D30}" sibTransId="{1680C7E0-2470-4661-952F-C5623127FC6E}"/>
    <dgm:cxn modelId="{FAF59E1E-9B51-4F5B-B934-0F4BB63A13CE}" srcId="{BC73F611-C86D-4AFC-AEA2-58FF79D59A33}" destId="{D0CBE030-AD08-40F7-AACA-06158EDFF521}" srcOrd="1" destOrd="0" parTransId="{16EBFF5F-4208-46C4-8F5A-135FB39560FA}" sibTransId="{1FA0CBAE-9628-4FEC-B1EE-0F212B8190D7}"/>
    <dgm:cxn modelId="{5F2498AA-B0D1-4087-92CE-683D6217EFD4}" type="presOf" srcId="{D0CBE030-AD08-40F7-AACA-06158EDFF521}" destId="{4056BFDE-14D3-47E5-8E81-FAD8C0002902}" srcOrd="0" destOrd="0" presId="urn:microsoft.com/office/officeart/2005/8/layout/hierarchy1"/>
    <dgm:cxn modelId="{BE4DE1EB-AD13-416A-BFB0-B20C9F1E229C}" type="presOf" srcId="{A3CD870A-E94E-42C3-8870-26DB7A568720}" destId="{7746B0C6-D7EF-4F27-BA38-249BD41D1BAB}" srcOrd="0" destOrd="0" presId="urn:microsoft.com/office/officeart/2005/8/layout/hierarchy1"/>
    <dgm:cxn modelId="{360FD874-0B3E-4EE0-AD6D-B4AA5420CEF9}" type="presParOf" srcId="{15212609-55AF-4DD8-AB83-E3359C5EA517}" destId="{16216144-5BC3-4A6C-9EBE-3331797AC146}" srcOrd="0" destOrd="0" presId="urn:microsoft.com/office/officeart/2005/8/layout/hierarchy1"/>
    <dgm:cxn modelId="{73E85DDA-A8FD-4E86-937E-682C04F3C492}" type="presParOf" srcId="{16216144-5BC3-4A6C-9EBE-3331797AC146}" destId="{1A7C071F-9961-441D-8120-F13385875E5D}" srcOrd="0" destOrd="0" presId="urn:microsoft.com/office/officeart/2005/8/layout/hierarchy1"/>
    <dgm:cxn modelId="{6F44CEF8-3B8B-4373-B812-ADCD2299F25F}" type="presParOf" srcId="{1A7C071F-9961-441D-8120-F13385875E5D}" destId="{AC4B8514-7F56-40DA-B778-C6AC797505B5}" srcOrd="0" destOrd="0" presId="urn:microsoft.com/office/officeart/2005/8/layout/hierarchy1"/>
    <dgm:cxn modelId="{142EBD81-3531-4A19-8DF7-1795BE804692}" type="presParOf" srcId="{1A7C071F-9961-441D-8120-F13385875E5D}" destId="{7746B0C6-D7EF-4F27-BA38-249BD41D1BAB}" srcOrd="1" destOrd="0" presId="urn:microsoft.com/office/officeart/2005/8/layout/hierarchy1"/>
    <dgm:cxn modelId="{1D5B80DA-1E85-4ADF-AF96-AF61679AA14D}" type="presParOf" srcId="{16216144-5BC3-4A6C-9EBE-3331797AC146}" destId="{D78FA60C-3629-4DA8-9B54-9512C51157FF}" srcOrd="1" destOrd="0" presId="urn:microsoft.com/office/officeart/2005/8/layout/hierarchy1"/>
    <dgm:cxn modelId="{ECCBC883-711F-4646-8A46-F49D657CDC04}" type="presParOf" srcId="{15212609-55AF-4DD8-AB83-E3359C5EA517}" destId="{3F2A6D87-A2F1-48E8-9010-81A8D083B7B9}" srcOrd="1" destOrd="0" presId="urn:microsoft.com/office/officeart/2005/8/layout/hierarchy1"/>
    <dgm:cxn modelId="{0C16C723-E67D-4EC3-804B-CAFF2E7F1779}" type="presParOf" srcId="{3F2A6D87-A2F1-48E8-9010-81A8D083B7B9}" destId="{2D2A2A97-6700-42F4-BD55-8828C863C15B}" srcOrd="0" destOrd="0" presId="urn:microsoft.com/office/officeart/2005/8/layout/hierarchy1"/>
    <dgm:cxn modelId="{929A9CCD-E1D5-40D4-84E5-34E030C9B49E}" type="presParOf" srcId="{2D2A2A97-6700-42F4-BD55-8828C863C15B}" destId="{7778BA84-936C-4A3B-A4EA-C7D2FAD21D65}" srcOrd="0" destOrd="0" presId="urn:microsoft.com/office/officeart/2005/8/layout/hierarchy1"/>
    <dgm:cxn modelId="{0F0D701E-1249-4ADC-94D0-CF6E5E5EF64B}" type="presParOf" srcId="{2D2A2A97-6700-42F4-BD55-8828C863C15B}" destId="{4056BFDE-14D3-47E5-8E81-FAD8C0002902}" srcOrd="1" destOrd="0" presId="urn:microsoft.com/office/officeart/2005/8/layout/hierarchy1"/>
    <dgm:cxn modelId="{3B4172FA-1EC7-483B-AF23-911D69889EAB}" type="presParOf" srcId="{3F2A6D87-A2F1-48E8-9010-81A8D083B7B9}" destId="{4785B30F-E3F5-49B5-AC09-A60DB547CD2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C73F611-C86D-4AFC-AEA2-58FF79D59A3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3CD870A-E94E-42C3-8870-26DB7A568720}">
      <dgm:prSet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E4DB1D32-17C8-421F-B40D-31DEBC944D30}" type="parTrans" cxnId="{0F08091C-D231-486C-B6A0-A1975F6F8528}">
      <dgm:prSet/>
      <dgm:spPr/>
      <dgm:t>
        <a:bodyPr/>
        <a:lstStyle/>
        <a:p>
          <a:endParaRPr lang="en-US"/>
        </a:p>
      </dgm:t>
    </dgm:pt>
    <dgm:pt modelId="{1680C7E0-2470-4661-952F-C5623127FC6E}" type="sibTrans" cxnId="{0F08091C-D231-486C-B6A0-A1975F6F8528}">
      <dgm:prSet/>
      <dgm:spPr/>
      <dgm:t>
        <a:bodyPr/>
        <a:lstStyle/>
        <a:p>
          <a:endParaRPr lang="en-US"/>
        </a:p>
      </dgm:t>
    </dgm:pt>
    <dgm:pt modelId="{D0CBE030-AD08-40F7-AACA-06158EDFF521}">
      <dgm:prSet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16EBFF5F-4208-46C4-8F5A-135FB39560FA}" type="parTrans" cxnId="{FAF59E1E-9B51-4F5B-B934-0F4BB63A13CE}">
      <dgm:prSet/>
      <dgm:spPr/>
      <dgm:t>
        <a:bodyPr/>
        <a:lstStyle/>
        <a:p>
          <a:endParaRPr lang="en-US"/>
        </a:p>
      </dgm:t>
    </dgm:pt>
    <dgm:pt modelId="{1FA0CBAE-9628-4FEC-B1EE-0F212B8190D7}" type="sibTrans" cxnId="{FAF59E1E-9B51-4F5B-B934-0F4BB63A13CE}">
      <dgm:prSet/>
      <dgm:spPr/>
      <dgm:t>
        <a:bodyPr/>
        <a:lstStyle/>
        <a:p>
          <a:endParaRPr lang="en-US"/>
        </a:p>
      </dgm:t>
    </dgm:pt>
    <dgm:pt modelId="{15212609-55AF-4DD8-AB83-E3359C5EA517}" type="pres">
      <dgm:prSet presAssocID="{BC73F611-C86D-4AFC-AEA2-58FF79D59A3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6216144-5BC3-4A6C-9EBE-3331797AC146}" type="pres">
      <dgm:prSet presAssocID="{A3CD870A-E94E-42C3-8870-26DB7A568720}" presName="hierRoot1" presStyleCnt="0"/>
      <dgm:spPr/>
    </dgm:pt>
    <dgm:pt modelId="{1A7C071F-9961-441D-8120-F13385875E5D}" type="pres">
      <dgm:prSet presAssocID="{A3CD870A-E94E-42C3-8870-26DB7A568720}" presName="composite" presStyleCnt="0"/>
      <dgm:spPr/>
    </dgm:pt>
    <dgm:pt modelId="{AC4B8514-7F56-40DA-B778-C6AC797505B5}" type="pres">
      <dgm:prSet presAssocID="{A3CD870A-E94E-42C3-8870-26DB7A568720}" presName="background" presStyleLbl="node0" presStyleIdx="0" presStyleCnt="2"/>
      <dgm:spPr/>
    </dgm:pt>
    <dgm:pt modelId="{7746B0C6-D7EF-4F27-BA38-249BD41D1BAB}" type="pres">
      <dgm:prSet presAssocID="{A3CD870A-E94E-42C3-8870-26DB7A568720}" presName="text" presStyleLbl="fgAcc0" presStyleIdx="0" presStyleCnt="2">
        <dgm:presLayoutVars>
          <dgm:chPref val="3"/>
        </dgm:presLayoutVars>
      </dgm:prSet>
      <dgm:spPr/>
    </dgm:pt>
    <dgm:pt modelId="{D78FA60C-3629-4DA8-9B54-9512C51157FF}" type="pres">
      <dgm:prSet presAssocID="{A3CD870A-E94E-42C3-8870-26DB7A568720}" presName="hierChild2" presStyleCnt="0"/>
      <dgm:spPr/>
    </dgm:pt>
    <dgm:pt modelId="{3F2A6D87-A2F1-48E8-9010-81A8D083B7B9}" type="pres">
      <dgm:prSet presAssocID="{D0CBE030-AD08-40F7-AACA-06158EDFF521}" presName="hierRoot1" presStyleCnt="0"/>
      <dgm:spPr/>
    </dgm:pt>
    <dgm:pt modelId="{2D2A2A97-6700-42F4-BD55-8828C863C15B}" type="pres">
      <dgm:prSet presAssocID="{D0CBE030-AD08-40F7-AACA-06158EDFF521}" presName="composite" presStyleCnt="0"/>
      <dgm:spPr/>
    </dgm:pt>
    <dgm:pt modelId="{7778BA84-936C-4A3B-A4EA-C7D2FAD21D65}" type="pres">
      <dgm:prSet presAssocID="{D0CBE030-AD08-40F7-AACA-06158EDFF521}" presName="background" presStyleLbl="node0" presStyleIdx="1" presStyleCnt="2"/>
      <dgm:spPr/>
    </dgm:pt>
    <dgm:pt modelId="{4056BFDE-14D3-47E5-8E81-FAD8C0002902}" type="pres">
      <dgm:prSet presAssocID="{D0CBE030-AD08-40F7-AACA-06158EDFF521}" presName="text" presStyleLbl="fgAcc0" presStyleIdx="1" presStyleCnt="2">
        <dgm:presLayoutVars>
          <dgm:chPref val="3"/>
        </dgm:presLayoutVars>
      </dgm:prSet>
      <dgm:spPr/>
    </dgm:pt>
    <dgm:pt modelId="{4785B30F-E3F5-49B5-AC09-A60DB547CD2D}" type="pres">
      <dgm:prSet presAssocID="{D0CBE030-AD08-40F7-AACA-06158EDFF521}" presName="hierChild2" presStyleCnt="0"/>
      <dgm:spPr/>
    </dgm:pt>
  </dgm:ptLst>
  <dgm:cxnLst>
    <dgm:cxn modelId="{669B861B-AA91-43B3-B99B-E981EC002973}" type="presOf" srcId="{BC73F611-C86D-4AFC-AEA2-58FF79D59A33}" destId="{15212609-55AF-4DD8-AB83-E3359C5EA517}" srcOrd="0" destOrd="0" presId="urn:microsoft.com/office/officeart/2005/8/layout/hierarchy1"/>
    <dgm:cxn modelId="{0F08091C-D231-486C-B6A0-A1975F6F8528}" srcId="{BC73F611-C86D-4AFC-AEA2-58FF79D59A33}" destId="{A3CD870A-E94E-42C3-8870-26DB7A568720}" srcOrd="0" destOrd="0" parTransId="{E4DB1D32-17C8-421F-B40D-31DEBC944D30}" sibTransId="{1680C7E0-2470-4661-952F-C5623127FC6E}"/>
    <dgm:cxn modelId="{FAF59E1E-9B51-4F5B-B934-0F4BB63A13CE}" srcId="{BC73F611-C86D-4AFC-AEA2-58FF79D59A33}" destId="{D0CBE030-AD08-40F7-AACA-06158EDFF521}" srcOrd="1" destOrd="0" parTransId="{16EBFF5F-4208-46C4-8F5A-135FB39560FA}" sibTransId="{1FA0CBAE-9628-4FEC-B1EE-0F212B8190D7}"/>
    <dgm:cxn modelId="{5F2498AA-B0D1-4087-92CE-683D6217EFD4}" type="presOf" srcId="{D0CBE030-AD08-40F7-AACA-06158EDFF521}" destId="{4056BFDE-14D3-47E5-8E81-FAD8C0002902}" srcOrd="0" destOrd="0" presId="urn:microsoft.com/office/officeart/2005/8/layout/hierarchy1"/>
    <dgm:cxn modelId="{BE4DE1EB-AD13-416A-BFB0-B20C9F1E229C}" type="presOf" srcId="{A3CD870A-E94E-42C3-8870-26DB7A568720}" destId="{7746B0C6-D7EF-4F27-BA38-249BD41D1BAB}" srcOrd="0" destOrd="0" presId="urn:microsoft.com/office/officeart/2005/8/layout/hierarchy1"/>
    <dgm:cxn modelId="{360FD874-0B3E-4EE0-AD6D-B4AA5420CEF9}" type="presParOf" srcId="{15212609-55AF-4DD8-AB83-E3359C5EA517}" destId="{16216144-5BC3-4A6C-9EBE-3331797AC146}" srcOrd="0" destOrd="0" presId="urn:microsoft.com/office/officeart/2005/8/layout/hierarchy1"/>
    <dgm:cxn modelId="{73E85DDA-A8FD-4E86-937E-682C04F3C492}" type="presParOf" srcId="{16216144-5BC3-4A6C-9EBE-3331797AC146}" destId="{1A7C071F-9961-441D-8120-F13385875E5D}" srcOrd="0" destOrd="0" presId="urn:microsoft.com/office/officeart/2005/8/layout/hierarchy1"/>
    <dgm:cxn modelId="{6F44CEF8-3B8B-4373-B812-ADCD2299F25F}" type="presParOf" srcId="{1A7C071F-9961-441D-8120-F13385875E5D}" destId="{AC4B8514-7F56-40DA-B778-C6AC797505B5}" srcOrd="0" destOrd="0" presId="urn:microsoft.com/office/officeart/2005/8/layout/hierarchy1"/>
    <dgm:cxn modelId="{142EBD81-3531-4A19-8DF7-1795BE804692}" type="presParOf" srcId="{1A7C071F-9961-441D-8120-F13385875E5D}" destId="{7746B0C6-D7EF-4F27-BA38-249BD41D1BAB}" srcOrd="1" destOrd="0" presId="urn:microsoft.com/office/officeart/2005/8/layout/hierarchy1"/>
    <dgm:cxn modelId="{1D5B80DA-1E85-4ADF-AF96-AF61679AA14D}" type="presParOf" srcId="{16216144-5BC3-4A6C-9EBE-3331797AC146}" destId="{D78FA60C-3629-4DA8-9B54-9512C51157FF}" srcOrd="1" destOrd="0" presId="urn:microsoft.com/office/officeart/2005/8/layout/hierarchy1"/>
    <dgm:cxn modelId="{ECCBC883-711F-4646-8A46-F49D657CDC04}" type="presParOf" srcId="{15212609-55AF-4DD8-AB83-E3359C5EA517}" destId="{3F2A6D87-A2F1-48E8-9010-81A8D083B7B9}" srcOrd="1" destOrd="0" presId="urn:microsoft.com/office/officeart/2005/8/layout/hierarchy1"/>
    <dgm:cxn modelId="{0C16C723-E67D-4EC3-804B-CAFF2E7F1779}" type="presParOf" srcId="{3F2A6D87-A2F1-48E8-9010-81A8D083B7B9}" destId="{2D2A2A97-6700-42F4-BD55-8828C863C15B}" srcOrd="0" destOrd="0" presId="urn:microsoft.com/office/officeart/2005/8/layout/hierarchy1"/>
    <dgm:cxn modelId="{929A9CCD-E1D5-40D4-84E5-34E030C9B49E}" type="presParOf" srcId="{2D2A2A97-6700-42F4-BD55-8828C863C15B}" destId="{7778BA84-936C-4A3B-A4EA-C7D2FAD21D65}" srcOrd="0" destOrd="0" presId="urn:microsoft.com/office/officeart/2005/8/layout/hierarchy1"/>
    <dgm:cxn modelId="{0F0D701E-1249-4ADC-94D0-CF6E5E5EF64B}" type="presParOf" srcId="{2D2A2A97-6700-42F4-BD55-8828C863C15B}" destId="{4056BFDE-14D3-47E5-8E81-FAD8C0002902}" srcOrd="1" destOrd="0" presId="urn:microsoft.com/office/officeart/2005/8/layout/hierarchy1"/>
    <dgm:cxn modelId="{3B4172FA-1EC7-483B-AF23-911D69889EAB}" type="presParOf" srcId="{3F2A6D87-A2F1-48E8-9010-81A8D083B7B9}" destId="{4785B30F-E3F5-49B5-AC09-A60DB547CD2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318E3E2-ED3E-404D-BD8A-1B17EF9A7582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C39BEED2-C08A-4F6B-9E66-DF7413212D21}">
      <dgm:prSet/>
      <dgm:spPr/>
      <dgm:t>
        <a:bodyPr/>
        <a:lstStyle/>
        <a:p>
          <a:r>
            <a:rPr lang="en-US"/>
            <a:t>Comparison based</a:t>
          </a:r>
        </a:p>
      </dgm:t>
    </dgm:pt>
    <dgm:pt modelId="{AC6C6FA3-8702-4DE9-9273-424037A8B864}" type="parTrans" cxnId="{8EE98400-F89B-40E9-B5BA-79F4C247AA6C}">
      <dgm:prSet/>
      <dgm:spPr/>
      <dgm:t>
        <a:bodyPr/>
        <a:lstStyle/>
        <a:p>
          <a:endParaRPr lang="en-US"/>
        </a:p>
      </dgm:t>
    </dgm:pt>
    <dgm:pt modelId="{747088CB-8E8C-4F26-9705-D857638BABE3}" type="sibTrans" cxnId="{8EE98400-F89B-40E9-B5BA-79F4C247AA6C}">
      <dgm:prSet/>
      <dgm:spPr/>
      <dgm:t>
        <a:bodyPr/>
        <a:lstStyle/>
        <a:p>
          <a:endParaRPr lang="en-US"/>
        </a:p>
      </dgm:t>
    </dgm:pt>
    <dgm:pt modelId="{3C204562-ADE8-4BBD-A46F-6D8DCE5697D3}">
      <dgm:prSet/>
      <dgm:spPr/>
      <dgm:t>
        <a:bodyPr/>
        <a:lstStyle/>
        <a:p>
          <a:r>
            <a:rPr lang="en-US"/>
            <a:t>Non comparison based</a:t>
          </a:r>
        </a:p>
      </dgm:t>
    </dgm:pt>
    <dgm:pt modelId="{58718678-EF3E-4543-8145-01DFCEFE1C69}" type="parTrans" cxnId="{E2AA2BCB-06FF-4A0B-B492-BC76C00FD1B3}">
      <dgm:prSet/>
      <dgm:spPr/>
      <dgm:t>
        <a:bodyPr/>
        <a:lstStyle/>
        <a:p>
          <a:endParaRPr lang="en-US"/>
        </a:p>
      </dgm:t>
    </dgm:pt>
    <dgm:pt modelId="{F007934C-C085-477E-81A4-0DECFBD659DD}" type="sibTrans" cxnId="{E2AA2BCB-06FF-4A0B-B492-BC76C00FD1B3}">
      <dgm:prSet/>
      <dgm:spPr/>
      <dgm:t>
        <a:bodyPr/>
        <a:lstStyle/>
        <a:p>
          <a:endParaRPr lang="en-US"/>
        </a:p>
      </dgm:t>
    </dgm:pt>
    <dgm:pt modelId="{3E7358FB-7B54-4639-B56E-A467D0EC1D08}">
      <dgm:prSet/>
      <dgm:spPr/>
      <dgm:t>
        <a:bodyPr/>
        <a:lstStyle/>
        <a:p>
          <a:r>
            <a:rPr lang="en-US"/>
            <a:t>Hybrid</a:t>
          </a:r>
        </a:p>
      </dgm:t>
    </dgm:pt>
    <dgm:pt modelId="{DBF35E8D-C918-46CF-9991-3F4196B85E17}" type="parTrans" cxnId="{B46F3177-CC91-485B-AE4D-7FBB832A30AD}">
      <dgm:prSet/>
      <dgm:spPr/>
      <dgm:t>
        <a:bodyPr/>
        <a:lstStyle/>
        <a:p>
          <a:endParaRPr lang="en-US"/>
        </a:p>
      </dgm:t>
    </dgm:pt>
    <dgm:pt modelId="{4432E132-369D-4737-BFD4-CBA1E3199685}" type="sibTrans" cxnId="{B46F3177-CC91-485B-AE4D-7FBB832A30AD}">
      <dgm:prSet/>
      <dgm:spPr/>
      <dgm:t>
        <a:bodyPr/>
        <a:lstStyle/>
        <a:p>
          <a:endParaRPr lang="en-US"/>
        </a:p>
      </dgm:t>
    </dgm:pt>
    <dgm:pt modelId="{A9053CAF-ED19-4FEB-A108-1ECBBAEAF8B1}" type="pres">
      <dgm:prSet presAssocID="{7318E3E2-ED3E-404D-BD8A-1B17EF9A7582}" presName="linear" presStyleCnt="0">
        <dgm:presLayoutVars>
          <dgm:dir/>
          <dgm:animLvl val="lvl"/>
          <dgm:resizeHandles val="exact"/>
        </dgm:presLayoutVars>
      </dgm:prSet>
      <dgm:spPr/>
    </dgm:pt>
    <dgm:pt modelId="{DD64CE3C-D9EF-4681-BB5C-9AAD115D204E}" type="pres">
      <dgm:prSet presAssocID="{C39BEED2-C08A-4F6B-9E66-DF7413212D21}" presName="parentLin" presStyleCnt="0"/>
      <dgm:spPr/>
    </dgm:pt>
    <dgm:pt modelId="{6CBEE41F-87AB-4A15-B432-C5B056046CDB}" type="pres">
      <dgm:prSet presAssocID="{C39BEED2-C08A-4F6B-9E66-DF7413212D21}" presName="parentLeftMargin" presStyleLbl="node1" presStyleIdx="0" presStyleCnt="3"/>
      <dgm:spPr/>
    </dgm:pt>
    <dgm:pt modelId="{8AE6F3E3-1060-4D74-B1FE-E6F2A6D3B006}" type="pres">
      <dgm:prSet presAssocID="{C39BEED2-C08A-4F6B-9E66-DF7413212D2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DE6716C-D153-40C1-9C82-C2AAD96C15C6}" type="pres">
      <dgm:prSet presAssocID="{C39BEED2-C08A-4F6B-9E66-DF7413212D21}" presName="negativeSpace" presStyleCnt="0"/>
      <dgm:spPr/>
    </dgm:pt>
    <dgm:pt modelId="{671D7531-A7C1-4ACD-B2B6-6BD3C0EBD8C5}" type="pres">
      <dgm:prSet presAssocID="{C39BEED2-C08A-4F6B-9E66-DF7413212D21}" presName="childText" presStyleLbl="conFgAcc1" presStyleIdx="0" presStyleCnt="3">
        <dgm:presLayoutVars>
          <dgm:bulletEnabled val="1"/>
        </dgm:presLayoutVars>
      </dgm:prSet>
      <dgm:spPr/>
    </dgm:pt>
    <dgm:pt modelId="{60D43898-8ADF-460F-856F-E411444D3094}" type="pres">
      <dgm:prSet presAssocID="{747088CB-8E8C-4F26-9705-D857638BABE3}" presName="spaceBetweenRectangles" presStyleCnt="0"/>
      <dgm:spPr/>
    </dgm:pt>
    <dgm:pt modelId="{C9259901-F1E6-49D4-ABAB-490A8C19216D}" type="pres">
      <dgm:prSet presAssocID="{3C204562-ADE8-4BBD-A46F-6D8DCE5697D3}" presName="parentLin" presStyleCnt="0"/>
      <dgm:spPr/>
    </dgm:pt>
    <dgm:pt modelId="{60B67F1D-B1D9-4B9F-A737-D2E5638ECF40}" type="pres">
      <dgm:prSet presAssocID="{3C204562-ADE8-4BBD-A46F-6D8DCE5697D3}" presName="parentLeftMargin" presStyleLbl="node1" presStyleIdx="0" presStyleCnt="3"/>
      <dgm:spPr/>
    </dgm:pt>
    <dgm:pt modelId="{D3F71A0C-F981-42ED-A4CE-9382587EAECA}" type="pres">
      <dgm:prSet presAssocID="{3C204562-ADE8-4BBD-A46F-6D8DCE5697D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6C36D0B-1D54-404E-ADE7-FAB1603889D6}" type="pres">
      <dgm:prSet presAssocID="{3C204562-ADE8-4BBD-A46F-6D8DCE5697D3}" presName="negativeSpace" presStyleCnt="0"/>
      <dgm:spPr/>
    </dgm:pt>
    <dgm:pt modelId="{ECFAC8B9-81E2-4576-BA1D-86E372729AE0}" type="pres">
      <dgm:prSet presAssocID="{3C204562-ADE8-4BBD-A46F-6D8DCE5697D3}" presName="childText" presStyleLbl="conFgAcc1" presStyleIdx="1" presStyleCnt="3">
        <dgm:presLayoutVars>
          <dgm:bulletEnabled val="1"/>
        </dgm:presLayoutVars>
      </dgm:prSet>
      <dgm:spPr/>
    </dgm:pt>
    <dgm:pt modelId="{5A7A6C35-3403-4AAD-96BF-288D800C4AF7}" type="pres">
      <dgm:prSet presAssocID="{F007934C-C085-477E-81A4-0DECFBD659DD}" presName="spaceBetweenRectangles" presStyleCnt="0"/>
      <dgm:spPr/>
    </dgm:pt>
    <dgm:pt modelId="{6A851872-B471-4832-AE71-17FB87C4F5D1}" type="pres">
      <dgm:prSet presAssocID="{3E7358FB-7B54-4639-B56E-A467D0EC1D08}" presName="parentLin" presStyleCnt="0"/>
      <dgm:spPr/>
    </dgm:pt>
    <dgm:pt modelId="{4C53B77F-BF50-42DA-98D8-6C9747DB4BCE}" type="pres">
      <dgm:prSet presAssocID="{3E7358FB-7B54-4639-B56E-A467D0EC1D08}" presName="parentLeftMargin" presStyleLbl="node1" presStyleIdx="1" presStyleCnt="3"/>
      <dgm:spPr/>
    </dgm:pt>
    <dgm:pt modelId="{22068D13-9A3D-49F7-963F-54FB83FE2711}" type="pres">
      <dgm:prSet presAssocID="{3E7358FB-7B54-4639-B56E-A467D0EC1D08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C84E86-8084-4885-824F-1ECBABC933D7}" type="pres">
      <dgm:prSet presAssocID="{3E7358FB-7B54-4639-B56E-A467D0EC1D08}" presName="negativeSpace" presStyleCnt="0"/>
      <dgm:spPr/>
    </dgm:pt>
    <dgm:pt modelId="{5C175D13-A06B-4ABC-A535-2BED0625AF7F}" type="pres">
      <dgm:prSet presAssocID="{3E7358FB-7B54-4639-B56E-A467D0EC1D08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8EE98400-F89B-40E9-B5BA-79F4C247AA6C}" srcId="{7318E3E2-ED3E-404D-BD8A-1B17EF9A7582}" destId="{C39BEED2-C08A-4F6B-9E66-DF7413212D21}" srcOrd="0" destOrd="0" parTransId="{AC6C6FA3-8702-4DE9-9273-424037A8B864}" sibTransId="{747088CB-8E8C-4F26-9705-D857638BABE3}"/>
    <dgm:cxn modelId="{92C53618-92F8-4B50-96D3-0D0223F8E1B5}" type="presOf" srcId="{C39BEED2-C08A-4F6B-9E66-DF7413212D21}" destId="{8AE6F3E3-1060-4D74-B1FE-E6F2A6D3B006}" srcOrd="1" destOrd="0" presId="urn:microsoft.com/office/officeart/2005/8/layout/list1"/>
    <dgm:cxn modelId="{D7EFB91A-4803-4BE0-9EE1-8C3A8CD9FDAA}" type="presOf" srcId="{C39BEED2-C08A-4F6B-9E66-DF7413212D21}" destId="{6CBEE41F-87AB-4A15-B432-C5B056046CDB}" srcOrd="0" destOrd="0" presId="urn:microsoft.com/office/officeart/2005/8/layout/list1"/>
    <dgm:cxn modelId="{40CC4F4A-CA07-4B43-A9AF-467FD44BB478}" type="presOf" srcId="{3E7358FB-7B54-4639-B56E-A467D0EC1D08}" destId="{22068D13-9A3D-49F7-963F-54FB83FE2711}" srcOrd="1" destOrd="0" presId="urn:microsoft.com/office/officeart/2005/8/layout/list1"/>
    <dgm:cxn modelId="{B46F3177-CC91-485B-AE4D-7FBB832A30AD}" srcId="{7318E3E2-ED3E-404D-BD8A-1B17EF9A7582}" destId="{3E7358FB-7B54-4639-B56E-A467D0EC1D08}" srcOrd="2" destOrd="0" parTransId="{DBF35E8D-C918-46CF-9991-3F4196B85E17}" sibTransId="{4432E132-369D-4737-BFD4-CBA1E3199685}"/>
    <dgm:cxn modelId="{E2AA2BCB-06FF-4A0B-B492-BC76C00FD1B3}" srcId="{7318E3E2-ED3E-404D-BD8A-1B17EF9A7582}" destId="{3C204562-ADE8-4BBD-A46F-6D8DCE5697D3}" srcOrd="1" destOrd="0" parTransId="{58718678-EF3E-4543-8145-01DFCEFE1C69}" sibTransId="{F007934C-C085-477E-81A4-0DECFBD659DD}"/>
    <dgm:cxn modelId="{F0B712E6-6F16-441C-8D47-1B543DAA0D5E}" type="presOf" srcId="{3C204562-ADE8-4BBD-A46F-6D8DCE5697D3}" destId="{60B67F1D-B1D9-4B9F-A737-D2E5638ECF40}" srcOrd="0" destOrd="0" presId="urn:microsoft.com/office/officeart/2005/8/layout/list1"/>
    <dgm:cxn modelId="{48230CE8-3DA1-47BE-A6A3-0D2CBF4EFEC6}" type="presOf" srcId="{3C204562-ADE8-4BBD-A46F-6D8DCE5697D3}" destId="{D3F71A0C-F981-42ED-A4CE-9382587EAECA}" srcOrd="1" destOrd="0" presId="urn:microsoft.com/office/officeart/2005/8/layout/list1"/>
    <dgm:cxn modelId="{358C0DF3-07FE-4687-AF40-CC9C770E7178}" type="presOf" srcId="{7318E3E2-ED3E-404D-BD8A-1B17EF9A7582}" destId="{A9053CAF-ED19-4FEB-A108-1ECBBAEAF8B1}" srcOrd="0" destOrd="0" presId="urn:microsoft.com/office/officeart/2005/8/layout/list1"/>
    <dgm:cxn modelId="{958327F6-790C-44A8-973F-1D58AABB1F25}" type="presOf" srcId="{3E7358FB-7B54-4639-B56E-A467D0EC1D08}" destId="{4C53B77F-BF50-42DA-98D8-6C9747DB4BCE}" srcOrd="0" destOrd="0" presId="urn:microsoft.com/office/officeart/2005/8/layout/list1"/>
    <dgm:cxn modelId="{8E6F309C-9C81-46D5-8014-C293AA2C625A}" type="presParOf" srcId="{A9053CAF-ED19-4FEB-A108-1ECBBAEAF8B1}" destId="{DD64CE3C-D9EF-4681-BB5C-9AAD115D204E}" srcOrd="0" destOrd="0" presId="urn:microsoft.com/office/officeart/2005/8/layout/list1"/>
    <dgm:cxn modelId="{D6322940-53B2-4B0D-8FDB-AB94F65EBAF8}" type="presParOf" srcId="{DD64CE3C-D9EF-4681-BB5C-9AAD115D204E}" destId="{6CBEE41F-87AB-4A15-B432-C5B056046CDB}" srcOrd="0" destOrd="0" presId="urn:microsoft.com/office/officeart/2005/8/layout/list1"/>
    <dgm:cxn modelId="{869F2E28-7E5C-46BA-A611-56F979E73AD9}" type="presParOf" srcId="{DD64CE3C-D9EF-4681-BB5C-9AAD115D204E}" destId="{8AE6F3E3-1060-4D74-B1FE-E6F2A6D3B006}" srcOrd="1" destOrd="0" presId="urn:microsoft.com/office/officeart/2005/8/layout/list1"/>
    <dgm:cxn modelId="{2AB18F04-7872-4D0D-8432-F3124532D4E3}" type="presParOf" srcId="{A9053CAF-ED19-4FEB-A108-1ECBBAEAF8B1}" destId="{FDE6716C-D153-40C1-9C82-C2AAD96C15C6}" srcOrd="1" destOrd="0" presId="urn:microsoft.com/office/officeart/2005/8/layout/list1"/>
    <dgm:cxn modelId="{024F37F5-B825-40F6-8499-4335DF32BB5D}" type="presParOf" srcId="{A9053CAF-ED19-4FEB-A108-1ECBBAEAF8B1}" destId="{671D7531-A7C1-4ACD-B2B6-6BD3C0EBD8C5}" srcOrd="2" destOrd="0" presId="urn:microsoft.com/office/officeart/2005/8/layout/list1"/>
    <dgm:cxn modelId="{85EF65B1-73A7-4D5C-8FAD-5D0D3E9B5046}" type="presParOf" srcId="{A9053CAF-ED19-4FEB-A108-1ECBBAEAF8B1}" destId="{60D43898-8ADF-460F-856F-E411444D3094}" srcOrd="3" destOrd="0" presId="urn:microsoft.com/office/officeart/2005/8/layout/list1"/>
    <dgm:cxn modelId="{7D99099B-015D-4F76-986D-C5E40043AA81}" type="presParOf" srcId="{A9053CAF-ED19-4FEB-A108-1ECBBAEAF8B1}" destId="{C9259901-F1E6-49D4-ABAB-490A8C19216D}" srcOrd="4" destOrd="0" presId="urn:microsoft.com/office/officeart/2005/8/layout/list1"/>
    <dgm:cxn modelId="{138B4A62-6C18-4D7F-8052-DE0DB7DA55A1}" type="presParOf" srcId="{C9259901-F1E6-49D4-ABAB-490A8C19216D}" destId="{60B67F1D-B1D9-4B9F-A737-D2E5638ECF40}" srcOrd="0" destOrd="0" presId="urn:microsoft.com/office/officeart/2005/8/layout/list1"/>
    <dgm:cxn modelId="{82FEE83C-692B-4FA9-89CC-77DDA870D7D5}" type="presParOf" srcId="{C9259901-F1E6-49D4-ABAB-490A8C19216D}" destId="{D3F71A0C-F981-42ED-A4CE-9382587EAECA}" srcOrd="1" destOrd="0" presId="urn:microsoft.com/office/officeart/2005/8/layout/list1"/>
    <dgm:cxn modelId="{395F7795-8316-47DE-9705-EB5AED56DAAE}" type="presParOf" srcId="{A9053CAF-ED19-4FEB-A108-1ECBBAEAF8B1}" destId="{06C36D0B-1D54-404E-ADE7-FAB1603889D6}" srcOrd="5" destOrd="0" presId="urn:microsoft.com/office/officeart/2005/8/layout/list1"/>
    <dgm:cxn modelId="{CD8C5A96-CB61-4C0F-95B6-8A60D1A8097E}" type="presParOf" srcId="{A9053CAF-ED19-4FEB-A108-1ECBBAEAF8B1}" destId="{ECFAC8B9-81E2-4576-BA1D-86E372729AE0}" srcOrd="6" destOrd="0" presId="urn:microsoft.com/office/officeart/2005/8/layout/list1"/>
    <dgm:cxn modelId="{7F01567E-1719-4B44-A20A-BD69B4D8FE1B}" type="presParOf" srcId="{A9053CAF-ED19-4FEB-A108-1ECBBAEAF8B1}" destId="{5A7A6C35-3403-4AAD-96BF-288D800C4AF7}" srcOrd="7" destOrd="0" presId="urn:microsoft.com/office/officeart/2005/8/layout/list1"/>
    <dgm:cxn modelId="{CF7B32FF-C9FE-4D33-A2DE-4A2BB3196EC2}" type="presParOf" srcId="{A9053CAF-ED19-4FEB-A108-1ECBBAEAF8B1}" destId="{6A851872-B471-4832-AE71-17FB87C4F5D1}" srcOrd="8" destOrd="0" presId="urn:microsoft.com/office/officeart/2005/8/layout/list1"/>
    <dgm:cxn modelId="{3312CBE6-7B5E-429B-82D9-D721202660A6}" type="presParOf" srcId="{6A851872-B471-4832-AE71-17FB87C4F5D1}" destId="{4C53B77F-BF50-42DA-98D8-6C9747DB4BCE}" srcOrd="0" destOrd="0" presId="urn:microsoft.com/office/officeart/2005/8/layout/list1"/>
    <dgm:cxn modelId="{F4309393-55BA-4F92-AD63-7933D11808C0}" type="presParOf" srcId="{6A851872-B471-4832-AE71-17FB87C4F5D1}" destId="{22068D13-9A3D-49F7-963F-54FB83FE2711}" srcOrd="1" destOrd="0" presId="urn:microsoft.com/office/officeart/2005/8/layout/list1"/>
    <dgm:cxn modelId="{A0F8DF10-0523-4FAC-9F2C-DC44445EF02D}" type="presParOf" srcId="{A9053CAF-ED19-4FEB-A108-1ECBBAEAF8B1}" destId="{F7C84E86-8084-4885-824F-1ECBABC933D7}" srcOrd="9" destOrd="0" presId="urn:microsoft.com/office/officeart/2005/8/layout/list1"/>
    <dgm:cxn modelId="{BBD312BC-2465-4690-A83D-B4E10D3882D7}" type="presParOf" srcId="{A9053CAF-ED19-4FEB-A108-1ECBBAEAF8B1}" destId="{5C175D13-A06B-4ABC-A535-2BED0625AF7F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88379CD-7E04-40D7-A49F-755BFC5823B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3C0C5EC-4C46-46D2-96DA-83F1211C115B}">
      <dgm:prSet/>
      <dgm:spPr/>
      <dgm:t>
        <a:bodyPr/>
        <a:lstStyle/>
        <a:p>
          <a:r>
            <a:rPr lang="en-US"/>
            <a:t>Stable sorting</a:t>
          </a:r>
        </a:p>
      </dgm:t>
    </dgm:pt>
    <dgm:pt modelId="{80AF0EB9-EC6C-4089-8484-8D2C0A53C6B2}" type="parTrans" cxnId="{2ECE5E7D-08D2-491B-8C4E-39BF09BC72B4}">
      <dgm:prSet/>
      <dgm:spPr/>
      <dgm:t>
        <a:bodyPr/>
        <a:lstStyle/>
        <a:p>
          <a:endParaRPr lang="en-US"/>
        </a:p>
      </dgm:t>
    </dgm:pt>
    <dgm:pt modelId="{8E6474ED-F7C7-4E21-A35D-F7E3B2435631}" type="sibTrans" cxnId="{2ECE5E7D-08D2-491B-8C4E-39BF09BC72B4}">
      <dgm:prSet/>
      <dgm:spPr/>
      <dgm:t>
        <a:bodyPr/>
        <a:lstStyle/>
        <a:p>
          <a:endParaRPr lang="en-US"/>
        </a:p>
      </dgm:t>
    </dgm:pt>
    <dgm:pt modelId="{3CE996B2-52E5-4ECF-B0E2-7994E83CA282}">
      <dgm:prSet/>
      <dgm:spPr/>
      <dgm:t>
        <a:bodyPr/>
        <a:lstStyle/>
        <a:p>
          <a:r>
            <a:rPr lang="en-US"/>
            <a:t>Unstable sorting</a:t>
          </a:r>
        </a:p>
      </dgm:t>
    </dgm:pt>
    <dgm:pt modelId="{8D4C93D2-033C-48D6-AC20-AFA7CECB428B}" type="parTrans" cxnId="{A2750C90-2B1A-4D98-A11B-F5434345492F}">
      <dgm:prSet/>
      <dgm:spPr/>
      <dgm:t>
        <a:bodyPr/>
        <a:lstStyle/>
        <a:p>
          <a:endParaRPr lang="en-US"/>
        </a:p>
      </dgm:t>
    </dgm:pt>
    <dgm:pt modelId="{4C516078-B6BC-4AD9-A398-9A5F5CA0DB37}" type="sibTrans" cxnId="{A2750C90-2B1A-4D98-A11B-F5434345492F}">
      <dgm:prSet/>
      <dgm:spPr/>
      <dgm:t>
        <a:bodyPr/>
        <a:lstStyle/>
        <a:p>
          <a:endParaRPr lang="en-US"/>
        </a:p>
      </dgm:t>
    </dgm:pt>
    <dgm:pt modelId="{A435CBD6-4638-4A9B-A56E-DCC5E69DA2BE}" type="pres">
      <dgm:prSet presAssocID="{C88379CD-7E04-40D7-A49F-755BFC5823B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021A7B8-3F1D-4D4D-A17D-6B93260AC244}" type="pres">
      <dgm:prSet presAssocID="{B3C0C5EC-4C46-46D2-96DA-83F1211C115B}" presName="hierRoot1" presStyleCnt="0"/>
      <dgm:spPr/>
    </dgm:pt>
    <dgm:pt modelId="{8E9ECB06-EA42-485F-8683-03123C0D2343}" type="pres">
      <dgm:prSet presAssocID="{B3C0C5EC-4C46-46D2-96DA-83F1211C115B}" presName="composite" presStyleCnt="0"/>
      <dgm:spPr/>
    </dgm:pt>
    <dgm:pt modelId="{371209DC-4E5D-4198-AD0D-DF30C9DF43D9}" type="pres">
      <dgm:prSet presAssocID="{B3C0C5EC-4C46-46D2-96DA-83F1211C115B}" presName="background" presStyleLbl="node0" presStyleIdx="0" presStyleCnt="2"/>
      <dgm:spPr/>
    </dgm:pt>
    <dgm:pt modelId="{C0C72556-F7F9-49B3-A6E6-FF4DA17C8E65}" type="pres">
      <dgm:prSet presAssocID="{B3C0C5EC-4C46-46D2-96DA-83F1211C115B}" presName="text" presStyleLbl="fgAcc0" presStyleIdx="0" presStyleCnt="2">
        <dgm:presLayoutVars>
          <dgm:chPref val="3"/>
        </dgm:presLayoutVars>
      </dgm:prSet>
      <dgm:spPr/>
    </dgm:pt>
    <dgm:pt modelId="{FC6CC0BF-8447-4E9F-84EC-EBC3614D9416}" type="pres">
      <dgm:prSet presAssocID="{B3C0C5EC-4C46-46D2-96DA-83F1211C115B}" presName="hierChild2" presStyleCnt="0"/>
      <dgm:spPr/>
    </dgm:pt>
    <dgm:pt modelId="{B1BC2E39-8CEE-41A8-A715-7C4660B5F1CD}" type="pres">
      <dgm:prSet presAssocID="{3CE996B2-52E5-4ECF-B0E2-7994E83CA282}" presName="hierRoot1" presStyleCnt="0"/>
      <dgm:spPr/>
    </dgm:pt>
    <dgm:pt modelId="{E56AB16F-CBDB-4584-9C4D-63E4DDDA0168}" type="pres">
      <dgm:prSet presAssocID="{3CE996B2-52E5-4ECF-B0E2-7994E83CA282}" presName="composite" presStyleCnt="0"/>
      <dgm:spPr/>
    </dgm:pt>
    <dgm:pt modelId="{1D07F5B5-0673-458E-95F1-A79FE516B4BB}" type="pres">
      <dgm:prSet presAssocID="{3CE996B2-52E5-4ECF-B0E2-7994E83CA282}" presName="background" presStyleLbl="node0" presStyleIdx="1" presStyleCnt="2"/>
      <dgm:spPr/>
    </dgm:pt>
    <dgm:pt modelId="{C83AD698-C86E-479D-AC23-5F914700A0AA}" type="pres">
      <dgm:prSet presAssocID="{3CE996B2-52E5-4ECF-B0E2-7994E83CA282}" presName="text" presStyleLbl="fgAcc0" presStyleIdx="1" presStyleCnt="2">
        <dgm:presLayoutVars>
          <dgm:chPref val="3"/>
        </dgm:presLayoutVars>
      </dgm:prSet>
      <dgm:spPr/>
    </dgm:pt>
    <dgm:pt modelId="{05FCD4B1-7A4C-401B-8E22-6E990BCE51C2}" type="pres">
      <dgm:prSet presAssocID="{3CE996B2-52E5-4ECF-B0E2-7994E83CA282}" presName="hierChild2" presStyleCnt="0"/>
      <dgm:spPr/>
    </dgm:pt>
  </dgm:ptLst>
  <dgm:cxnLst>
    <dgm:cxn modelId="{36E12210-25F2-472B-B25A-434EB53E5B09}" type="presOf" srcId="{B3C0C5EC-4C46-46D2-96DA-83F1211C115B}" destId="{C0C72556-F7F9-49B3-A6E6-FF4DA17C8E65}" srcOrd="0" destOrd="0" presId="urn:microsoft.com/office/officeart/2005/8/layout/hierarchy1"/>
    <dgm:cxn modelId="{84DDE810-0B02-4378-AD5F-10C379948E1F}" type="presOf" srcId="{3CE996B2-52E5-4ECF-B0E2-7994E83CA282}" destId="{C83AD698-C86E-479D-AC23-5F914700A0AA}" srcOrd="0" destOrd="0" presId="urn:microsoft.com/office/officeart/2005/8/layout/hierarchy1"/>
    <dgm:cxn modelId="{2ECE5E7D-08D2-491B-8C4E-39BF09BC72B4}" srcId="{C88379CD-7E04-40D7-A49F-755BFC5823BD}" destId="{B3C0C5EC-4C46-46D2-96DA-83F1211C115B}" srcOrd="0" destOrd="0" parTransId="{80AF0EB9-EC6C-4089-8484-8D2C0A53C6B2}" sibTransId="{8E6474ED-F7C7-4E21-A35D-F7E3B2435631}"/>
    <dgm:cxn modelId="{A2750C90-2B1A-4D98-A11B-F5434345492F}" srcId="{C88379CD-7E04-40D7-A49F-755BFC5823BD}" destId="{3CE996B2-52E5-4ECF-B0E2-7994E83CA282}" srcOrd="1" destOrd="0" parTransId="{8D4C93D2-033C-48D6-AC20-AFA7CECB428B}" sibTransId="{4C516078-B6BC-4AD9-A398-9A5F5CA0DB37}"/>
    <dgm:cxn modelId="{91C7F298-C141-4933-BB98-2AE6960FF242}" type="presOf" srcId="{C88379CD-7E04-40D7-A49F-755BFC5823BD}" destId="{A435CBD6-4638-4A9B-A56E-DCC5E69DA2BE}" srcOrd="0" destOrd="0" presId="urn:microsoft.com/office/officeart/2005/8/layout/hierarchy1"/>
    <dgm:cxn modelId="{8ED21AC5-FFED-47F1-B6A6-CE0EFF33CB81}" type="presParOf" srcId="{A435CBD6-4638-4A9B-A56E-DCC5E69DA2BE}" destId="{8021A7B8-3F1D-4D4D-A17D-6B93260AC244}" srcOrd="0" destOrd="0" presId="urn:microsoft.com/office/officeart/2005/8/layout/hierarchy1"/>
    <dgm:cxn modelId="{2B1ED08B-7D10-4654-A481-11366E909D31}" type="presParOf" srcId="{8021A7B8-3F1D-4D4D-A17D-6B93260AC244}" destId="{8E9ECB06-EA42-485F-8683-03123C0D2343}" srcOrd="0" destOrd="0" presId="urn:microsoft.com/office/officeart/2005/8/layout/hierarchy1"/>
    <dgm:cxn modelId="{16B59997-9B57-4867-A69F-AF50599D03D5}" type="presParOf" srcId="{8E9ECB06-EA42-485F-8683-03123C0D2343}" destId="{371209DC-4E5D-4198-AD0D-DF30C9DF43D9}" srcOrd="0" destOrd="0" presId="urn:microsoft.com/office/officeart/2005/8/layout/hierarchy1"/>
    <dgm:cxn modelId="{54652863-257D-4C78-82FE-F4177E96BDEC}" type="presParOf" srcId="{8E9ECB06-EA42-485F-8683-03123C0D2343}" destId="{C0C72556-F7F9-49B3-A6E6-FF4DA17C8E65}" srcOrd="1" destOrd="0" presId="urn:microsoft.com/office/officeart/2005/8/layout/hierarchy1"/>
    <dgm:cxn modelId="{BA28F42A-7DF1-43A9-8783-A9A37CDCC82D}" type="presParOf" srcId="{8021A7B8-3F1D-4D4D-A17D-6B93260AC244}" destId="{FC6CC0BF-8447-4E9F-84EC-EBC3614D9416}" srcOrd="1" destOrd="0" presId="urn:microsoft.com/office/officeart/2005/8/layout/hierarchy1"/>
    <dgm:cxn modelId="{E269C95E-959D-4D8B-929B-FFFA40AEFC1C}" type="presParOf" srcId="{A435CBD6-4638-4A9B-A56E-DCC5E69DA2BE}" destId="{B1BC2E39-8CEE-41A8-A715-7C4660B5F1CD}" srcOrd="1" destOrd="0" presId="urn:microsoft.com/office/officeart/2005/8/layout/hierarchy1"/>
    <dgm:cxn modelId="{2917F727-CDB3-48C1-8CF4-09C1EEFD4FFA}" type="presParOf" srcId="{B1BC2E39-8CEE-41A8-A715-7C4660B5F1CD}" destId="{E56AB16F-CBDB-4584-9C4D-63E4DDDA0168}" srcOrd="0" destOrd="0" presId="urn:microsoft.com/office/officeart/2005/8/layout/hierarchy1"/>
    <dgm:cxn modelId="{6450FB34-0C9F-44FA-8F43-81362659E1AE}" type="presParOf" srcId="{E56AB16F-CBDB-4584-9C4D-63E4DDDA0168}" destId="{1D07F5B5-0673-458E-95F1-A79FE516B4BB}" srcOrd="0" destOrd="0" presId="urn:microsoft.com/office/officeart/2005/8/layout/hierarchy1"/>
    <dgm:cxn modelId="{D6543BA5-98AE-41E7-B2B8-E52210177E70}" type="presParOf" srcId="{E56AB16F-CBDB-4584-9C4D-63E4DDDA0168}" destId="{C83AD698-C86E-479D-AC23-5F914700A0AA}" srcOrd="1" destOrd="0" presId="urn:microsoft.com/office/officeart/2005/8/layout/hierarchy1"/>
    <dgm:cxn modelId="{FD3C448C-EDBE-4960-BF40-D4C77B7AC55E}" type="presParOf" srcId="{B1BC2E39-8CEE-41A8-A715-7C4660B5F1CD}" destId="{05FCD4B1-7A4C-401B-8E22-6E990BCE51C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8410394-6222-4214-B5AB-D79C2B1B8CA5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7AD74AA6-9705-4A50-826F-F09B03861868}">
          <dgm:prSet custT="1"/>
          <dgm:spPr/>
          <dgm:t>
            <a:bodyPr/>
            <a:lstStyle/>
            <a:p>
              <a:r>
                <a:rPr lang="en-US" sz="4400" dirty="0"/>
                <a:t>Insertion sort - O(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sz="4400" i="1" smtClean="0">
                          <a:latin typeface="Cambria Math" panose="02040503050406030204" pitchFamily="18" charset="0"/>
                        </a:rPr>
                      </m:ctrlPr>
                    </m:sSupPr>
                    <m:e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𝑛</m:t>
                      </m:r>
                    </m:e>
                    <m: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</m:oMath>
              </a14:m>
              <a:r>
                <a:rPr lang="en-US" sz="4400" dirty="0"/>
                <a:t>)</a:t>
              </a:r>
            </a:p>
          </dgm:t>
        </dgm:pt>
      </mc:Choice>
      <mc:Fallback>
        <dgm:pt modelId="{7AD74AA6-9705-4A50-826F-F09B03861868}">
          <dgm:prSet custT="1"/>
          <dgm:spPr/>
          <dgm:t>
            <a:bodyPr/>
            <a:lstStyle/>
            <a:p>
              <a:r>
                <a:rPr lang="en-US" sz="4400" dirty="0"/>
                <a:t>Insertion sort - O(</a:t>
              </a:r>
              <a:r>
                <a:rPr lang="en-US" sz="4400" b="0" i="0">
                  <a:latin typeface="Cambria Math" panose="02040503050406030204" pitchFamily="18" charset="0"/>
                </a:rPr>
                <a:t>𝑛^2</a:t>
              </a:r>
              <a:r>
                <a:rPr lang="en-US" sz="4400" dirty="0"/>
                <a:t>)</a:t>
              </a:r>
            </a:p>
          </dgm:t>
        </dgm:pt>
      </mc:Fallback>
    </mc:AlternateContent>
    <dgm:pt modelId="{CFAED2FF-69A1-4338-9C65-3B117E1D1B19}" type="parTrans" cxnId="{A62B2FAD-3D08-42CF-AE4E-6B27DC9AE288}">
      <dgm:prSet/>
      <dgm:spPr/>
      <dgm:t>
        <a:bodyPr/>
        <a:lstStyle/>
        <a:p>
          <a:endParaRPr lang="en-US"/>
        </a:p>
      </dgm:t>
    </dgm:pt>
    <dgm:pt modelId="{1D057C7E-78BD-4CB6-BC0F-EB6321253F51}" type="sibTrans" cxnId="{A62B2FAD-3D08-42CF-AE4E-6B27DC9AE288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2424F55F-12B7-4AC2-807F-369971E89394}">
          <dgm:prSet custT="1"/>
          <dgm:spPr/>
          <dgm:t>
            <a:bodyPr/>
            <a:lstStyle/>
            <a:p>
              <a:r>
                <a:rPr lang="en-US" sz="4400" dirty="0"/>
                <a:t>Merge sort – O(</a:t>
              </a:r>
              <a14:m>
                <m:oMath xmlns:m="http://schemas.openxmlformats.org/officeDocument/2006/math">
                  <m:r>
                    <a:rPr lang="en-US" sz="4400" b="0" i="1" smtClean="0">
                      <a:latin typeface="Cambria Math" panose="02040503050406030204" pitchFamily="18" charset="0"/>
                    </a:rPr>
                    <m:t>𝑛</m:t>
                  </m:r>
                  <m:r>
                    <a:rPr lang="en-US" sz="4400" b="0" i="1" smtClean="0">
                      <a:latin typeface="Cambria Math" panose="02040503050406030204" pitchFamily="18" charset="0"/>
                    </a:rPr>
                    <m:t>∗</m:t>
                  </m:r>
                  <m:r>
                    <m:rPr>
                      <m:sty m:val="p"/>
                    </m:rPr>
                    <a:rPr lang="en-US" sz="4400" b="0" i="0" smtClean="0">
                      <a:latin typeface="Cambria Math" panose="02040503050406030204" pitchFamily="18" charset="0"/>
                    </a:rPr>
                    <m:t>log</m:t>
                  </m:r>
                  <m:r>
                    <a:rPr lang="en-US" sz="4400" b="0" i="1" smtClean="0">
                      <a:latin typeface="Cambria Math" panose="02040503050406030204" pitchFamily="18" charset="0"/>
                    </a:rPr>
                    <m:t>⁡(</m:t>
                  </m:r>
                  <m:r>
                    <a:rPr lang="en-US" sz="4400" b="0" i="1" smtClean="0">
                      <a:latin typeface="Cambria Math" panose="02040503050406030204" pitchFamily="18" charset="0"/>
                    </a:rPr>
                    <m:t>𝑛</m:t>
                  </m:r>
                  <m:r>
                    <a:rPr lang="en-US" sz="4400" b="0" i="1" smtClean="0">
                      <a:latin typeface="Cambria Math" panose="02040503050406030204" pitchFamily="18" charset="0"/>
                    </a:rPr>
                    <m:t>)</m:t>
                  </m:r>
                </m:oMath>
              </a14:m>
              <a:r>
                <a:rPr lang="en-US" sz="4400" dirty="0"/>
                <a:t>)</a:t>
              </a:r>
            </a:p>
          </dgm:t>
        </dgm:pt>
      </mc:Choice>
      <mc:Fallback xmlns="">
        <dgm:pt modelId="{2424F55F-12B7-4AC2-807F-369971E89394}">
          <dgm:prSet custT="1"/>
          <dgm:spPr/>
          <dgm:t>
            <a:bodyPr/>
            <a:lstStyle/>
            <a:p>
              <a:r>
                <a:rPr lang="en-US" sz="4400" dirty="0"/>
                <a:t>Merge sort – O(</a:t>
              </a:r>
              <a:r>
                <a:rPr lang="en-US" sz="4400" b="0" i="0">
                  <a:latin typeface="Cambria Math" panose="02040503050406030204" pitchFamily="18" charset="0"/>
                </a:rPr>
                <a:t>𝑛∗log⁡(𝑛)</a:t>
              </a:r>
              <a:r>
                <a:rPr lang="en-US" sz="4400" dirty="0"/>
                <a:t>)</a:t>
              </a:r>
            </a:p>
          </dgm:t>
        </dgm:pt>
      </mc:Fallback>
    </mc:AlternateContent>
    <dgm:pt modelId="{60EA5034-2511-43F4-BE28-3924DD945284}" type="parTrans" cxnId="{EF8098BC-6200-4303-8C6A-84DE52D0C5EA}">
      <dgm:prSet/>
      <dgm:spPr/>
      <dgm:t>
        <a:bodyPr/>
        <a:lstStyle/>
        <a:p>
          <a:endParaRPr lang="en-US"/>
        </a:p>
      </dgm:t>
    </dgm:pt>
    <dgm:pt modelId="{80283791-2E50-4439-A87E-1A566C3CA244}" type="sibTrans" cxnId="{EF8098BC-6200-4303-8C6A-84DE52D0C5EA}">
      <dgm:prSet/>
      <dgm:spPr/>
      <dgm:t>
        <a:bodyPr/>
        <a:lstStyle/>
        <a:p>
          <a:endParaRPr lang="en-US"/>
        </a:p>
      </dgm:t>
    </dgm:pt>
    <dgm:pt modelId="{F78D9865-9FBA-4A68-B76A-34CE83AAEB37}" type="pres">
      <dgm:prSet presAssocID="{38410394-6222-4214-B5AB-D79C2B1B8CA5}" presName="linear" presStyleCnt="0">
        <dgm:presLayoutVars>
          <dgm:animLvl val="lvl"/>
          <dgm:resizeHandles val="exact"/>
        </dgm:presLayoutVars>
      </dgm:prSet>
      <dgm:spPr/>
    </dgm:pt>
    <dgm:pt modelId="{7DECA069-400F-409B-BA38-707F01D875C7}" type="pres">
      <dgm:prSet presAssocID="{7AD74AA6-9705-4A50-826F-F09B0386186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E4B27D8-76EE-4F0D-8F5B-584ACDD4785F}" type="pres">
      <dgm:prSet presAssocID="{1D057C7E-78BD-4CB6-BC0F-EB6321253F51}" presName="spacer" presStyleCnt="0"/>
      <dgm:spPr/>
    </dgm:pt>
    <dgm:pt modelId="{1B21062C-9886-4670-98A4-1907C25DDDE0}" type="pres">
      <dgm:prSet presAssocID="{2424F55F-12B7-4AC2-807F-369971E89394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23D45F7B-3DC7-493A-906F-DB6A38D1CA9A}" type="presOf" srcId="{38410394-6222-4214-B5AB-D79C2B1B8CA5}" destId="{F78D9865-9FBA-4A68-B76A-34CE83AAEB37}" srcOrd="0" destOrd="0" presId="urn:microsoft.com/office/officeart/2005/8/layout/vList2"/>
    <dgm:cxn modelId="{A62B2FAD-3D08-42CF-AE4E-6B27DC9AE288}" srcId="{38410394-6222-4214-B5AB-D79C2B1B8CA5}" destId="{7AD74AA6-9705-4A50-826F-F09B03861868}" srcOrd="0" destOrd="0" parTransId="{CFAED2FF-69A1-4338-9C65-3B117E1D1B19}" sibTransId="{1D057C7E-78BD-4CB6-BC0F-EB6321253F51}"/>
    <dgm:cxn modelId="{EF8098BC-6200-4303-8C6A-84DE52D0C5EA}" srcId="{38410394-6222-4214-B5AB-D79C2B1B8CA5}" destId="{2424F55F-12B7-4AC2-807F-369971E89394}" srcOrd="1" destOrd="0" parTransId="{60EA5034-2511-43F4-BE28-3924DD945284}" sibTransId="{80283791-2E50-4439-A87E-1A566C3CA244}"/>
    <dgm:cxn modelId="{42ACF1BC-338F-4C19-ABDC-41F537C69FDD}" type="presOf" srcId="{2424F55F-12B7-4AC2-807F-369971E89394}" destId="{1B21062C-9886-4670-98A4-1907C25DDDE0}" srcOrd="0" destOrd="0" presId="urn:microsoft.com/office/officeart/2005/8/layout/vList2"/>
    <dgm:cxn modelId="{F18B60FF-EE98-4801-AD57-3EA45A9C4642}" type="presOf" srcId="{7AD74AA6-9705-4A50-826F-F09B03861868}" destId="{7DECA069-400F-409B-BA38-707F01D875C7}" srcOrd="0" destOrd="0" presId="urn:microsoft.com/office/officeart/2005/8/layout/vList2"/>
    <dgm:cxn modelId="{8CE63C7F-B000-420B-9E45-99308AD9B312}" type="presParOf" srcId="{F78D9865-9FBA-4A68-B76A-34CE83AAEB37}" destId="{7DECA069-400F-409B-BA38-707F01D875C7}" srcOrd="0" destOrd="0" presId="urn:microsoft.com/office/officeart/2005/8/layout/vList2"/>
    <dgm:cxn modelId="{BA6D2E24-72CA-4A53-8D51-8F3CC74A86E5}" type="presParOf" srcId="{F78D9865-9FBA-4A68-B76A-34CE83AAEB37}" destId="{BE4B27D8-76EE-4F0D-8F5B-584ACDD4785F}" srcOrd="1" destOrd="0" presId="urn:microsoft.com/office/officeart/2005/8/layout/vList2"/>
    <dgm:cxn modelId="{724C1AA8-D8F6-4F4F-83F2-26341856EB6B}" type="presParOf" srcId="{F78D9865-9FBA-4A68-B76A-34CE83AAEB37}" destId="{1B21062C-9886-4670-98A4-1907C25DDDE0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8410394-6222-4214-B5AB-D79C2B1B8CA5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D74AA6-9705-4A50-826F-F09B03861868}">
      <dgm:prSet custT="1"/>
      <dgm:spPr>
        <a:blipFill>
          <a:blip xmlns:r="http://schemas.openxmlformats.org/officeDocument/2006/relationships" r:embed="rId1"/>
          <a:stretch>
            <a:fillRect l="-1830" b="-4500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CFAED2FF-69A1-4338-9C65-3B117E1D1B19}" type="parTrans" cxnId="{A62B2FAD-3D08-42CF-AE4E-6B27DC9AE288}">
      <dgm:prSet/>
      <dgm:spPr/>
      <dgm:t>
        <a:bodyPr/>
        <a:lstStyle/>
        <a:p>
          <a:endParaRPr lang="en-US"/>
        </a:p>
      </dgm:t>
    </dgm:pt>
    <dgm:pt modelId="{1D057C7E-78BD-4CB6-BC0F-EB6321253F51}" type="sibTrans" cxnId="{A62B2FAD-3D08-42CF-AE4E-6B27DC9AE288}">
      <dgm:prSet/>
      <dgm:spPr/>
      <dgm:t>
        <a:bodyPr/>
        <a:lstStyle/>
        <a:p>
          <a:endParaRPr lang="en-US"/>
        </a:p>
      </dgm:t>
    </dgm:pt>
    <dgm:pt modelId="{2424F55F-12B7-4AC2-807F-369971E89394}">
      <dgm:prSet custT="1"/>
      <dgm:spPr>
        <a:blipFill>
          <a:blip xmlns:r="http://schemas.openxmlformats.org/officeDocument/2006/relationships" r:embed="rId2"/>
          <a:stretch>
            <a:fillRect l="-1830" r="-366" b="-4020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60EA5034-2511-43F4-BE28-3924DD945284}" type="parTrans" cxnId="{EF8098BC-6200-4303-8C6A-84DE52D0C5EA}">
      <dgm:prSet/>
      <dgm:spPr/>
      <dgm:t>
        <a:bodyPr/>
        <a:lstStyle/>
        <a:p>
          <a:endParaRPr lang="en-US"/>
        </a:p>
      </dgm:t>
    </dgm:pt>
    <dgm:pt modelId="{80283791-2E50-4439-A87E-1A566C3CA244}" type="sibTrans" cxnId="{EF8098BC-6200-4303-8C6A-84DE52D0C5EA}">
      <dgm:prSet/>
      <dgm:spPr/>
      <dgm:t>
        <a:bodyPr/>
        <a:lstStyle/>
        <a:p>
          <a:endParaRPr lang="en-US"/>
        </a:p>
      </dgm:t>
    </dgm:pt>
    <dgm:pt modelId="{F78D9865-9FBA-4A68-B76A-34CE83AAEB37}" type="pres">
      <dgm:prSet presAssocID="{38410394-6222-4214-B5AB-D79C2B1B8CA5}" presName="linear" presStyleCnt="0">
        <dgm:presLayoutVars>
          <dgm:animLvl val="lvl"/>
          <dgm:resizeHandles val="exact"/>
        </dgm:presLayoutVars>
      </dgm:prSet>
      <dgm:spPr/>
    </dgm:pt>
    <dgm:pt modelId="{7DECA069-400F-409B-BA38-707F01D875C7}" type="pres">
      <dgm:prSet presAssocID="{7AD74AA6-9705-4A50-826F-F09B0386186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E4B27D8-76EE-4F0D-8F5B-584ACDD4785F}" type="pres">
      <dgm:prSet presAssocID="{1D057C7E-78BD-4CB6-BC0F-EB6321253F51}" presName="spacer" presStyleCnt="0"/>
      <dgm:spPr/>
    </dgm:pt>
    <dgm:pt modelId="{1B21062C-9886-4670-98A4-1907C25DDDE0}" type="pres">
      <dgm:prSet presAssocID="{2424F55F-12B7-4AC2-807F-369971E89394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23D45F7B-3DC7-493A-906F-DB6A38D1CA9A}" type="presOf" srcId="{38410394-6222-4214-B5AB-D79C2B1B8CA5}" destId="{F78D9865-9FBA-4A68-B76A-34CE83AAEB37}" srcOrd="0" destOrd="0" presId="urn:microsoft.com/office/officeart/2005/8/layout/vList2"/>
    <dgm:cxn modelId="{A62B2FAD-3D08-42CF-AE4E-6B27DC9AE288}" srcId="{38410394-6222-4214-B5AB-D79C2B1B8CA5}" destId="{7AD74AA6-9705-4A50-826F-F09B03861868}" srcOrd="0" destOrd="0" parTransId="{CFAED2FF-69A1-4338-9C65-3B117E1D1B19}" sibTransId="{1D057C7E-78BD-4CB6-BC0F-EB6321253F51}"/>
    <dgm:cxn modelId="{EF8098BC-6200-4303-8C6A-84DE52D0C5EA}" srcId="{38410394-6222-4214-B5AB-D79C2B1B8CA5}" destId="{2424F55F-12B7-4AC2-807F-369971E89394}" srcOrd="1" destOrd="0" parTransId="{60EA5034-2511-43F4-BE28-3924DD945284}" sibTransId="{80283791-2E50-4439-A87E-1A566C3CA244}"/>
    <dgm:cxn modelId="{42ACF1BC-338F-4C19-ABDC-41F537C69FDD}" type="presOf" srcId="{2424F55F-12B7-4AC2-807F-369971E89394}" destId="{1B21062C-9886-4670-98A4-1907C25DDDE0}" srcOrd="0" destOrd="0" presId="urn:microsoft.com/office/officeart/2005/8/layout/vList2"/>
    <dgm:cxn modelId="{F18B60FF-EE98-4801-AD57-3EA45A9C4642}" type="presOf" srcId="{7AD74AA6-9705-4A50-826F-F09B03861868}" destId="{7DECA069-400F-409B-BA38-707F01D875C7}" srcOrd="0" destOrd="0" presId="urn:microsoft.com/office/officeart/2005/8/layout/vList2"/>
    <dgm:cxn modelId="{8CE63C7F-B000-420B-9E45-99308AD9B312}" type="presParOf" srcId="{F78D9865-9FBA-4A68-B76A-34CE83AAEB37}" destId="{7DECA069-400F-409B-BA38-707F01D875C7}" srcOrd="0" destOrd="0" presId="urn:microsoft.com/office/officeart/2005/8/layout/vList2"/>
    <dgm:cxn modelId="{BA6D2E24-72CA-4A53-8D51-8F3CC74A86E5}" type="presParOf" srcId="{F78D9865-9FBA-4A68-B76A-34CE83AAEB37}" destId="{BE4B27D8-76EE-4F0D-8F5B-584ACDD4785F}" srcOrd="1" destOrd="0" presId="urn:microsoft.com/office/officeart/2005/8/layout/vList2"/>
    <dgm:cxn modelId="{724C1AA8-D8F6-4F4F-83F2-26341856EB6B}" type="presParOf" srcId="{F78D9865-9FBA-4A68-B76A-34CE83AAEB37}" destId="{1B21062C-9886-4670-98A4-1907C25DDDE0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D7F18D6-22C8-41AA-BD6A-A15BED36E0DE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7926C54-4CF5-4478-9148-00CF5F6C8FF6}">
      <dgm:prSet/>
      <dgm:spPr/>
      <dgm:t>
        <a:bodyPr/>
        <a:lstStyle/>
        <a:p>
          <a:r>
            <a:rPr lang="en-US"/>
            <a:t>Insertion sort</a:t>
          </a:r>
        </a:p>
      </dgm:t>
    </dgm:pt>
    <dgm:pt modelId="{7E314ADF-71A3-4F18-A3F2-9A3D20ED17B5}" type="parTrans" cxnId="{4828438C-67AE-49B7-BC64-EBC93C0B2B3E}">
      <dgm:prSet/>
      <dgm:spPr/>
      <dgm:t>
        <a:bodyPr/>
        <a:lstStyle/>
        <a:p>
          <a:endParaRPr lang="en-US"/>
        </a:p>
      </dgm:t>
    </dgm:pt>
    <dgm:pt modelId="{7891A973-E99B-45B4-89D2-A6181C7D1F44}" type="sibTrans" cxnId="{4828438C-67AE-49B7-BC64-EBC93C0B2B3E}">
      <dgm:prSet/>
      <dgm:spPr/>
      <dgm:t>
        <a:bodyPr/>
        <a:lstStyle/>
        <a:p>
          <a:endParaRPr lang="en-US"/>
        </a:p>
      </dgm:t>
    </dgm:pt>
    <dgm:pt modelId="{E50E2B92-DCE3-42B8-8CB6-76F25B4AF169}">
      <dgm:prSet/>
      <dgm:spPr/>
      <dgm:t>
        <a:bodyPr/>
        <a:lstStyle/>
        <a:p>
          <a:endParaRPr lang="en-US" dirty="0"/>
        </a:p>
      </dgm:t>
    </dgm:pt>
    <dgm:pt modelId="{FEC6CEC6-B23B-43B7-A9E7-9FCF96F0349E}" type="parTrans" cxnId="{9952A282-E904-4AF4-BCBE-1554E5DA771A}">
      <dgm:prSet/>
      <dgm:spPr/>
      <dgm:t>
        <a:bodyPr/>
        <a:lstStyle/>
        <a:p>
          <a:endParaRPr lang="en-US"/>
        </a:p>
      </dgm:t>
    </dgm:pt>
    <dgm:pt modelId="{7A566CA2-834F-4406-9623-F7A8D863C3E1}" type="sibTrans" cxnId="{9952A282-E904-4AF4-BCBE-1554E5DA771A}">
      <dgm:prSet/>
      <dgm:spPr/>
      <dgm:t>
        <a:bodyPr/>
        <a:lstStyle/>
        <a:p>
          <a:endParaRPr lang="en-US"/>
        </a:p>
      </dgm:t>
    </dgm:pt>
    <dgm:pt modelId="{5B66D8A0-379E-4342-A838-84A5239B0A20}">
      <dgm:prSet/>
      <dgm:spPr/>
      <dgm:t>
        <a:bodyPr/>
        <a:lstStyle/>
        <a:p>
          <a:r>
            <a:rPr lang="en-US"/>
            <a:t>Efficient for small datasets</a:t>
          </a:r>
        </a:p>
      </dgm:t>
    </dgm:pt>
    <dgm:pt modelId="{F3889BFB-E48E-42CD-850D-E43038A4EEA4}" type="parTrans" cxnId="{3810F60D-4329-42F1-B117-F04024AFD6D3}">
      <dgm:prSet/>
      <dgm:spPr/>
      <dgm:t>
        <a:bodyPr/>
        <a:lstStyle/>
        <a:p>
          <a:endParaRPr lang="en-US"/>
        </a:p>
      </dgm:t>
    </dgm:pt>
    <dgm:pt modelId="{3AAB5BEC-6267-4CB9-B007-A3BAA10536DB}" type="sibTrans" cxnId="{3810F60D-4329-42F1-B117-F04024AFD6D3}">
      <dgm:prSet/>
      <dgm:spPr/>
      <dgm:t>
        <a:bodyPr/>
        <a:lstStyle/>
        <a:p>
          <a:endParaRPr lang="en-US"/>
        </a:p>
      </dgm:t>
    </dgm:pt>
    <dgm:pt modelId="{3776C93A-87F8-4F99-85F9-73C8CA402D7A}">
      <dgm:prSet/>
      <dgm:spPr/>
      <dgm:t>
        <a:bodyPr/>
        <a:lstStyle/>
        <a:p>
          <a:r>
            <a:rPr lang="en-US"/>
            <a:t>Low memory usage</a:t>
          </a:r>
        </a:p>
      </dgm:t>
    </dgm:pt>
    <dgm:pt modelId="{71D19022-607D-448A-88A1-34FE6056B715}" type="parTrans" cxnId="{9C7123AF-CFDA-4FFE-9F71-A9A9E10110EC}">
      <dgm:prSet/>
      <dgm:spPr/>
      <dgm:t>
        <a:bodyPr/>
        <a:lstStyle/>
        <a:p>
          <a:endParaRPr lang="en-US"/>
        </a:p>
      </dgm:t>
    </dgm:pt>
    <dgm:pt modelId="{7838E422-E0E2-4F08-9902-345BCF65FE0A}" type="sibTrans" cxnId="{9C7123AF-CFDA-4FFE-9F71-A9A9E10110EC}">
      <dgm:prSet/>
      <dgm:spPr/>
      <dgm:t>
        <a:bodyPr/>
        <a:lstStyle/>
        <a:p>
          <a:endParaRPr lang="en-US"/>
        </a:p>
      </dgm:t>
    </dgm:pt>
    <dgm:pt modelId="{D0B0BD52-6504-4CD2-8523-85E9CEC76E93}">
      <dgm:prSet/>
      <dgm:spPr/>
      <dgm:t>
        <a:bodyPr/>
        <a:lstStyle/>
        <a:p>
          <a:r>
            <a:rPr lang="en-US" dirty="0"/>
            <a:t>Stable</a:t>
          </a:r>
        </a:p>
      </dgm:t>
    </dgm:pt>
    <dgm:pt modelId="{98C1525B-6588-4B4A-B8E3-408BC3081F3C}" type="parTrans" cxnId="{F99E01A6-3582-4FD0-97D1-63F9B316FA09}">
      <dgm:prSet/>
      <dgm:spPr/>
      <dgm:t>
        <a:bodyPr/>
        <a:lstStyle/>
        <a:p>
          <a:endParaRPr lang="en-US"/>
        </a:p>
      </dgm:t>
    </dgm:pt>
    <dgm:pt modelId="{0E4A5C77-CD12-40EA-8A45-3891A4683670}" type="sibTrans" cxnId="{F99E01A6-3582-4FD0-97D1-63F9B316FA09}">
      <dgm:prSet/>
      <dgm:spPr/>
      <dgm:t>
        <a:bodyPr/>
        <a:lstStyle/>
        <a:p>
          <a:endParaRPr lang="en-US"/>
        </a:p>
      </dgm:t>
    </dgm:pt>
    <dgm:pt modelId="{48598301-680A-493F-B65F-83991832E049}">
      <dgm:prSet/>
      <dgm:spPr/>
      <dgm:t>
        <a:bodyPr/>
        <a:lstStyle/>
        <a:p>
          <a:r>
            <a:rPr lang="en-US"/>
            <a:t>Merge sort</a:t>
          </a:r>
        </a:p>
      </dgm:t>
    </dgm:pt>
    <dgm:pt modelId="{42C6481B-F157-4B67-BA90-0A0B794BC719}" type="parTrans" cxnId="{A4EC5627-6B03-4595-AA3C-EE4E86C2B5C4}">
      <dgm:prSet/>
      <dgm:spPr/>
      <dgm:t>
        <a:bodyPr/>
        <a:lstStyle/>
        <a:p>
          <a:endParaRPr lang="en-US"/>
        </a:p>
      </dgm:t>
    </dgm:pt>
    <dgm:pt modelId="{F4870361-D655-41BA-A5CC-934D98C05431}" type="sibTrans" cxnId="{A4EC5627-6B03-4595-AA3C-EE4E86C2B5C4}">
      <dgm:prSet/>
      <dgm:spPr/>
      <dgm:t>
        <a:bodyPr/>
        <a:lstStyle/>
        <a:p>
          <a:endParaRPr lang="en-US"/>
        </a:p>
      </dgm:t>
    </dgm:pt>
    <dgm:pt modelId="{0D1E6491-4DB2-474D-B018-7D781F226E27}">
      <dgm:prSet/>
      <dgm:spPr/>
      <dgm:t>
        <a:bodyPr/>
        <a:lstStyle/>
        <a:p>
          <a:r>
            <a:rPr lang="en-US"/>
            <a:t>Efficient for large datasets</a:t>
          </a:r>
        </a:p>
      </dgm:t>
    </dgm:pt>
    <dgm:pt modelId="{29676528-DAA8-492A-8F51-A14B265C67E1}" type="parTrans" cxnId="{D52514BA-0E1B-4938-9C64-2E2C081E1DCB}">
      <dgm:prSet/>
      <dgm:spPr/>
      <dgm:t>
        <a:bodyPr/>
        <a:lstStyle/>
        <a:p>
          <a:endParaRPr lang="en-US"/>
        </a:p>
      </dgm:t>
    </dgm:pt>
    <dgm:pt modelId="{58C90330-854A-4DF5-8AF9-7BB5E3E236E8}" type="sibTrans" cxnId="{D52514BA-0E1B-4938-9C64-2E2C081E1DCB}">
      <dgm:prSet/>
      <dgm:spPr/>
      <dgm:t>
        <a:bodyPr/>
        <a:lstStyle/>
        <a:p>
          <a:endParaRPr lang="en-US"/>
        </a:p>
      </dgm:t>
    </dgm:pt>
    <dgm:pt modelId="{AA517F4F-5C9B-481B-AABC-A7E07ED6559D}">
      <dgm:prSet/>
      <dgm:spPr/>
      <dgm:t>
        <a:bodyPr/>
        <a:lstStyle/>
        <a:p>
          <a:r>
            <a:rPr lang="en-US"/>
            <a:t>Uses extra memory</a:t>
          </a:r>
        </a:p>
      </dgm:t>
    </dgm:pt>
    <dgm:pt modelId="{C88245F0-6055-4F74-B09D-27DCBC7DE080}" type="parTrans" cxnId="{4B03E043-4EC5-41B2-92EB-887998FEB32B}">
      <dgm:prSet/>
      <dgm:spPr/>
      <dgm:t>
        <a:bodyPr/>
        <a:lstStyle/>
        <a:p>
          <a:endParaRPr lang="en-US"/>
        </a:p>
      </dgm:t>
    </dgm:pt>
    <dgm:pt modelId="{B65D99B8-4201-46CF-8C1D-F1289B5A745B}" type="sibTrans" cxnId="{4B03E043-4EC5-41B2-92EB-887998FEB32B}">
      <dgm:prSet/>
      <dgm:spPr/>
      <dgm:t>
        <a:bodyPr/>
        <a:lstStyle/>
        <a:p>
          <a:endParaRPr lang="en-US"/>
        </a:p>
      </dgm:t>
    </dgm:pt>
    <dgm:pt modelId="{8CF6B74A-F9FF-4E02-842B-0D1A0414A42E}">
      <dgm:prSet/>
      <dgm:spPr/>
      <dgm:t>
        <a:bodyPr/>
        <a:lstStyle/>
        <a:p>
          <a:r>
            <a:rPr lang="en-US"/>
            <a:t>Stable</a:t>
          </a:r>
        </a:p>
      </dgm:t>
    </dgm:pt>
    <dgm:pt modelId="{CD96CE6F-14CB-44A5-B252-5184517768F5}" type="parTrans" cxnId="{67BDEDEB-6E1E-4FE9-B503-F80BBE0442AF}">
      <dgm:prSet/>
      <dgm:spPr/>
      <dgm:t>
        <a:bodyPr/>
        <a:lstStyle/>
        <a:p>
          <a:endParaRPr lang="en-US"/>
        </a:p>
      </dgm:t>
    </dgm:pt>
    <dgm:pt modelId="{9C75A29E-B91C-4F6E-8E6A-C8572EF8D110}" type="sibTrans" cxnId="{67BDEDEB-6E1E-4FE9-B503-F80BBE0442AF}">
      <dgm:prSet/>
      <dgm:spPr/>
      <dgm:t>
        <a:bodyPr/>
        <a:lstStyle/>
        <a:p>
          <a:endParaRPr lang="en-US"/>
        </a:p>
      </dgm:t>
    </dgm:pt>
    <dgm:pt modelId="{75256B0B-9534-451D-92BD-C98FDC5302CB}" type="pres">
      <dgm:prSet presAssocID="{ED7F18D6-22C8-41AA-BD6A-A15BED36E0DE}" presName="Name0" presStyleCnt="0">
        <dgm:presLayoutVars>
          <dgm:dir/>
          <dgm:animLvl val="lvl"/>
          <dgm:resizeHandles val="exact"/>
        </dgm:presLayoutVars>
      </dgm:prSet>
      <dgm:spPr/>
    </dgm:pt>
    <dgm:pt modelId="{9B6B45C2-3EB6-44D7-89CE-D76699809074}" type="pres">
      <dgm:prSet presAssocID="{D7926C54-4CF5-4478-9148-00CF5F6C8FF6}" presName="linNode" presStyleCnt="0"/>
      <dgm:spPr/>
    </dgm:pt>
    <dgm:pt modelId="{69CDAC79-9964-459D-964F-A0EA04A4879D}" type="pres">
      <dgm:prSet presAssocID="{D7926C54-4CF5-4478-9148-00CF5F6C8FF6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CECD63E5-4F66-4B0C-B068-CED9952E9D5A}" type="pres">
      <dgm:prSet presAssocID="{D7926C54-4CF5-4478-9148-00CF5F6C8FF6}" presName="descendantText" presStyleLbl="alignAccFollowNode1" presStyleIdx="0" presStyleCnt="2">
        <dgm:presLayoutVars>
          <dgm:bulletEnabled val="1"/>
        </dgm:presLayoutVars>
      </dgm:prSet>
      <dgm:spPr/>
    </dgm:pt>
    <dgm:pt modelId="{6A886D8E-06E1-429C-9EFB-910DF19CA432}" type="pres">
      <dgm:prSet presAssocID="{7891A973-E99B-45B4-89D2-A6181C7D1F44}" presName="sp" presStyleCnt="0"/>
      <dgm:spPr/>
    </dgm:pt>
    <dgm:pt modelId="{C1C6FF86-21A7-481F-8107-6C1FF3CFC9E0}" type="pres">
      <dgm:prSet presAssocID="{48598301-680A-493F-B65F-83991832E049}" presName="linNode" presStyleCnt="0"/>
      <dgm:spPr/>
    </dgm:pt>
    <dgm:pt modelId="{AE510EC4-BC54-461A-9F0C-6BA945AF9BD8}" type="pres">
      <dgm:prSet presAssocID="{48598301-680A-493F-B65F-83991832E049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32F56358-AB68-4D88-B7B7-797F38FAB7E6}" type="pres">
      <dgm:prSet presAssocID="{48598301-680A-493F-B65F-83991832E049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35ECD105-8EC6-473C-93BC-277F6FE5308C}" type="presOf" srcId="{0D1E6491-4DB2-474D-B018-7D781F226E27}" destId="{32F56358-AB68-4D88-B7B7-797F38FAB7E6}" srcOrd="0" destOrd="0" presId="urn:microsoft.com/office/officeart/2005/8/layout/vList5"/>
    <dgm:cxn modelId="{3810F60D-4329-42F1-B117-F04024AFD6D3}" srcId="{D7926C54-4CF5-4478-9148-00CF5F6C8FF6}" destId="{5B66D8A0-379E-4342-A838-84A5239B0A20}" srcOrd="1" destOrd="0" parTransId="{F3889BFB-E48E-42CD-850D-E43038A4EEA4}" sibTransId="{3AAB5BEC-6267-4CB9-B007-A3BAA10536DB}"/>
    <dgm:cxn modelId="{2CD0490E-992E-4223-9495-D4B83344817E}" type="presOf" srcId="{3776C93A-87F8-4F99-85F9-73C8CA402D7A}" destId="{CECD63E5-4F66-4B0C-B068-CED9952E9D5A}" srcOrd="0" destOrd="2" presId="urn:microsoft.com/office/officeart/2005/8/layout/vList5"/>
    <dgm:cxn modelId="{A4EC5627-6B03-4595-AA3C-EE4E86C2B5C4}" srcId="{ED7F18D6-22C8-41AA-BD6A-A15BED36E0DE}" destId="{48598301-680A-493F-B65F-83991832E049}" srcOrd="1" destOrd="0" parTransId="{42C6481B-F157-4B67-BA90-0A0B794BC719}" sibTransId="{F4870361-D655-41BA-A5CC-934D98C05431}"/>
    <dgm:cxn modelId="{FBA15F5E-7923-4DB4-B340-CF319F8E9729}" type="presOf" srcId="{D0B0BD52-6504-4CD2-8523-85E9CEC76E93}" destId="{CECD63E5-4F66-4B0C-B068-CED9952E9D5A}" srcOrd="0" destOrd="3" presId="urn:microsoft.com/office/officeart/2005/8/layout/vList5"/>
    <dgm:cxn modelId="{4B03E043-4EC5-41B2-92EB-887998FEB32B}" srcId="{48598301-680A-493F-B65F-83991832E049}" destId="{AA517F4F-5C9B-481B-AABC-A7E07ED6559D}" srcOrd="1" destOrd="0" parTransId="{C88245F0-6055-4F74-B09D-27DCBC7DE080}" sibTransId="{B65D99B8-4201-46CF-8C1D-F1289B5A745B}"/>
    <dgm:cxn modelId="{F1F87470-C157-4B20-A95F-D030227408A0}" type="presOf" srcId="{48598301-680A-493F-B65F-83991832E049}" destId="{AE510EC4-BC54-461A-9F0C-6BA945AF9BD8}" srcOrd="0" destOrd="0" presId="urn:microsoft.com/office/officeart/2005/8/layout/vList5"/>
    <dgm:cxn modelId="{33FE4E54-5EE3-4A8D-9BD7-DC2EB9C5052D}" type="presOf" srcId="{D7926C54-4CF5-4478-9148-00CF5F6C8FF6}" destId="{69CDAC79-9964-459D-964F-A0EA04A4879D}" srcOrd="0" destOrd="0" presId="urn:microsoft.com/office/officeart/2005/8/layout/vList5"/>
    <dgm:cxn modelId="{78F4E95A-CB3E-47DF-B055-90A24628836D}" type="presOf" srcId="{ED7F18D6-22C8-41AA-BD6A-A15BED36E0DE}" destId="{75256B0B-9534-451D-92BD-C98FDC5302CB}" srcOrd="0" destOrd="0" presId="urn:microsoft.com/office/officeart/2005/8/layout/vList5"/>
    <dgm:cxn modelId="{25F49E7F-6D42-40A8-B088-56797EAAF2D4}" type="presOf" srcId="{E50E2B92-DCE3-42B8-8CB6-76F25B4AF169}" destId="{CECD63E5-4F66-4B0C-B068-CED9952E9D5A}" srcOrd="0" destOrd="0" presId="urn:microsoft.com/office/officeart/2005/8/layout/vList5"/>
    <dgm:cxn modelId="{9952A282-E904-4AF4-BCBE-1554E5DA771A}" srcId="{D7926C54-4CF5-4478-9148-00CF5F6C8FF6}" destId="{E50E2B92-DCE3-42B8-8CB6-76F25B4AF169}" srcOrd="0" destOrd="0" parTransId="{FEC6CEC6-B23B-43B7-A9E7-9FCF96F0349E}" sibTransId="{7A566CA2-834F-4406-9623-F7A8D863C3E1}"/>
    <dgm:cxn modelId="{4828438C-67AE-49B7-BC64-EBC93C0B2B3E}" srcId="{ED7F18D6-22C8-41AA-BD6A-A15BED36E0DE}" destId="{D7926C54-4CF5-4478-9148-00CF5F6C8FF6}" srcOrd="0" destOrd="0" parTransId="{7E314ADF-71A3-4F18-A3F2-9A3D20ED17B5}" sibTransId="{7891A973-E99B-45B4-89D2-A6181C7D1F44}"/>
    <dgm:cxn modelId="{8D56129A-EB28-48E1-A972-E32BF1270421}" type="presOf" srcId="{AA517F4F-5C9B-481B-AABC-A7E07ED6559D}" destId="{32F56358-AB68-4D88-B7B7-797F38FAB7E6}" srcOrd="0" destOrd="1" presId="urn:microsoft.com/office/officeart/2005/8/layout/vList5"/>
    <dgm:cxn modelId="{F99E01A6-3582-4FD0-97D1-63F9B316FA09}" srcId="{D7926C54-4CF5-4478-9148-00CF5F6C8FF6}" destId="{D0B0BD52-6504-4CD2-8523-85E9CEC76E93}" srcOrd="3" destOrd="0" parTransId="{98C1525B-6588-4B4A-B8E3-408BC3081F3C}" sibTransId="{0E4A5C77-CD12-40EA-8A45-3891A4683670}"/>
    <dgm:cxn modelId="{52FD45A6-E1CF-4CD2-8808-C799EA66F791}" type="presOf" srcId="{5B66D8A0-379E-4342-A838-84A5239B0A20}" destId="{CECD63E5-4F66-4B0C-B068-CED9952E9D5A}" srcOrd="0" destOrd="1" presId="urn:microsoft.com/office/officeart/2005/8/layout/vList5"/>
    <dgm:cxn modelId="{9C7123AF-CFDA-4FFE-9F71-A9A9E10110EC}" srcId="{D7926C54-4CF5-4478-9148-00CF5F6C8FF6}" destId="{3776C93A-87F8-4F99-85F9-73C8CA402D7A}" srcOrd="2" destOrd="0" parTransId="{71D19022-607D-448A-88A1-34FE6056B715}" sibTransId="{7838E422-E0E2-4F08-9902-345BCF65FE0A}"/>
    <dgm:cxn modelId="{D52514BA-0E1B-4938-9C64-2E2C081E1DCB}" srcId="{48598301-680A-493F-B65F-83991832E049}" destId="{0D1E6491-4DB2-474D-B018-7D781F226E27}" srcOrd="0" destOrd="0" parTransId="{29676528-DAA8-492A-8F51-A14B265C67E1}" sibTransId="{58C90330-854A-4DF5-8AF9-7BB5E3E236E8}"/>
    <dgm:cxn modelId="{4723FCC4-FAB7-45F2-8FF9-DA75E9EE7EB0}" type="presOf" srcId="{8CF6B74A-F9FF-4E02-842B-0D1A0414A42E}" destId="{32F56358-AB68-4D88-B7B7-797F38FAB7E6}" srcOrd="0" destOrd="2" presId="urn:microsoft.com/office/officeart/2005/8/layout/vList5"/>
    <dgm:cxn modelId="{67BDEDEB-6E1E-4FE9-B503-F80BBE0442AF}" srcId="{48598301-680A-493F-B65F-83991832E049}" destId="{8CF6B74A-F9FF-4E02-842B-0D1A0414A42E}" srcOrd="2" destOrd="0" parTransId="{CD96CE6F-14CB-44A5-B252-5184517768F5}" sibTransId="{9C75A29E-B91C-4F6E-8E6A-C8572EF8D110}"/>
    <dgm:cxn modelId="{4DB26D26-A823-4CE2-BBEE-AB533D0BF1A5}" type="presParOf" srcId="{75256B0B-9534-451D-92BD-C98FDC5302CB}" destId="{9B6B45C2-3EB6-44D7-89CE-D76699809074}" srcOrd="0" destOrd="0" presId="urn:microsoft.com/office/officeart/2005/8/layout/vList5"/>
    <dgm:cxn modelId="{1376B93C-26F8-414E-A00D-A8529223467C}" type="presParOf" srcId="{9B6B45C2-3EB6-44D7-89CE-D76699809074}" destId="{69CDAC79-9964-459D-964F-A0EA04A4879D}" srcOrd="0" destOrd="0" presId="urn:microsoft.com/office/officeart/2005/8/layout/vList5"/>
    <dgm:cxn modelId="{2BEF291D-37B6-4F5F-80D6-F59DE957F821}" type="presParOf" srcId="{9B6B45C2-3EB6-44D7-89CE-D76699809074}" destId="{CECD63E5-4F66-4B0C-B068-CED9952E9D5A}" srcOrd="1" destOrd="0" presId="urn:microsoft.com/office/officeart/2005/8/layout/vList5"/>
    <dgm:cxn modelId="{2DF36B07-80FA-48F0-AB46-6F86E5071350}" type="presParOf" srcId="{75256B0B-9534-451D-92BD-C98FDC5302CB}" destId="{6A886D8E-06E1-429C-9EFB-910DF19CA432}" srcOrd="1" destOrd="0" presId="urn:microsoft.com/office/officeart/2005/8/layout/vList5"/>
    <dgm:cxn modelId="{BAE45731-075D-4C03-B89A-71676A07785F}" type="presParOf" srcId="{75256B0B-9534-451D-92BD-C98FDC5302CB}" destId="{C1C6FF86-21A7-481F-8107-6C1FF3CFC9E0}" srcOrd="2" destOrd="0" presId="urn:microsoft.com/office/officeart/2005/8/layout/vList5"/>
    <dgm:cxn modelId="{8B02C860-747F-4F72-9E29-8A86F5D973B1}" type="presParOf" srcId="{C1C6FF86-21A7-481F-8107-6C1FF3CFC9E0}" destId="{AE510EC4-BC54-461A-9F0C-6BA945AF9BD8}" srcOrd="0" destOrd="0" presId="urn:microsoft.com/office/officeart/2005/8/layout/vList5"/>
    <dgm:cxn modelId="{822954F5-6487-4DD5-A97A-7BC546344D34}" type="presParOf" srcId="{C1C6FF86-21A7-481F-8107-6C1FF3CFC9E0}" destId="{32F56358-AB68-4D88-B7B7-797F38FAB7E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5A01D36-B53F-41A2-8691-802EC8BBBDC8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DA55660-6867-4EEF-AEC1-C84492A5BDF9}">
      <dgm:prSet/>
      <dgm:spPr/>
      <dgm:t>
        <a:bodyPr/>
        <a:lstStyle/>
        <a:p>
          <a:r>
            <a:rPr lang="en-US"/>
            <a:t>Min heap</a:t>
          </a:r>
        </a:p>
      </dgm:t>
    </dgm:pt>
    <dgm:pt modelId="{6DA3A9EA-DAAB-4287-AE3F-993E2F9AAFF1}" type="parTrans" cxnId="{8E16BCFC-3AE1-4CD2-A421-B82126DCDEDF}">
      <dgm:prSet/>
      <dgm:spPr/>
      <dgm:t>
        <a:bodyPr/>
        <a:lstStyle/>
        <a:p>
          <a:endParaRPr lang="en-US"/>
        </a:p>
      </dgm:t>
    </dgm:pt>
    <dgm:pt modelId="{9271DAC4-7E8A-4052-B811-C8B307CFBBB9}" type="sibTrans" cxnId="{8E16BCFC-3AE1-4CD2-A421-B82126DCDEDF}">
      <dgm:prSet/>
      <dgm:spPr/>
      <dgm:t>
        <a:bodyPr/>
        <a:lstStyle/>
        <a:p>
          <a:endParaRPr lang="en-US"/>
        </a:p>
      </dgm:t>
    </dgm:pt>
    <dgm:pt modelId="{BE63C140-7FE1-4C0D-9450-5D1EE032E562}">
      <dgm:prSet/>
      <dgm:spPr/>
      <dgm:t>
        <a:bodyPr/>
        <a:lstStyle/>
        <a:p>
          <a:r>
            <a:rPr lang="en-US"/>
            <a:t>Max heap</a:t>
          </a:r>
        </a:p>
      </dgm:t>
    </dgm:pt>
    <dgm:pt modelId="{D594357A-D44C-4FB2-AE0D-667981037749}" type="parTrans" cxnId="{16A9A457-75AF-4BDB-9B96-70DFCCEF50DF}">
      <dgm:prSet/>
      <dgm:spPr/>
      <dgm:t>
        <a:bodyPr/>
        <a:lstStyle/>
        <a:p>
          <a:endParaRPr lang="en-US"/>
        </a:p>
      </dgm:t>
    </dgm:pt>
    <dgm:pt modelId="{459D1E52-1963-463E-A85B-EA538CFB4055}" type="sibTrans" cxnId="{16A9A457-75AF-4BDB-9B96-70DFCCEF50DF}">
      <dgm:prSet/>
      <dgm:spPr/>
      <dgm:t>
        <a:bodyPr/>
        <a:lstStyle/>
        <a:p>
          <a:endParaRPr lang="en-US"/>
        </a:p>
      </dgm:t>
    </dgm:pt>
    <dgm:pt modelId="{D4BDC834-9749-43DC-BB37-FD91911956A5}" type="pres">
      <dgm:prSet presAssocID="{45A01D36-B53F-41A2-8691-802EC8BBBDC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38F781E-5675-4A11-94E2-5B75293763FF}" type="pres">
      <dgm:prSet presAssocID="{3DA55660-6867-4EEF-AEC1-C84492A5BDF9}" presName="hierRoot1" presStyleCnt="0"/>
      <dgm:spPr/>
    </dgm:pt>
    <dgm:pt modelId="{8AB6A26F-D9A4-4A35-AA76-5127BA58E60B}" type="pres">
      <dgm:prSet presAssocID="{3DA55660-6867-4EEF-AEC1-C84492A5BDF9}" presName="composite" presStyleCnt="0"/>
      <dgm:spPr/>
    </dgm:pt>
    <dgm:pt modelId="{D1FF1468-8321-4EC8-B74A-02637D09F0A0}" type="pres">
      <dgm:prSet presAssocID="{3DA55660-6867-4EEF-AEC1-C84492A5BDF9}" presName="background" presStyleLbl="node0" presStyleIdx="0" presStyleCnt="2"/>
      <dgm:spPr/>
    </dgm:pt>
    <dgm:pt modelId="{ED496D36-36AC-4328-810C-D033C91CDAF1}" type="pres">
      <dgm:prSet presAssocID="{3DA55660-6867-4EEF-AEC1-C84492A5BDF9}" presName="text" presStyleLbl="fgAcc0" presStyleIdx="0" presStyleCnt="2">
        <dgm:presLayoutVars>
          <dgm:chPref val="3"/>
        </dgm:presLayoutVars>
      </dgm:prSet>
      <dgm:spPr/>
    </dgm:pt>
    <dgm:pt modelId="{519C9386-8EDF-4958-BA29-41C2FC72906B}" type="pres">
      <dgm:prSet presAssocID="{3DA55660-6867-4EEF-AEC1-C84492A5BDF9}" presName="hierChild2" presStyleCnt="0"/>
      <dgm:spPr/>
    </dgm:pt>
    <dgm:pt modelId="{F64E31A5-2DD0-4A60-8D72-D4CC557113C2}" type="pres">
      <dgm:prSet presAssocID="{BE63C140-7FE1-4C0D-9450-5D1EE032E562}" presName="hierRoot1" presStyleCnt="0"/>
      <dgm:spPr/>
    </dgm:pt>
    <dgm:pt modelId="{262BB801-CCA9-4EE0-ABBA-2E7DB7BC2376}" type="pres">
      <dgm:prSet presAssocID="{BE63C140-7FE1-4C0D-9450-5D1EE032E562}" presName="composite" presStyleCnt="0"/>
      <dgm:spPr/>
    </dgm:pt>
    <dgm:pt modelId="{B60B4683-AD63-4732-9C25-D5EBBCAE7926}" type="pres">
      <dgm:prSet presAssocID="{BE63C140-7FE1-4C0D-9450-5D1EE032E562}" presName="background" presStyleLbl="node0" presStyleIdx="1" presStyleCnt="2"/>
      <dgm:spPr/>
    </dgm:pt>
    <dgm:pt modelId="{BFF6B6A5-9155-43F1-9084-056FED313E7B}" type="pres">
      <dgm:prSet presAssocID="{BE63C140-7FE1-4C0D-9450-5D1EE032E562}" presName="text" presStyleLbl="fgAcc0" presStyleIdx="1" presStyleCnt="2">
        <dgm:presLayoutVars>
          <dgm:chPref val="3"/>
        </dgm:presLayoutVars>
      </dgm:prSet>
      <dgm:spPr/>
    </dgm:pt>
    <dgm:pt modelId="{7322D75A-1C78-4F12-8EAD-B2ADDDCDA5CD}" type="pres">
      <dgm:prSet presAssocID="{BE63C140-7FE1-4C0D-9450-5D1EE032E562}" presName="hierChild2" presStyleCnt="0"/>
      <dgm:spPr/>
    </dgm:pt>
  </dgm:ptLst>
  <dgm:cxnLst>
    <dgm:cxn modelId="{16A9A457-75AF-4BDB-9B96-70DFCCEF50DF}" srcId="{45A01D36-B53F-41A2-8691-802EC8BBBDC8}" destId="{BE63C140-7FE1-4C0D-9450-5D1EE032E562}" srcOrd="1" destOrd="0" parTransId="{D594357A-D44C-4FB2-AE0D-667981037749}" sibTransId="{459D1E52-1963-463E-A85B-EA538CFB4055}"/>
    <dgm:cxn modelId="{FE979381-A993-4D96-9F44-A7176A3FF71E}" type="presOf" srcId="{45A01D36-B53F-41A2-8691-802EC8BBBDC8}" destId="{D4BDC834-9749-43DC-BB37-FD91911956A5}" srcOrd="0" destOrd="0" presId="urn:microsoft.com/office/officeart/2005/8/layout/hierarchy1"/>
    <dgm:cxn modelId="{B9FD308B-B853-4A76-B249-B07AEF819DA8}" type="presOf" srcId="{BE63C140-7FE1-4C0D-9450-5D1EE032E562}" destId="{BFF6B6A5-9155-43F1-9084-056FED313E7B}" srcOrd="0" destOrd="0" presId="urn:microsoft.com/office/officeart/2005/8/layout/hierarchy1"/>
    <dgm:cxn modelId="{947151F2-786F-43E0-B2AD-3489914AE970}" type="presOf" srcId="{3DA55660-6867-4EEF-AEC1-C84492A5BDF9}" destId="{ED496D36-36AC-4328-810C-D033C91CDAF1}" srcOrd="0" destOrd="0" presId="urn:microsoft.com/office/officeart/2005/8/layout/hierarchy1"/>
    <dgm:cxn modelId="{8E16BCFC-3AE1-4CD2-A421-B82126DCDEDF}" srcId="{45A01D36-B53F-41A2-8691-802EC8BBBDC8}" destId="{3DA55660-6867-4EEF-AEC1-C84492A5BDF9}" srcOrd="0" destOrd="0" parTransId="{6DA3A9EA-DAAB-4287-AE3F-993E2F9AAFF1}" sibTransId="{9271DAC4-7E8A-4052-B811-C8B307CFBBB9}"/>
    <dgm:cxn modelId="{940FF61B-0920-45D0-ADF1-C1F4D331DBF0}" type="presParOf" srcId="{D4BDC834-9749-43DC-BB37-FD91911956A5}" destId="{138F781E-5675-4A11-94E2-5B75293763FF}" srcOrd="0" destOrd="0" presId="urn:microsoft.com/office/officeart/2005/8/layout/hierarchy1"/>
    <dgm:cxn modelId="{7FFADD13-C459-448C-B000-54BD084717FD}" type="presParOf" srcId="{138F781E-5675-4A11-94E2-5B75293763FF}" destId="{8AB6A26F-D9A4-4A35-AA76-5127BA58E60B}" srcOrd="0" destOrd="0" presId="urn:microsoft.com/office/officeart/2005/8/layout/hierarchy1"/>
    <dgm:cxn modelId="{91AF1C58-ED4B-44B4-9BB8-7F0AD23A196A}" type="presParOf" srcId="{8AB6A26F-D9A4-4A35-AA76-5127BA58E60B}" destId="{D1FF1468-8321-4EC8-B74A-02637D09F0A0}" srcOrd="0" destOrd="0" presId="urn:microsoft.com/office/officeart/2005/8/layout/hierarchy1"/>
    <dgm:cxn modelId="{173B3319-EF81-4D0B-B0D7-968976B9B43D}" type="presParOf" srcId="{8AB6A26F-D9A4-4A35-AA76-5127BA58E60B}" destId="{ED496D36-36AC-4328-810C-D033C91CDAF1}" srcOrd="1" destOrd="0" presId="urn:microsoft.com/office/officeart/2005/8/layout/hierarchy1"/>
    <dgm:cxn modelId="{E23D90EA-4327-4D36-BCD5-EA419A12DCD8}" type="presParOf" srcId="{138F781E-5675-4A11-94E2-5B75293763FF}" destId="{519C9386-8EDF-4958-BA29-41C2FC72906B}" srcOrd="1" destOrd="0" presId="urn:microsoft.com/office/officeart/2005/8/layout/hierarchy1"/>
    <dgm:cxn modelId="{A4C3457A-3955-49CF-A1EE-7D82F091F90E}" type="presParOf" srcId="{D4BDC834-9749-43DC-BB37-FD91911956A5}" destId="{F64E31A5-2DD0-4A60-8D72-D4CC557113C2}" srcOrd="1" destOrd="0" presId="urn:microsoft.com/office/officeart/2005/8/layout/hierarchy1"/>
    <dgm:cxn modelId="{7373758B-4C27-48FF-AFBC-0507700614B4}" type="presParOf" srcId="{F64E31A5-2DD0-4A60-8D72-D4CC557113C2}" destId="{262BB801-CCA9-4EE0-ABBA-2E7DB7BC2376}" srcOrd="0" destOrd="0" presId="urn:microsoft.com/office/officeart/2005/8/layout/hierarchy1"/>
    <dgm:cxn modelId="{65C1DD91-FB3E-47CC-8FA7-38485A304DCD}" type="presParOf" srcId="{262BB801-CCA9-4EE0-ABBA-2E7DB7BC2376}" destId="{B60B4683-AD63-4732-9C25-D5EBBCAE7926}" srcOrd="0" destOrd="0" presId="urn:microsoft.com/office/officeart/2005/8/layout/hierarchy1"/>
    <dgm:cxn modelId="{03250BB2-5C59-47E9-B49F-44E862CD1B8A}" type="presParOf" srcId="{262BB801-CCA9-4EE0-ABBA-2E7DB7BC2376}" destId="{BFF6B6A5-9155-43F1-9084-056FED313E7B}" srcOrd="1" destOrd="0" presId="urn:microsoft.com/office/officeart/2005/8/layout/hierarchy1"/>
    <dgm:cxn modelId="{470244C2-C3A3-476B-9102-F48E82BEBE0B}" type="presParOf" srcId="{F64E31A5-2DD0-4A60-8D72-D4CC557113C2}" destId="{7322D75A-1C78-4F12-8EAD-B2ADDDCDA5C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13F34B9-E5B2-4EF8-97B8-2D76AF948B10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8057BB-1382-4B3E-BD41-F946A2BE5EBF}">
      <dgm:prSet/>
      <dgm:spPr/>
      <dgm:t>
        <a:bodyPr/>
        <a:lstStyle/>
        <a:p>
          <a:r>
            <a:rPr lang="en-US"/>
            <a:t>A heap is a </a:t>
          </a:r>
          <a:r>
            <a:rPr lang="en-US" b="1"/>
            <a:t>complete binary tree</a:t>
          </a:r>
          <a:endParaRPr lang="en-US"/>
        </a:p>
      </dgm:t>
    </dgm:pt>
    <dgm:pt modelId="{59BBBC86-D039-4912-9199-DCF02A3E486D}" type="parTrans" cxnId="{A687EB9E-A8F4-4B10-933B-E64186F6D899}">
      <dgm:prSet/>
      <dgm:spPr/>
      <dgm:t>
        <a:bodyPr/>
        <a:lstStyle/>
        <a:p>
          <a:endParaRPr lang="en-US"/>
        </a:p>
      </dgm:t>
    </dgm:pt>
    <dgm:pt modelId="{7F549B59-503E-484F-B293-A340A77F28C8}" type="sibTrans" cxnId="{A687EB9E-A8F4-4B10-933B-E64186F6D899}">
      <dgm:prSet/>
      <dgm:spPr/>
      <dgm:t>
        <a:bodyPr/>
        <a:lstStyle/>
        <a:p>
          <a:endParaRPr lang="en-US"/>
        </a:p>
      </dgm:t>
    </dgm:pt>
    <dgm:pt modelId="{4642FD7F-5197-4336-9A5E-99D17CEE3A5D}">
      <dgm:prSet/>
      <dgm:spPr/>
      <dgm:t>
        <a:bodyPr/>
        <a:lstStyle/>
        <a:p>
          <a:r>
            <a:rPr lang="en-US" b="1"/>
            <a:t>“Heapify” </a:t>
          </a:r>
          <a:r>
            <a:rPr lang="en-US"/>
            <a:t>procedure</a:t>
          </a:r>
        </a:p>
      </dgm:t>
    </dgm:pt>
    <dgm:pt modelId="{9749B20C-4C56-4CA4-B2B7-45EDAFEFE3E4}" type="parTrans" cxnId="{568A5BE1-A6AD-4CC7-9FDE-3C4153F02220}">
      <dgm:prSet/>
      <dgm:spPr/>
      <dgm:t>
        <a:bodyPr/>
        <a:lstStyle/>
        <a:p>
          <a:endParaRPr lang="en-US"/>
        </a:p>
      </dgm:t>
    </dgm:pt>
    <dgm:pt modelId="{02E9BA80-CFCD-400F-8E69-9D9A6F8242AE}" type="sibTrans" cxnId="{568A5BE1-A6AD-4CC7-9FDE-3C4153F02220}">
      <dgm:prSet/>
      <dgm:spPr/>
      <dgm:t>
        <a:bodyPr/>
        <a:lstStyle/>
        <a:p>
          <a:endParaRPr lang="en-US"/>
        </a:p>
      </dgm:t>
    </dgm:pt>
    <dgm:pt modelId="{8A38663C-3921-47DD-AE00-7633DFEEBC47}" type="pres">
      <dgm:prSet presAssocID="{613F34B9-E5B2-4EF8-97B8-2D76AF948B1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39690BD-0A00-4D9E-868B-62EEAC62FAFE}" type="pres">
      <dgm:prSet presAssocID="{718057BB-1382-4B3E-BD41-F946A2BE5EBF}" presName="hierRoot1" presStyleCnt="0"/>
      <dgm:spPr/>
    </dgm:pt>
    <dgm:pt modelId="{9B33036D-1FFB-4123-9535-6A44865A4B47}" type="pres">
      <dgm:prSet presAssocID="{718057BB-1382-4B3E-BD41-F946A2BE5EBF}" presName="composite" presStyleCnt="0"/>
      <dgm:spPr/>
    </dgm:pt>
    <dgm:pt modelId="{55EF0568-AAF8-4B64-978E-CC09F0950DBD}" type="pres">
      <dgm:prSet presAssocID="{718057BB-1382-4B3E-BD41-F946A2BE5EBF}" presName="background" presStyleLbl="node0" presStyleIdx="0" presStyleCnt="2"/>
      <dgm:spPr/>
    </dgm:pt>
    <dgm:pt modelId="{F4F93FDC-FF36-4CB8-B83A-FAE319D08635}" type="pres">
      <dgm:prSet presAssocID="{718057BB-1382-4B3E-BD41-F946A2BE5EBF}" presName="text" presStyleLbl="fgAcc0" presStyleIdx="0" presStyleCnt="2">
        <dgm:presLayoutVars>
          <dgm:chPref val="3"/>
        </dgm:presLayoutVars>
      </dgm:prSet>
      <dgm:spPr/>
    </dgm:pt>
    <dgm:pt modelId="{3ADEC13D-AFD3-4548-87FE-D64783A03170}" type="pres">
      <dgm:prSet presAssocID="{718057BB-1382-4B3E-BD41-F946A2BE5EBF}" presName="hierChild2" presStyleCnt="0"/>
      <dgm:spPr/>
    </dgm:pt>
    <dgm:pt modelId="{7A74B82B-5C32-42E3-A70C-3BD0A909669F}" type="pres">
      <dgm:prSet presAssocID="{4642FD7F-5197-4336-9A5E-99D17CEE3A5D}" presName="hierRoot1" presStyleCnt="0"/>
      <dgm:spPr/>
    </dgm:pt>
    <dgm:pt modelId="{DD3A6E2C-AF26-463C-B5F0-492B887FD1C8}" type="pres">
      <dgm:prSet presAssocID="{4642FD7F-5197-4336-9A5E-99D17CEE3A5D}" presName="composite" presStyleCnt="0"/>
      <dgm:spPr/>
    </dgm:pt>
    <dgm:pt modelId="{4D05F994-4EAB-412D-9558-7779BB3BD38E}" type="pres">
      <dgm:prSet presAssocID="{4642FD7F-5197-4336-9A5E-99D17CEE3A5D}" presName="background" presStyleLbl="node0" presStyleIdx="1" presStyleCnt="2"/>
      <dgm:spPr/>
    </dgm:pt>
    <dgm:pt modelId="{B02C84A1-A990-4783-88B3-012F6D667F86}" type="pres">
      <dgm:prSet presAssocID="{4642FD7F-5197-4336-9A5E-99D17CEE3A5D}" presName="text" presStyleLbl="fgAcc0" presStyleIdx="1" presStyleCnt="2">
        <dgm:presLayoutVars>
          <dgm:chPref val="3"/>
        </dgm:presLayoutVars>
      </dgm:prSet>
      <dgm:spPr/>
    </dgm:pt>
    <dgm:pt modelId="{0577FEC8-A7D0-4645-8F03-606AA51E23F7}" type="pres">
      <dgm:prSet presAssocID="{4642FD7F-5197-4336-9A5E-99D17CEE3A5D}" presName="hierChild2" presStyleCnt="0"/>
      <dgm:spPr/>
    </dgm:pt>
  </dgm:ptLst>
  <dgm:cxnLst>
    <dgm:cxn modelId="{07E7DB3F-8668-4EEE-906D-E16304DE4588}" type="presOf" srcId="{718057BB-1382-4B3E-BD41-F946A2BE5EBF}" destId="{F4F93FDC-FF36-4CB8-B83A-FAE319D08635}" srcOrd="0" destOrd="0" presId="urn:microsoft.com/office/officeart/2005/8/layout/hierarchy1"/>
    <dgm:cxn modelId="{3DB1826B-A6EC-4FF5-A85F-2621B501C15C}" type="presOf" srcId="{613F34B9-E5B2-4EF8-97B8-2D76AF948B10}" destId="{8A38663C-3921-47DD-AE00-7633DFEEBC47}" srcOrd="0" destOrd="0" presId="urn:microsoft.com/office/officeart/2005/8/layout/hierarchy1"/>
    <dgm:cxn modelId="{D2618B4C-2005-45FD-A83A-69E77AEB0C6C}" type="presOf" srcId="{4642FD7F-5197-4336-9A5E-99D17CEE3A5D}" destId="{B02C84A1-A990-4783-88B3-012F6D667F86}" srcOrd="0" destOrd="0" presId="urn:microsoft.com/office/officeart/2005/8/layout/hierarchy1"/>
    <dgm:cxn modelId="{A687EB9E-A8F4-4B10-933B-E64186F6D899}" srcId="{613F34B9-E5B2-4EF8-97B8-2D76AF948B10}" destId="{718057BB-1382-4B3E-BD41-F946A2BE5EBF}" srcOrd="0" destOrd="0" parTransId="{59BBBC86-D039-4912-9199-DCF02A3E486D}" sibTransId="{7F549B59-503E-484F-B293-A340A77F28C8}"/>
    <dgm:cxn modelId="{568A5BE1-A6AD-4CC7-9FDE-3C4153F02220}" srcId="{613F34B9-E5B2-4EF8-97B8-2D76AF948B10}" destId="{4642FD7F-5197-4336-9A5E-99D17CEE3A5D}" srcOrd="1" destOrd="0" parTransId="{9749B20C-4C56-4CA4-B2B7-45EDAFEFE3E4}" sibTransId="{02E9BA80-CFCD-400F-8E69-9D9A6F8242AE}"/>
    <dgm:cxn modelId="{8FE7D78F-E5EA-4D2F-9D51-324573BBF412}" type="presParOf" srcId="{8A38663C-3921-47DD-AE00-7633DFEEBC47}" destId="{739690BD-0A00-4D9E-868B-62EEAC62FAFE}" srcOrd="0" destOrd="0" presId="urn:microsoft.com/office/officeart/2005/8/layout/hierarchy1"/>
    <dgm:cxn modelId="{6FC01F8E-58BE-49C9-B336-4A2668364271}" type="presParOf" srcId="{739690BD-0A00-4D9E-868B-62EEAC62FAFE}" destId="{9B33036D-1FFB-4123-9535-6A44865A4B47}" srcOrd="0" destOrd="0" presId="urn:microsoft.com/office/officeart/2005/8/layout/hierarchy1"/>
    <dgm:cxn modelId="{C7955BED-41D0-4E7E-B5CF-79E17E68A59B}" type="presParOf" srcId="{9B33036D-1FFB-4123-9535-6A44865A4B47}" destId="{55EF0568-AAF8-4B64-978E-CC09F0950DBD}" srcOrd="0" destOrd="0" presId="urn:microsoft.com/office/officeart/2005/8/layout/hierarchy1"/>
    <dgm:cxn modelId="{1C514498-5CFC-400A-B317-A8CD7C9F26D6}" type="presParOf" srcId="{9B33036D-1FFB-4123-9535-6A44865A4B47}" destId="{F4F93FDC-FF36-4CB8-B83A-FAE319D08635}" srcOrd="1" destOrd="0" presId="urn:microsoft.com/office/officeart/2005/8/layout/hierarchy1"/>
    <dgm:cxn modelId="{B6C354E7-E8CA-4662-B04D-B17B68EF8864}" type="presParOf" srcId="{739690BD-0A00-4D9E-868B-62EEAC62FAFE}" destId="{3ADEC13D-AFD3-4548-87FE-D64783A03170}" srcOrd="1" destOrd="0" presId="urn:microsoft.com/office/officeart/2005/8/layout/hierarchy1"/>
    <dgm:cxn modelId="{8C9FAD20-68A5-48A3-8879-4F5C9EF7A2E3}" type="presParOf" srcId="{8A38663C-3921-47DD-AE00-7633DFEEBC47}" destId="{7A74B82B-5C32-42E3-A70C-3BD0A909669F}" srcOrd="1" destOrd="0" presId="urn:microsoft.com/office/officeart/2005/8/layout/hierarchy1"/>
    <dgm:cxn modelId="{939534B2-7D5B-4611-B50A-5EFBC7A7EB26}" type="presParOf" srcId="{7A74B82B-5C32-42E3-A70C-3BD0A909669F}" destId="{DD3A6E2C-AF26-463C-B5F0-492B887FD1C8}" srcOrd="0" destOrd="0" presId="urn:microsoft.com/office/officeart/2005/8/layout/hierarchy1"/>
    <dgm:cxn modelId="{768329F7-3025-42FC-8A04-8DC26717F939}" type="presParOf" srcId="{DD3A6E2C-AF26-463C-B5F0-492B887FD1C8}" destId="{4D05F994-4EAB-412D-9558-7779BB3BD38E}" srcOrd="0" destOrd="0" presId="urn:microsoft.com/office/officeart/2005/8/layout/hierarchy1"/>
    <dgm:cxn modelId="{B7D1B9A7-F834-4B98-AFC4-6BC60B675F3F}" type="presParOf" srcId="{DD3A6E2C-AF26-463C-B5F0-492B887FD1C8}" destId="{B02C84A1-A990-4783-88B3-012F6D667F86}" srcOrd="1" destOrd="0" presId="urn:microsoft.com/office/officeart/2005/8/layout/hierarchy1"/>
    <dgm:cxn modelId="{3AC024BB-6683-4AB2-9BA5-3E37E2ED00DB}" type="presParOf" srcId="{7A74B82B-5C32-42E3-A70C-3BD0A909669F}" destId="{0577FEC8-A7D0-4645-8F03-606AA51E23F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4B8514-7F56-40DA-B778-C6AC797505B5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46B0C6-D7EF-4F27-BA38-249BD41D1BAB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 dirty="0"/>
            <a:t>Naive approach  </a:t>
          </a:r>
          <a14:m xmlns:a14="http://schemas.microsoft.com/office/drawing/2010/main">
            <m:oMath xmlns:m="http://schemas.openxmlformats.org/officeDocument/2006/math">
              <m:r>
                <a:rPr lang="en-US" sz="5600" b="0" i="1" kern="1200" smtClean="0">
                  <a:latin typeface="Cambria Math" panose="02040503050406030204" pitchFamily="18" charset="0"/>
                </a:rPr>
                <m:t>𝑂</m:t>
              </m:r>
              <m:r>
                <a:rPr lang="en-US" sz="5600" b="0" i="1" kern="1200" smtClean="0">
                  <a:latin typeface="Cambria Math" panose="02040503050406030204" pitchFamily="18" charset="0"/>
                </a:rPr>
                <m:t>(</m:t>
              </m:r>
              <m:r>
                <a:rPr lang="en-US" sz="5600" b="0" i="1" kern="1200" smtClean="0">
                  <a:latin typeface="Cambria Math" panose="02040503050406030204" pitchFamily="18" charset="0"/>
                </a:rPr>
                <m:t>𝑛</m:t>
              </m:r>
              <m:r>
                <a:rPr lang="en-US" sz="5600" b="0" i="1" kern="1200" smtClean="0">
                  <a:latin typeface="Cambria Math" panose="02040503050406030204" pitchFamily="18" charset="0"/>
                </a:rPr>
                <m:t>)</m:t>
              </m:r>
            </m:oMath>
          </a14:m>
          <a:endParaRPr lang="en-US" sz="5600" kern="1200" dirty="0"/>
        </a:p>
      </dsp:txBody>
      <dsp:txXfrm>
        <a:off x="608661" y="692298"/>
        <a:ext cx="4508047" cy="2799040"/>
      </dsp:txXfrm>
    </dsp:sp>
    <dsp:sp modelId="{7778BA84-936C-4A3B-A4EA-C7D2FAD21D65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56BFDE-14D3-47E5-8E81-FAD8C0002902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 dirty="0"/>
            <a:t>Binary search  </a:t>
          </a:r>
          <a14:m xmlns:a14="http://schemas.microsoft.com/office/drawing/2010/main">
            <m:oMath xmlns:m="http://schemas.openxmlformats.org/officeDocument/2006/math">
              <m:r>
                <a:rPr lang="en-US" sz="5600" b="0" i="1" kern="1200" smtClean="0">
                  <a:latin typeface="Cambria Math" panose="02040503050406030204" pitchFamily="18" charset="0"/>
                </a:rPr>
                <m:t>𝑂</m:t>
              </m:r>
              <m:d>
                <m:dPr>
                  <m:ctrlPr>
                    <a:rPr lang="en-US" sz="5600" b="0" i="1" kern="1200" smtClean="0">
                      <a:latin typeface="Cambria Math" panose="02040503050406030204" pitchFamily="18" charset="0"/>
                    </a:rPr>
                  </m:ctrlPr>
                </m:dPr>
                <m:e>
                  <m:func>
                    <m:funcPr>
                      <m:ctrlPr>
                        <a:rPr lang="en-US" sz="5600" b="0" i="1" kern="1200" smtClean="0">
                          <a:latin typeface="Cambria Math" panose="02040503050406030204" pitchFamily="18" charset="0"/>
                        </a:rPr>
                      </m:ctrlPr>
                    </m:funcPr>
                    <m:fName>
                      <m:sSub>
                        <m:sSubPr>
                          <m:ctrlPr>
                            <a:rPr lang="en-US" sz="5600" b="0" i="1" kern="12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5600" b="0" i="0" kern="120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sz="5600" b="0" i="1" kern="120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fName>
                    <m:e>
                      <m:r>
                        <a:rPr lang="en-US" sz="5600" b="0" i="1" kern="120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5600" b="0" i="1" kern="120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5600" b="0" i="1" kern="1200" smtClean="0">
                          <a:latin typeface="Cambria Math" panose="02040503050406030204" pitchFamily="18" charset="0"/>
                        </a:rPr>
                        <m:t>)</m:t>
                      </m:r>
                    </m:e>
                  </m:func>
                </m:e>
              </m:d>
            </m:oMath>
          </a14:m>
          <a:endParaRPr lang="en-US" sz="5600" kern="1200" dirty="0"/>
        </a:p>
      </dsp:txBody>
      <dsp:txXfrm>
        <a:off x="6331365" y="692298"/>
        <a:ext cx="4508047" cy="27990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1D7531-A7C1-4ACD-B2B6-6BD3C0EBD8C5}">
      <dsp:nvSpPr>
        <dsp:cNvPr id="0" name=""/>
        <dsp:cNvSpPr/>
      </dsp:nvSpPr>
      <dsp:spPr>
        <a:xfrm>
          <a:off x="0" y="1057819"/>
          <a:ext cx="6666833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E6F3E3-1060-4D74-B1FE-E6F2A6D3B006}">
      <dsp:nvSpPr>
        <dsp:cNvPr id="0" name=""/>
        <dsp:cNvSpPr/>
      </dsp:nvSpPr>
      <dsp:spPr>
        <a:xfrm>
          <a:off x="333341" y="570739"/>
          <a:ext cx="4666783" cy="9741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Comparison based</a:t>
          </a:r>
        </a:p>
      </dsp:txBody>
      <dsp:txXfrm>
        <a:off x="380896" y="618294"/>
        <a:ext cx="4571673" cy="879050"/>
      </dsp:txXfrm>
    </dsp:sp>
    <dsp:sp modelId="{ECFAC8B9-81E2-4576-BA1D-86E372729AE0}">
      <dsp:nvSpPr>
        <dsp:cNvPr id="0" name=""/>
        <dsp:cNvSpPr/>
      </dsp:nvSpPr>
      <dsp:spPr>
        <a:xfrm>
          <a:off x="0" y="2554700"/>
          <a:ext cx="6666833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F71A0C-F981-42ED-A4CE-9382587EAECA}">
      <dsp:nvSpPr>
        <dsp:cNvPr id="0" name=""/>
        <dsp:cNvSpPr/>
      </dsp:nvSpPr>
      <dsp:spPr>
        <a:xfrm>
          <a:off x="333341" y="2067619"/>
          <a:ext cx="4666783" cy="974160"/>
        </a:xfrm>
        <a:prstGeom prst="roundRect">
          <a:avLst/>
        </a:prstGeom>
        <a:gradFill rotWithShape="0">
          <a:gsLst>
            <a:gs pos="0">
              <a:schemeClr val="accent5">
                <a:hueOff val="-6076075"/>
                <a:satOff val="-413"/>
                <a:lumOff val="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076075"/>
                <a:satOff val="-413"/>
                <a:lumOff val="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076075"/>
                <a:satOff val="-413"/>
                <a:lumOff val="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Non comparison based</a:t>
          </a:r>
        </a:p>
      </dsp:txBody>
      <dsp:txXfrm>
        <a:off x="380896" y="2115174"/>
        <a:ext cx="4571673" cy="879050"/>
      </dsp:txXfrm>
    </dsp:sp>
    <dsp:sp modelId="{5C175D13-A06B-4ABC-A535-2BED0625AF7F}">
      <dsp:nvSpPr>
        <dsp:cNvPr id="0" name=""/>
        <dsp:cNvSpPr/>
      </dsp:nvSpPr>
      <dsp:spPr>
        <a:xfrm>
          <a:off x="0" y="4051580"/>
          <a:ext cx="6666833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068D13-9A3D-49F7-963F-54FB83FE2711}">
      <dsp:nvSpPr>
        <dsp:cNvPr id="0" name=""/>
        <dsp:cNvSpPr/>
      </dsp:nvSpPr>
      <dsp:spPr>
        <a:xfrm>
          <a:off x="333341" y="3564500"/>
          <a:ext cx="4666783" cy="974160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Hybrid</a:t>
          </a:r>
        </a:p>
      </dsp:txBody>
      <dsp:txXfrm>
        <a:off x="380896" y="3612055"/>
        <a:ext cx="4571673" cy="8790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1209DC-4E5D-4198-AD0D-DF30C9DF43D9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C72556-F7F9-49B3-A6E6-FF4DA17C8E65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Stable sorting</a:t>
          </a:r>
        </a:p>
      </dsp:txBody>
      <dsp:txXfrm>
        <a:off x="608661" y="692298"/>
        <a:ext cx="4508047" cy="2799040"/>
      </dsp:txXfrm>
    </dsp:sp>
    <dsp:sp modelId="{1D07F5B5-0673-458E-95F1-A79FE516B4BB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3AD698-C86E-479D-AC23-5F914700A0AA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Unstable sorting</a:t>
          </a:r>
        </a:p>
      </dsp:txBody>
      <dsp:txXfrm>
        <a:off x="6331365" y="692298"/>
        <a:ext cx="4508047" cy="27990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ECA069-400F-409B-BA38-707F01D875C7}">
      <dsp:nvSpPr>
        <dsp:cNvPr id="0" name=""/>
        <dsp:cNvSpPr/>
      </dsp:nvSpPr>
      <dsp:spPr>
        <a:xfrm>
          <a:off x="0" y="1416559"/>
          <a:ext cx="6666833" cy="12168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/>
            <a:t>Insertion sort - O(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sz="4400" i="1" kern="1200" smtClean="0">
                      <a:latin typeface="Cambria Math" panose="02040503050406030204" pitchFamily="18" charset="0"/>
                    </a:rPr>
                  </m:ctrlPr>
                </m:sSupPr>
                <m:e>
                  <m:r>
                    <a:rPr lang="en-US" sz="4400" b="0" i="1" kern="1200" smtClean="0">
                      <a:latin typeface="Cambria Math" panose="02040503050406030204" pitchFamily="18" charset="0"/>
                    </a:rPr>
                    <m:t>𝑛</m:t>
                  </m:r>
                </m:e>
                <m:sup>
                  <m:r>
                    <a:rPr lang="en-US" sz="4400" b="0" i="1" kern="1200" smtClean="0">
                      <a:latin typeface="Cambria Math" panose="02040503050406030204" pitchFamily="18" charset="0"/>
                    </a:rPr>
                    <m:t>2</m:t>
                  </m:r>
                </m:sup>
              </m:sSup>
            </m:oMath>
          </a14:m>
          <a:r>
            <a:rPr lang="en-US" sz="4400" kern="1200" dirty="0"/>
            <a:t>)</a:t>
          </a:r>
        </a:p>
      </dsp:txBody>
      <dsp:txXfrm>
        <a:off x="59399" y="1475958"/>
        <a:ext cx="6548035" cy="1098002"/>
      </dsp:txXfrm>
    </dsp:sp>
    <dsp:sp modelId="{1B21062C-9886-4670-98A4-1907C25DDDE0}">
      <dsp:nvSpPr>
        <dsp:cNvPr id="0" name=""/>
        <dsp:cNvSpPr/>
      </dsp:nvSpPr>
      <dsp:spPr>
        <a:xfrm>
          <a:off x="0" y="2820560"/>
          <a:ext cx="6666833" cy="121680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/>
            <a:t>Merge sort – O(</a:t>
          </a:r>
          <a14:m xmlns:a14="http://schemas.microsoft.com/office/drawing/2010/main">
            <m:oMath xmlns:m="http://schemas.openxmlformats.org/officeDocument/2006/math">
              <m:r>
                <a:rPr lang="en-US" sz="4400" b="0" i="1" kern="1200" smtClean="0">
                  <a:latin typeface="Cambria Math" panose="02040503050406030204" pitchFamily="18" charset="0"/>
                </a:rPr>
                <m:t>𝑛</m:t>
              </m:r>
              <m:r>
                <a:rPr lang="en-US" sz="4400" b="0" i="1" kern="1200" smtClean="0">
                  <a:latin typeface="Cambria Math" panose="02040503050406030204" pitchFamily="18" charset="0"/>
                </a:rPr>
                <m:t>∗</m:t>
              </m:r>
              <m:r>
                <m:rPr>
                  <m:sty m:val="p"/>
                </m:rPr>
                <a:rPr lang="en-US" sz="4400" b="0" i="0" kern="1200" smtClean="0">
                  <a:latin typeface="Cambria Math" panose="02040503050406030204" pitchFamily="18" charset="0"/>
                </a:rPr>
                <m:t>log</m:t>
              </m:r>
              <m:r>
                <a:rPr lang="en-US" sz="4400" b="0" i="1" kern="1200" smtClean="0">
                  <a:latin typeface="Cambria Math" panose="02040503050406030204" pitchFamily="18" charset="0"/>
                </a:rPr>
                <m:t>⁡(</m:t>
              </m:r>
              <m:r>
                <a:rPr lang="en-US" sz="4400" b="0" i="1" kern="1200" smtClean="0">
                  <a:latin typeface="Cambria Math" panose="02040503050406030204" pitchFamily="18" charset="0"/>
                </a:rPr>
                <m:t>𝑛</m:t>
              </m:r>
              <m:r>
                <a:rPr lang="en-US" sz="4400" b="0" i="1" kern="1200" smtClean="0">
                  <a:latin typeface="Cambria Math" panose="02040503050406030204" pitchFamily="18" charset="0"/>
                </a:rPr>
                <m:t>)</m:t>
              </m:r>
            </m:oMath>
          </a14:m>
          <a:r>
            <a:rPr lang="en-US" sz="4400" kern="1200" dirty="0"/>
            <a:t>)</a:t>
          </a:r>
        </a:p>
      </dsp:txBody>
      <dsp:txXfrm>
        <a:off x="59399" y="2879959"/>
        <a:ext cx="6548035" cy="109800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CD63E5-4F66-4B0C-B068-CED9952E9D5A}">
      <dsp:nvSpPr>
        <dsp:cNvPr id="0" name=""/>
        <dsp:cNvSpPr/>
      </dsp:nvSpPr>
      <dsp:spPr>
        <a:xfrm rot="5400000">
          <a:off x="3251828" y="-691680"/>
          <a:ext cx="2151686" cy="4073103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Efficient for small datasets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Low memory usage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Stable</a:t>
          </a:r>
        </a:p>
      </dsp:txBody>
      <dsp:txXfrm rot="-5400000">
        <a:off x="2291120" y="374065"/>
        <a:ext cx="3968066" cy="1941612"/>
      </dsp:txXfrm>
    </dsp:sp>
    <dsp:sp modelId="{69CDAC79-9964-459D-964F-A0EA04A4879D}">
      <dsp:nvSpPr>
        <dsp:cNvPr id="0" name=""/>
        <dsp:cNvSpPr/>
      </dsp:nvSpPr>
      <dsp:spPr>
        <a:xfrm>
          <a:off x="0" y="67"/>
          <a:ext cx="2291120" cy="268960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Insertion sort</a:t>
          </a:r>
        </a:p>
      </dsp:txBody>
      <dsp:txXfrm>
        <a:off x="111843" y="111910"/>
        <a:ext cx="2067434" cy="2465922"/>
      </dsp:txXfrm>
    </dsp:sp>
    <dsp:sp modelId="{32F56358-AB68-4D88-B7B7-797F38FAB7E6}">
      <dsp:nvSpPr>
        <dsp:cNvPr id="0" name=""/>
        <dsp:cNvSpPr/>
      </dsp:nvSpPr>
      <dsp:spPr>
        <a:xfrm rot="5400000">
          <a:off x="3251828" y="2132408"/>
          <a:ext cx="2151686" cy="4073103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Efficient for large datasets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Uses extra memory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Stable</a:t>
          </a:r>
        </a:p>
      </dsp:txBody>
      <dsp:txXfrm rot="-5400000">
        <a:off x="2291120" y="3198154"/>
        <a:ext cx="3968066" cy="1941612"/>
      </dsp:txXfrm>
    </dsp:sp>
    <dsp:sp modelId="{AE510EC4-BC54-461A-9F0C-6BA945AF9BD8}">
      <dsp:nvSpPr>
        <dsp:cNvPr id="0" name=""/>
        <dsp:cNvSpPr/>
      </dsp:nvSpPr>
      <dsp:spPr>
        <a:xfrm>
          <a:off x="0" y="2824156"/>
          <a:ext cx="2291120" cy="2689608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Merge sort</a:t>
          </a:r>
        </a:p>
      </dsp:txBody>
      <dsp:txXfrm>
        <a:off x="111843" y="2935999"/>
        <a:ext cx="2067434" cy="246592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FF1468-8321-4EC8-B74A-02637D09F0A0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496D36-36AC-4328-810C-D033C91CDAF1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Min heap</a:t>
          </a:r>
        </a:p>
      </dsp:txBody>
      <dsp:txXfrm>
        <a:off x="696297" y="538547"/>
        <a:ext cx="4171627" cy="2590157"/>
      </dsp:txXfrm>
    </dsp:sp>
    <dsp:sp modelId="{B60B4683-AD63-4732-9C25-D5EBBCAE7926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F6B6A5-9155-43F1-9084-056FED313E7B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Max heap</a:t>
          </a:r>
        </a:p>
      </dsp:txBody>
      <dsp:txXfrm>
        <a:off x="5991936" y="538547"/>
        <a:ext cx="4171627" cy="259015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EF0568-AAF8-4B64-978E-CC09F0950DBD}">
      <dsp:nvSpPr>
        <dsp:cNvPr id="0" name=""/>
        <dsp:cNvSpPr/>
      </dsp:nvSpPr>
      <dsp:spPr>
        <a:xfrm>
          <a:off x="1283" y="507350"/>
          <a:ext cx="4505585" cy="28610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4F93FDC-FF36-4CB8-B83A-FAE319D08635}">
      <dsp:nvSpPr>
        <dsp:cNvPr id="0" name=""/>
        <dsp:cNvSpPr/>
      </dsp:nvSpPr>
      <dsp:spPr>
        <a:xfrm>
          <a:off x="501904" y="982940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A heap is a </a:t>
          </a:r>
          <a:r>
            <a:rPr lang="en-US" sz="5400" b="1" kern="1200"/>
            <a:t>complete binary tree</a:t>
          </a:r>
          <a:endParaRPr lang="en-US" sz="5400" kern="1200"/>
        </a:p>
      </dsp:txBody>
      <dsp:txXfrm>
        <a:off x="585701" y="1066737"/>
        <a:ext cx="4337991" cy="2693452"/>
      </dsp:txXfrm>
    </dsp:sp>
    <dsp:sp modelId="{4D05F994-4EAB-412D-9558-7779BB3BD38E}">
      <dsp:nvSpPr>
        <dsp:cNvPr id="0" name=""/>
        <dsp:cNvSpPr/>
      </dsp:nvSpPr>
      <dsp:spPr>
        <a:xfrm>
          <a:off x="5508110" y="507350"/>
          <a:ext cx="4505585" cy="28610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02C84A1-A990-4783-88B3-012F6D667F86}">
      <dsp:nvSpPr>
        <dsp:cNvPr id="0" name=""/>
        <dsp:cNvSpPr/>
      </dsp:nvSpPr>
      <dsp:spPr>
        <a:xfrm>
          <a:off x="6008730" y="982940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“Heapify” </a:t>
          </a:r>
          <a:r>
            <a:rPr lang="en-US" sz="5400" kern="1200"/>
            <a:t>procedure</a:t>
          </a:r>
        </a:p>
      </dsp:txBody>
      <dsp:txXfrm>
        <a:off x="6092527" y="1066737"/>
        <a:ext cx="4337991" cy="26934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08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23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50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31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101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515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91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289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339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95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216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19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hyperlink" Target="https://www.geeksforgeeks.org/dsa/sorting-algorithms/" TargetMode="Externa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gramiz.com/dsa/heap-data-structure" TargetMode="Externa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7.xm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rviewcake.com/concept/java/heapsort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terviewcake.com/concept/java/heapsort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B4E406-FB0E-1B65-BF03-F2FC894EA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640080"/>
            <a:ext cx="625111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Sorting Algorithms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D43375-ABC4-9297-9B42-D2AF1DDB21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93" r="47674" b="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28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063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AE4E1-D75B-1415-CD65-8556D9B34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4914855"/>
            <a:ext cx="9144000" cy="7867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dirty="0"/>
              <a:t>Why is sorting important?</a:t>
            </a:r>
          </a:p>
        </p:txBody>
      </p:sp>
      <p:pic>
        <p:nvPicPr>
          <p:cNvPr id="5" name="Picture 4" descr="3D black question marks with one yellow question mark">
            <a:extLst>
              <a:ext uri="{FF2B5EF4-FFF2-40B4-BE49-F238E27FC236}">
                <a16:creationId xmlns:a16="http://schemas.microsoft.com/office/drawing/2014/main" id="{78653DF3-F2FC-6BC8-9A2B-5A1EE1A710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78" r="1" b="1"/>
          <a:stretch>
            <a:fillRect/>
          </a:stretch>
        </p:blipFill>
        <p:spPr>
          <a:xfrm>
            <a:off x="20" y="10"/>
            <a:ext cx="12191980" cy="460567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B7FB62D-DD5B-C587-F53F-679128D41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439" y="4525778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474BA53-241B-ACB6-E742-B074F40EB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797B091-2608-7480-FE24-507CC5333A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37791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Illuminated server room panel">
            <a:extLst>
              <a:ext uri="{FF2B5EF4-FFF2-40B4-BE49-F238E27FC236}">
                <a16:creationId xmlns:a16="http://schemas.microsoft.com/office/drawing/2014/main" id="{3DE8D03D-A908-C4F2-48B9-07A9812113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085583-27FF-3404-5FC9-3DF3486DE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5402" y="743447"/>
            <a:ext cx="3445765" cy="3692028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/>
              <a:t>Database systems</a:t>
            </a:r>
          </a:p>
        </p:txBody>
      </p:sp>
    </p:spTree>
    <p:extLst>
      <p:ext uri="{BB962C8B-B14F-4D97-AF65-F5344CB8AC3E}">
        <p14:creationId xmlns:p14="http://schemas.microsoft.com/office/powerpoint/2010/main" val="1081779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AB9D7-EE06-A227-DB3A-3C7429FF5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314" y="486917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6000" dirty="0">
                <a:solidFill>
                  <a:srgbClr val="FFFFFF"/>
                </a:solidFill>
              </a:rPr>
              <a:t>Searching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013B587D-9EAD-00CF-2485-15190C7B5AA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49941010"/>
                  </p:ext>
                </p:extLst>
              </p:nvPr>
            </p:nvGraphicFramePr>
            <p:xfrm>
              <a:off x="644056" y="2615979"/>
              <a:ext cx="10927829" cy="368940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013B587D-9EAD-00CF-2485-15190C7B5AA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49941010"/>
                  </p:ext>
                </p:extLst>
              </p:nvPr>
            </p:nvGraphicFramePr>
            <p:xfrm>
              <a:off x="644056" y="2615979"/>
              <a:ext cx="10927829" cy="368940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61233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6F141-9650-5770-2DA3-6C4ADCD58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Naive search (Brute force)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2AC3B-DEB3-5E1E-DCEE-5869E83C827C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7, 4, 5, 9, 2, 3, 0, 1, 8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022033-8CAF-985C-996E-9C93262D8862}"/>
              </a:ext>
            </a:extLst>
          </p:cNvPr>
          <p:cNvSpPr txBox="1"/>
          <p:nvPr/>
        </p:nvSpPr>
        <p:spPr>
          <a:xfrm>
            <a:off x="838200" y="2084070"/>
            <a:ext cx="2491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Task: Find </a:t>
            </a:r>
            <a:r>
              <a:rPr lang="en-US" sz="3600" b="1" i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343836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9E723-174D-3151-F567-9FB6220A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377FA-6DD4-5680-B589-A0CDA59AD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Naive search (Brute force)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B99C8B-B213-25F9-AF99-341557EA1AE4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7, 4, 5, 9, 2, 3, 0, 1, 8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DFA3AF-8CE3-4B89-A2F1-EDF7071443A2}"/>
              </a:ext>
            </a:extLst>
          </p:cNvPr>
          <p:cNvSpPr txBox="1"/>
          <p:nvPr/>
        </p:nvSpPr>
        <p:spPr>
          <a:xfrm>
            <a:off x="838200" y="2084070"/>
            <a:ext cx="2491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Task: Find </a:t>
            </a:r>
            <a:r>
              <a:rPr lang="en-US" sz="3600" b="1" i="1" dirty="0"/>
              <a:t>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134BC6-4605-713F-8333-68BB2B2E0FAE}"/>
              </a:ext>
            </a:extLst>
          </p:cNvPr>
          <p:cNvCxnSpPr/>
          <p:nvPr/>
        </p:nvCxnSpPr>
        <p:spPr>
          <a:xfrm>
            <a:off x="967388" y="3989070"/>
            <a:ext cx="273939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59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3D black question marks with one yellow question mark">
            <a:extLst>
              <a:ext uri="{FF2B5EF4-FFF2-40B4-BE49-F238E27FC236}">
                <a16:creationId xmlns:a16="http://schemas.microsoft.com/office/drawing/2014/main" id="{AF30B2C4-B71F-6C74-EE35-AB9BA06BF5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02" r="12834" b="1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62545B-FA82-7945-B9D7-8EC0130BE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5402" y="743447"/>
            <a:ext cx="3445765" cy="3692028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/>
              <a:t>Worst case scenario?</a:t>
            </a:r>
          </a:p>
        </p:txBody>
      </p:sp>
    </p:spTree>
    <p:extLst>
      <p:ext uri="{BB962C8B-B14F-4D97-AF65-F5344CB8AC3E}">
        <p14:creationId xmlns:p14="http://schemas.microsoft.com/office/powerpoint/2010/main" val="578284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B7D5C-D84F-D7AE-6F09-A918F6DDF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6B1A-63F5-444E-530A-EB5936A6A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C7FA68-0D00-F708-77FB-CCA06583FAD6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7, 4, 5, 9, 2, 3, 0, 1, 8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BE49A-C0EC-3883-1A53-C6DFE87F11C3}"/>
              </a:ext>
            </a:extLst>
          </p:cNvPr>
          <p:cNvSpPr txBox="1"/>
          <p:nvPr/>
        </p:nvSpPr>
        <p:spPr>
          <a:xfrm>
            <a:off x="838200" y="2084070"/>
            <a:ext cx="2491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Task: Find </a:t>
            </a:r>
            <a:r>
              <a:rPr lang="en-US" sz="3600" b="1" i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23984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211E8-A945-8ABA-0C00-171C09349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7425-881F-0096-37C2-37A9CA11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56817-328F-5D9B-BBD2-376EA595BE03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0, 1, 2, 3, 4, 5, 7, 8, 9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73217-693D-AE2A-ACC2-AEAA50B347FB}"/>
              </a:ext>
            </a:extLst>
          </p:cNvPr>
          <p:cNvSpPr txBox="1"/>
          <p:nvPr/>
        </p:nvSpPr>
        <p:spPr>
          <a:xfrm>
            <a:off x="838200" y="2084070"/>
            <a:ext cx="4351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Step 1: Sort the input</a:t>
            </a:r>
            <a:endParaRPr lang="en-US" sz="3600" b="1" i="1" dirty="0"/>
          </a:p>
        </p:txBody>
      </p:sp>
    </p:spTree>
    <p:extLst>
      <p:ext uri="{BB962C8B-B14F-4D97-AF65-F5344CB8AC3E}">
        <p14:creationId xmlns:p14="http://schemas.microsoft.com/office/powerpoint/2010/main" val="4219411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B7E6F-304E-F5E4-01AF-784D094F3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D97D-3856-5D7C-F6A7-53B219768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EA3FB2-0E84-F625-C7B0-FC36B4C410C6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0, 1, 2, 3, 4, 5, 7, 8, 9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E41E3C-3ABB-D2E6-A51B-4D2016AE0855}"/>
              </a:ext>
            </a:extLst>
          </p:cNvPr>
          <p:cNvSpPr txBox="1"/>
          <p:nvPr/>
        </p:nvSpPr>
        <p:spPr>
          <a:xfrm>
            <a:off x="838200" y="2084070"/>
            <a:ext cx="5151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Step 2: Find the midpoint</a:t>
            </a:r>
            <a:endParaRPr lang="en-US" sz="3600" b="1" i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F847E72-5DC4-EC81-F3BA-CBA703EAC4E0}"/>
              </a:ext>
            </a:extLst>
          </p:cNvPr>
          <p:cNvCxnSpPr/>
          <p:nvPr/>
        </p:nvCxnSpPr>
        <p:spPr>
          <a:xfrm flipV="1">
            <a:off x="3383280" y="3954780"/>
            <a:ext cx="0" cy="960120"/>
          </a:xfrm>
          <a:prstGeom prst="straightConnector1">
            <a:avLst/>
          </a:prstGeom>
          <a:ln w="762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27876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7FC3C-5EAC-5358-F75C-8F26BA87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3FAF9-B01B-5E56-84EE-F85EC3CE2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8EB735-2032-B0D2-2256-14E26207800F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0, 1, 2, 3, 4, 5, 7, 8, 9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9EA579-8486-2FDF-58F4-DE3355A4C9C8}"/>
              </a:ext>
            </a:extLst>
          </p:cNvPr>
          <p:cNvSpPr txBox="1"/>
          <p:nvPr/>
        </p:nvSpPr>
        <p:spPr>
          <a:xfrm>
            <a:off x="838200" y="2084070"/>
            <a:ext cx="72085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Step 3: Cut the search space in half</a:t>
            </a:r>
            <a:endParaRPr lang="en-US" sz="3600" b="1" i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5BBBDB-289F-A61D-0C80-216A87E613AF}"/>
              </a:ext>
            </a:extLst>
          </p:cNvPr>
          <p:cNvSpPr/>
          <p:nvPr/>
        </p:nvSpPr>
        <p:spPr>
          <a:xfrm>
            <a:off x="2971800" y="3006090"/>
            <a:ext cx="3291840" cy="11215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4285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6EAD-E249-4BC9-1326-D65F8188D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5BB4-25FC-A17E-DA57-25A34AC0A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F54CAE-0E82-0BD5-B07D-7CE32099A500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0, 1, 2, 3, 4, 5, 7, 8, 9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E7BDA-4EDD-D192-A938-584E62FFD387}"/>
              </a:ext>
            </a:extLst>
          </p:cNvPr>
          <p:cNvSpPr txBox="1"/>
          <p:nvPr/>
        </p:nvSpPr>
        <p:spPr>
          <a:xfrm>
            <a:off x="838200" y="2084070"/>
            <a:ext cx="91906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Step 4: Repeat steps 1-3 until the key is found</a:t>
            </a:r>
            <a:endParaRPr lang="en-US" sz="3600" b="1" i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C923DF-6E61-21AC-650A-FF49E05B4165}"/>
              </a:ext>
            </a:extLst>
          </p:cNvPr>
          <p:cNvSpPr/>
          <p:nvPr/>
        </p:nvSpPr>
        <p:spPr>
          <a:xfrm>
            <a:off x="2971800" y="3006090"/>
            <a:ext cx="3291840" cy="11215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5164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9E720-8088-7095-1C39-34E08A49F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F26A-7B98-F71C-B925-4DC62148F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447E8C-766C-B64F-1C7A-78A9D431682D}"/>
              </a:ext>
            </a:extLst>
          </p:cNvPr>
          <p:cNvSpPr txBox="1"/>
          <p:nvPr/>
        </p:nvSpPr>
        <p:spPr>
          <a:xfrm>
            <a:off x="980497" y="1963668"/>
            <a:ext cx="22220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3211807-383F-2755-F90A-3BBEE0DCDBA0}"/>
              </a:ext>
            </a:extLst>
          </p:cNvPr>
          <p:cNvCxnSpPr/>
          <p:nvPr/>
        </p:nvCxnSpPr>
        <p:spPr>
          <a:xfrm flipV="1">
            <a:off x="2366010" y="2733109"/>
            <a:ext cx="0" cy="960120"/>
          </a:xfrm>
          <a:prstGeom prst="straightConnector1">
            <a:avLst/>
          </a:prstGeom>
          <a:ln w="762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8766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3720D-1E12-0501-9F6F-6DEC12254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5F6E5-1F4F-AC16-E957-B8BE661D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9E4FFE-3188-97EA-6368-6A5942B0EBD2}"/>
              </a:ext>
            </a:extLst>
          </p:cNvPr>
          <p:cNvSpPr txBox="1"/>
          <p:nvPr/>
        </p:nvSpPr>
        <p:spPr>
          <a:xfrm>
            <a:off x="980497" y="196366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899600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1227EE-25B4-0F14-DFDC-A1D1C24FC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But how quickly can we sort?</a:t>
            </a:r>
          </a:p>
        </p:txBody>
      </p:sp>
      <p:pic>
        <p:nvPicPr>
          <p:cNvPr id="7" name="Graphic 6" descr="Filter">
            <a:extLst>
              <a:ext uri="{FF2B5EF4-FFF2-40B4-BE49-F238E27FC236}">
                <a16:creationId xmlns:a16="http://schemas.microsoft.com/office/drawing/2014/main" id="{2F16D16F-1E07-343A-EF3C-1AAD56986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Filter">
            <a:extLst>
              <a:ext uri="{FF2B5EF4-FFF2-40B4-BE49-F238E27FC236}">
                <a16:creationId xmlns:a16="http://schemas.microsoft.com/office/drawing/2014/main" id="{6EBD0C25-7CDC-4E1A-A36E-B867B70E0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33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2D0B3-5596-88D8-6F9A-B298FA60F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Different approaches to sorting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12205019-A041-BE92-3FB0-B5CAF9A97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9377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8A7ED9-5759-852F-2D35-34F6AB36BA6A}"/>
              </a:ext>
            </a:extLst>
          </p:cNvPr>
          <p:cNvSpPr txBox="1"/>
          <p:nvPr/>
        </p:nvSpPr>
        <p:spPr>
          <a:xfrm>
            <a:off x="4686436" y="6071140"/>
            <a:ext cx="68569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more: </a:t>
            </a:r>
            <a:r>
              <a:rPr lang="en-US" dirty="0">
                <a:hlinkClick r:id="rId7"/>
              </a:rPr>
              <a:t>https://www.geeksforgeeks.org/dsa/sorting-algorithms/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407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29E054-AAF9-23D8-936D-FA9E5534A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108049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2602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chart with a blue arrow and green rectangles&#10;&#10;AI-generated content may be incorrect.">
            <a:extLst>
              <a:ext uri="{FF2B5EF4-FFF2-40B4-BE49-F238E27FC236}">
                <a16:creationId xmlns:a16="http://schemas.microsoft.com/office/drawing/2014/main" id="{E4F22628-2900-78BD-4264-B18143F987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363955"/>
            <a:ext cx="10905066" cy="4130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4968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1C898B-2FAE-16B4-BA19-96A525FC7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0414" y="640080"/>
            <a:ext cx="4758458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/>
              <a:t>Comparison based sorting</a:t>
            </a:r>
          </a:p>
        </p:txBody>
      </p:sp>
      <p:pic>
        <p:nvPicPr>
          <p:cNvPr id="4" name="Picture 3" descr="A digital balance scale using circles">
            <a:extLst>
              <a:ext uri="{FF2B5EF4-FFF2-40B4-BE49-F238E27FC236}">
                <a16:creationId xmlns:a16="http://schemas.microsoft.com/office/drawing/2014/main" id="{CA1F2EF5-3841-44B7-D68E-341473EED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67" r="21749" b="1"/>
          <a:stretch>
            <a:fillRect/>
          </a:stretch>
        </p:blipFill>
        <p:spPr>
          <a:xfrm>
            <a:off x="20" y="10"/>
            <a:ext cx="6108141" cy="6857990"/>
          </a:xfrm>
          <a:custGeom>
            <a:avLst/>
            <a:gdLst/>
            <a:ahLst/>
            <a:cxnLst/>
            <a:rect l="l" t="t" r="r" b="b"/>
            <a:pathLst>
              <a:path w="6108161" h="6858000">
                <a:moveTo>
                  <a:pt x="0" y="0"/>
                </a:moveTo>
                <a:lnTo>
                  <a:pt x="2058355" y="0"/>
                </a:lnTo>
                <a:lnTo>
                  <a:pt x="3299791" y="0"/>
                </a:lnTo>
                <a:lnTo>
                  <a:pt x="6076880" y="0"/>
                </a:lnTo>
                <a:lnTo>
                  <a:pt x="6078171" y="10931"/>
                </a:lnTo>
                <a:cubicBezTo>
                  <a:pt x="6093300" y="94836"/>
                  <a:pt x="6090630" y="179884"/>
                  <a:pt x="6094698" y="264297"/>
                </a:cubicBezTo>
                <a:cubicBezTo>
                  <a:pt x="6099656" y="367652"/>
                  <a:pt x="6093427" y="471135"/>
                  <a:pt x="6091266" y="574617"/>
                </a:cubicBezTo>
                <a:cubicBezTo>
                  <a:pt x="6089359" y="662717"/>
                  <a:pt x="6080587" y="750690"/>
                  <a:pt x="6083384" y="838916"/>
                </a:cubicBezTo>
                <a:cubicBezTo>
                  <a:pt x="6083384" y="841968"/>
                  <a:pt x="6083384" y="845019"/>
                  <a:pt x="6083384" y="848070"/>
                </a:cubicBezTo>
                <a:cubicBezTo>
                  <a:pt x="6075375" y="945068"/>
                  <a:pt x="6075375" y="1042576"/>
                  <a:pt x="6083384" y="1139574"/>
                </a:cubicBezTo>
                <a:cubicBezTo>
                  <a:pt x="6085964" y="1179950"/>
                  <a:pt x="6085240" y="1220466"/>
                  <a:pt x="6081223" y="1260728"/>
                </a:cubicBezTo>
                <a:cubicBezTo>
                  <a:pt x="6077409" y="1311960"/>
                  <a:pt x="6065204" y="1364083"/>
                  <a:pt x="6073976" y="1414934"/>
                </a:cubicBezTo>
                <a:cubicBezTo>
                  <a:pt x="6079722" y="1456784"/>
                  <a:pt x="6082913" y="1498940"/>
                  <a:pt x="6083511" y="1541172"/>
                </a:cubicBezTo>
                <a:cubicBezTo>
                  <a:pt x="6087833" y="1635755"/>
                  <a:pt x="6083638" y="1730847"/>
                  <a:pt x="6082112" y="1825685"/>
                </a:cubicBezTo>
                <a:cubicBezTo>
                  <a:pt x="6080205" y="1936286"/>
                  <a:pt x="6083002" y="2046634"/>
                  <a:pt x="6074103" y="2157235"/>
                </a:cubicBezTo>
                <a:cubicBezTo>
                  <a:pt x="6069145" y="2246581"/>
                  <a:pt x="6069145" y="2336130"/>
                  <a:pt x="6074103" y="2425476"/>
                </a:cubicBezTo>
                <a:cubicBezTo>
                  <a:pt x="6076519" y="2507473"/>
                  <a:pt x="6088850" y="2588454"/>
                  <a:pt x="6086816" y="2671214"/>
                </a:cubicBezTo>
                <a:cubicBezTo>
                  <a:pt x="6084401" y="2767832"/>
                  <a:pt x="6072959" y="2863940"/>
                  <a:pt x="6076519" y="2960685"/>
                </a:cubicBezTo>
                <a:cubicBezTo>
                  <a:pt x="6078171" y="3006832"/>
                  <a:pt x="6078299" y="3052980"/>
                  <a:pt x="6079316" y="3099127"/>
                </a:cubicBezTo>
                <a:cubicBezTo>
                  <a:pt x="6080333" y="3154682"/>
                  <a:pt x="6090376" y="3210110"/>
                  <a:pt x="6084782" y="3265665"/>
                </a:cubicBezTo>
                <a:cubicBezTo>
                  <a:pt x="6075502" y="3358087"/>
                  <a:pt x="6051475" y="3448857"/>
                  <a:pt x="6066476" y="3543567"/>
                </a:cubicBezTo>
                <a:cubicBezTo>
                  <a:pt x="6074739" y="3595690"/>
                  <a:pt x="6084146" y="3647940"/>
                  <a:pt x="6088850" y="3700571"/>
                </a:cubicBezTo>
                <a:cubicBezTo>
                  <a:pt x="6093045" y="3747608"/>
                  <a:pt x="6103724" y="3795408"/>
                  <a:pt x="6095588" y="3842191"/>
                </a:cubicBezTo>
                <a:cubicBezTo>
                  <a:pt x="6088723" y="3882237"/>
                  <a:pt x="6092410" y="3922282"/>
                  <a:pt x="6087070" y="3962327"/>
                </a:cubicBezTo>
                <a:cubicBezTo>
                  <a:pt x="6080078" y="4014831"/>
                  <a:pt x="6076265" y="4068352"/>
                  <a:pt x="6071052" y="4121111"/>
                </a:cubicBezTo>
                <a:cubicBezTo>
                  <a:pt x="6066221" y="4169038"/>
                  <a:pt x="6062662" y="4216838"/>
                  <a:pt x="6075375" y="4261841"/>
                </a:cubicBezTo>
                <a:cubicBezTo>
                  <a:pt x="6106394" y="4375112"/>
                  <a:pt x="6089359" y="4487748"/>
                  <a:pt x="6077663" y="4600257"/>
                </a:cubicBezTo>
                <a:cubicBezTo>
                  <a:pt x="6071942" y="4655049"/>
                  <a:pt x="6063552" y="4712765"/>
                  <a:pt x="6076265" y="4762853"/>
                </a:cubicBezTo>
                <a:cubicBezTo>
                  <a:pt x="6099783" y="4851716"/>
                  <a:pt x="6081350" y="4936764"/>
                  <a:pt x="6071179" y="5021432"/>
                </a:cubicBezTo>
                <a:cubicBezTo>
                  <a:pt x="6061009" y="5106099"/>
                  <a:pt x="6058594" y="5189495"/>
                  <a:pt x="6076392" y="5272637"/>
                </a:cubicBezTo>
                <a:cubicBezTo>
                  <a:pt x="6088850" y="5331116"/>
                  <a:pt x="6088850" y="5390612"/>
                  <a:pt x="6090376" y="5449600"/>
                </a:cubicBezTo>
                <a:cubicBezTo>
                  <a:pt x="6091266" y="5486339"/>
                  <a:pt x="6077663" y="5523842"/>
                  <a:pt x="6068637" y="5560582"/>
                </a:cubicBezTo>
                <a:cubicBezTo>
                  <a:pt x="6052364" y="5626943"/>
                  <a:pt x="6046517" y="5694321"/>
                  <a:pt x="6068637" y="5759029"/>
                </a:cubicBezTo>
                <a:cubicBezTo>
                  <a:pt x="6099148" y="5848655"/>
                  <a:pt x="6116691" y="5938407"/>
                  <a:pt x="6103978" y="6033117"/>
                </a:cubicBezTo>
                <a:cubicBezTo>
                  <a:pt x="6096732" y="6091724"/>
                  <a:pt x="6094952" y="6151347"/>
                  <a:pt x="6084019" y="6209190"/>
                </a:cubicBezTo>
                <a:cubicBezTo>
                  <a:pt x="6065713" y="6304790"/>
                  <a:pt x="6072196" y="6399882"/>
                  <a:pt x="6086816" y="6494211"/>
                </a:cubicBezTo>
                <a:cubicBezTo>
                  <a:pt x="6096897" y="6573081"/>
                  <a:pt x="6097965" y="6652829"/>
                  <a:pt x="6089994" y="6731941"/>
                </a:cubicBezTo>
                <a:lnTo>
                  <a:pt x="6081268" y="6858000"/>
                </a:lnTo>
                <a:lnTo>
                  <a:pt x="3299791" y="6858000"/>
                </a:lnTo>
                <a:lnTo>
                  <a:pt x="205835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sketchy line">
            <a:extLst>
              <a:ext uri="{FF2B5EF4-FFF2-40B4-BE49-F238E27FC236}">
                <a16:creationId xmlns:a16="http://schemas.microsoft.com/office/drawing/2014/main" id="{82580482-BA80-420A-8A05-C58E97F2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1142" y="4409267"/>
            <a:ext cx="4242816" cy="18288"/>
          </a:xfrm>
          <a:custGeom>
            <a:avLst/>
            <a:gdLst>
              <a:gd name="connsiteX0" fmla="*/ 0 w 4242816"/>
              <a:gd name="connsiteY0" fmla="*/ 0 h 18288"/>
              <a:gd name="connsiteX1" fmla="*/ 690973 w 4242816"/>
              <a:gd name="connsiteY1" fmla="*/ 0 h 18288"/>
              <a:gd name="connsiteX2" fmla="*/ 1212233 w 4242816"/>
              <a:gd name="connsiteY2" fmla="*/ 0 h 18288"/>
              <a:gd name="connsiteX3" fmla="*/ 1860778 w 4242816"/>
              <a:gd name="connsiteY3" fmla="*/ 0 h 18288"/>
              <a:gd name="connsiteX4" fmla="*/ 2424466 w 4242816"/>
              <a:gd name="connsiteY4" fmla="*/ 0 h 18288"/>
              <a:gd name="connsiteX5" fmla="*/ 3115439 w 4242816"/>
              <a:gd name="connsiteY5" fmla="*/ 0 h 18288"/>
              <a:gd name="connsiteX6" fmla="*/ 3636699 w 4242816"/>
              <a:gd name="connsiteY6" fmla="*/ 0 h 18288"/>
              <a:gd name="connsiteX7" fmla="*/ 4242816 w 4242816"/>
              <a:gd name="connsiteY7" fmla="*/ 0 h 18288"/>
              <a:gd name="connsiteX8" fmla="*/ 4242816 w 4242816"/>
              <a:gd name="connsiteY8" fmla="*/ 18288 h 18288"/>
              <a:gd name="connsiteX9" fmla="*/ 3636699 w 4242816"/>
              <a:gd name="connsiteY9" fmla="*/ 18288 h 18288"/>
              <a:gd name="connsiteX10" fmla="*/ 3030583 w 4242816"/>
              <a:gd name="connsiteY10" fmla="*/ 18288 h 18288"/>
              <a:gd name="connsiteX11" fmla="*/ 2466894 w 4242816"/>
              <a:gd name="connsiteY11" fmla="*/ 18288 h 18288"/>
              <a:gd name="connsiteX12" fmla="*/ 1988062 w 4242816"/>
              <a:gd name="connsiteY12" fmla="*/ 18288 h 18288"/>
              <a:gd name="connsiteX13" fmla="*/ 1466802 w 4242816"/>
              <a:gd name="connsiteY13" fmla="*/ 18288 h 18288"/>
              <a:gd name="connsiteX14" fmla="*/ 860686 w 4242816"/>
              <a:gd name="connsiteY14" fmla="*/ 18288 h 18288"/>
              <a:gd name="connsiteX15" fmla="*/ 0 w 4242816"/>
              <a:gd name="connsiteY15" fmla="*/ 18288 h 18288"/>
              <a:gd name="connsiteX16" fmla="*/ 0 w 4242816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2816" h="18288" fill="none" extrusionOk="0">
                <a:moveTo>
                  <a:pt x="0" y="0"/>
                </a:moveTo>
                <a:cubicBezTo>
                  <a:pt x="249934" y="1471"/>
                  <a:pt x="379877" y="-29444"/>
                  <a:pt x="690973" y="0"/>
                </a:cubicBezTo>
                <a:cubicBezTo>
                  <a:pt x="1002069" y="29444"/>
                  <a:pt x="1021583" y="17501"/>
                  <a:pt x="1212233" y="0"/>
                </a:cubicBezTo>
                <a:cubicBezTo>
                  <a:pt x="1402883" y="-17501"/>
                  <a:pt x="1678760" y="5386"/>
                  <a:pt x="1860778" y="0"/>
                </a:cubicBezTo>
                <a:cubicBezTo>
                  <a:pt x="2042796" y="-5386"/>
                  <a:pt x="2245608" y="-22401"/>
                  <a:pt x="2424466" y="0"/>
                </a:cubicBezTo>
                <a:cubicBezTo>
                  <a:pt x="2603324" y="22401"/>
                  <a:pt x="2890020" y="33806"/>
                  <a:pt x="3115439" y="0"/>
                </a:cubicBezTo>
                <a:cubicBezTo>
                  <a:pt x="3340858" y="-33806"/>
                  <a:pt x="3428300" y="18628"/>
                  <a:pt x="3636699" y="0"/>
                </a:cubicBezTo>
                <a:cubicBezTo>
                  <a:pt x="3845098" y="-18628"/>
                  <a:pt x="4108824" y="5541"/>
                  <a:pt x="4242816" y="0"/>
                </a:cubicBezTo>
                <a:cubicBezTo>
                  <a:pt x="4242066" y="4160"/>
                  <a:pt x="4243125" y="10356"/>
                  <a:pt x="4242816" y="18288"/>
                </a:cubicBezTo>
                <a:cubicBezTo>
                  <a:pt x="4113424" y="32735"/>
                  <a:pt x="3768327" y="47567"/>
                  <a:pt x="3636699" y="18288"/>
                </a:cubicBezTo>
                <a:cubicBezTo>
                  <a:pt x="3505071" y="-10991"/>
                  <a:pt x="3294208" y="-4990"/>
                  <a:pt x="3030583" y="18288"/>
                </a:cubicBezTo>
                <a:cubicBezTo>
                  <a:pt x="2766958" y="41566"/>
                  <a:pt x="2649277" y="20974"/>
                  <a:pt x="2466894" y="18288"/>
                </a:cubicBezTo>
                <a:cubicBezTo>
                  <a:pt x="2284511" y="15602"/>
                  <a:pt x="2151277" y="1154"/>
                  <a:pt x="1988062" y="18288"/>
                </a:cubicBezTo>
                <a:cubicBezTo>
                  <a:pt x="1824847" y="35422"/>
                  <a:pt x="1691359" y="9265"/>
                  <a:pt x="1466802" y="18288"/>
                </a:cubicBezTo>
                <a:cubicBezTo>
                  <a:pt x="1242245" y="27311"/>
                  <a:pt x="1006161" y="36605"/>
                  <a:pt x="860686" y="18288"/>
                </a:cubicBezTo>
                <a:cubicBezTo>
                  <a:pt x="715211" y="-29"/>
                  <a:pt x="242774" y="46538"/>
                  <a:pt x="0" y="18288"/>
                </a:cubicBezTo>
                <a:cubicBezTo>
                  <a:pt x="-146" y="11482"/>
                  <a:pt x="-422" y="5192"/>
                  <a:pt x="0" y="0"/>
                </a:cubicBezTo>
                <a:close/>
              </a:path>
              <a:path w="4242816" h="18288" stroke="0" extrusionOk="0">
                <a:moveTo>
                  <a:pt x="0" y="0"/>
                </a:moveTo>
                <a:cubicBezTo>
                  <a:pt x="259751" y="-14018"/>
                  <a:pt x="356632" y="-15007"/>
                  <a:pt x="521260" y="0"/>
                </a:cubicBezTo>
                <a:cubicBezTo>
                  <a:pt x="685888" y="15007"/>
                  <a:pt x="885786" y="5167"/>
                  <a:pt x="1212233" y="0"/>
                </a:cubicBezTo>
                <a:cubicBezTo>
                  <a:pt x="1538680" y="-5167"/>
                  <a:pt x="1458849" y="7951"/>
                  <a:pt x="1691065" y="0"/>
                </a:cubicBezTo>
                <a:cubicBezTo>
                  <a:pt x="1923281" y="-7951"/>
                  <a:pt x="1985780" y="-16303"/>
                  <a:pt x="2169897" y="0"/>
                </a:cubicBezTo>
                <a:cubicBezTo>
                  <a:pt x="2354014" y="16303"/>
                  <a:pt x="2633054" y="-2739"/>
                  <a:pt x="2776014" y="0"/>
                </a:cubicBezTo>
                <a:cubicBezTo>
                  <a:pt x="2918974" y="2739"/>
                  <a:pt x="3112688" y="-15682"/>
                  <a:pt x="3339702" y="0"/>
                </a:cubicBezTo>
                <a:cubicBezTo>
                  <a:pt x="3566716" y="15682"/>
                  <a:pt x="4015278" y="-28467"/>
                  <a:pt x="4242816" y="0"/>
                </a:cubicBezTo>
                <a:cubicBezTo>
                  <a:pt x="4243501" y="7633"/>
                  <a:pt x="4242294" y="10002"/>
                  <a:pt x="4242816" y="18288"/>
                </a:cubicBezTo>
                <a:cubicBezTo>
                  <a:pt x="3924964" y="16283"/>
                  <a:pt x="3746362" y="-1805"/>
                  <a:pt x="3551843" y="18288"/>
                </a:cubicBezTo>
                <a:cubicBezTo>
                  <a:pt x="3357324" y="38381"/>
                  <a:pt x="3126422" y="47156"/>
                  <a:pt x="2860870" y="18288"/>
                </a:cubicBezTo>
                <a:cubicBezTo>
                  <a:pt x="2595318" y="-10580"/>
                  <a:pt x="2572437" y="11441"/>
                  <a:pt x="2297182" y="18288"/>
                </a:cubicBezTo>
                <a:cubicBezTo>
                  <a:pt x="2021927" y="25135"/>
                  <a:pt x="1916908" y="33601"/>
                  <a:pt x="1733493" y="18288"/>
                </a:cubicBezTo>
                <a:cubicBezTo>
                  <a:pt x="1550078" y="2975"/>
                  <a:pt x="1412440" y="27896"/>
                  <a:pt x="1212233" y="18288"/>
                </a:cubicBezTo>
                <a:cubicBezTo>
                  <a:pt x="1012026" y="8680"/>
                  <a:pt x="914386" y="13859"/>
                  <a:pt x="648545" y="18288"/>
                </a:cubicBezTo>
                <a:cubicBezTo>
                  <a:pt x="382704" y="22717"/>
                  <a:pt x="233522" y="39342"/>
                  <a:pt x="0" y="18288"/>
                </a:cubicBezTo>
                <a:cubicBezTo>
                  <a:pt x="-772" y="13661"/>
                  <a:pt x="-839" y="849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5530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0B22CF-E1AC-AC11-32FE-628191198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We have already seen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0A9916CE-75F4-588B-DA9E-94BEF2F667B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03795263"/>
                  </p:ext>
                </p:extLst>
              </p:nvPr>
            </p:nvGraphicFramePr>
            <p:xfrm>
              <a:off x="4905052" y="750440"/>
              <a:ext cx="6666833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0A9916CE-75F4-588B-DA9E-94BEF2F667B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03795263"/>
                  </p:ext>
                </p:extLst>
              </p:nvPr>
            </p:nvGraphicFramePr>
            <p:xfrm>
              <a:off x="4905052" y="750440"/>
              <a:ext cx="6666833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3" r:qs="rId4" r:cs="rId5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731861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3499-6C2E-E4B1-4987-F9028A3DD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 – F.Y.I</a:t>
            </a:r>
          </a:p>
        </p:txBody>
      </p:sp>
      <p:pic>
        <p:nvPicPr>
          <p:cNvPr id="5" name="Content Placeholder 4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765B6117-F63B-B5C5-E05F-F4EEA5E33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20979"/>
            <a:ext cx="10515600" cy="3760630"/>
          </a:xfrm>
        </p:spPr>
      </p:pic>
    </p:spTree>
    <p:extLst>
      <p:ext uri="{BB962C8B-B14F-4D97-AF65-F5344CB8AC3E}">
        <p14:creationId xmlns:p14="http://schemas.microsoft.com/office/powerpoint/2010/main" val="29312150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5BFD-4AD3-6CD0-4086-7BC3CB8A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F.Y.I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954BB658-86D2-E436-0DD8-E5FBEF4404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82129"/>
            <a:ext cx="11052151" cy="3653818"/>
          </a:xfrm>
        </p:spPr>
      </p:pic>
    </p:spTree>
    <p:extLst>
      <p:ext uri="{BB962C8B-B14F-4D97-AF65-F5344CB8AC3E}">
        <p14:creationId xmlns:p14="http://schemas.microsoft.com/office/powerpoint/2010/main" val="3003257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A59C2-BD5E-5BF2-0543-647A689F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04324B-C51A-229D-587D-01A3F3466E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4154" y="81365"/>
            <a:ext cx="6663691" cy="6776635"/>
          </a:xfrm>
        </p:spPr>
      </p:pic>
    </p:spTree>
    <p:extLst>
      <p:ext uri="{BB962C8B-B14F-4D97-AF65-F5344CB8AC3E}">
        <p14:creationId xmlns:p14="http://schemas.microsoft.com/office/powerpoint/2010/main" val="33454105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CB3D7F-930B-2300-EA90-D04EDB32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Characteristics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00F66F-0185-17D7-E8BE-69ED95ECA0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2020284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101159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3F2AEE-CF60-6415-A068-C5B5975A6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Heapsort</a:t>
            </a:r>
          </a:p>
        </p:txBody>
      </p:sp>
    </p:spTree>
    <p:extLst>
      <p:ext uri="{BB962C8B-B14F-4D97-AF65-F5344CB8AC3E}">
        <p14:creationId xmlns:p14="http://schemas.microsoft.com/office/powerpoint/2010/main" val="3874492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C001A9-3FFC-92E7-3FA0-751F3B78D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3796306" cy="2690949"/>
          </a:xfrm>
        </p:spPr>
        <p:txBody>
          <a:bodyPr anchor="t">
            <a:normAutofit/>
          </a:bodyPr>
          <a:lstStyle/>
          <a:p>
            <a:r>
              <a:rPr lang="en-US" sz="4800" dirty="0"/>
              <a:t>Heapsort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B11697-7263-2489-3461-0DF7D49A43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56218" y="1463039"/>
                <a:ext cx="5542387" cy="4300447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3200" dirty="0"/>
                  <a:t>Unstable</a:t>
                </a:r>
              </a:p>
              <a:p>
                <a:r>
                  <a:rPr lang="en-US" sz="3200" dirty="0"/>
                  <a:t>Fast – O(</a:t>
                </a:r>
                <a14:m>
                  <m:oMath xmlns:m="http://schemas.openxmlformats.org/officeDocument/2006/math">
                    <m:r>
                      <a:rPr lang="en-US" sz="3200" b="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)</a:t>
                </a:r>
              </a:p>
              <a:p>
                <a:r>
                  <a:rPr lang="en-US" sz="3200" dirty="0"/>
                  <a:t>Does not use extra memory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B11697-7263-2489-3461-0DF7D49A43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56218" y="1463039"/>
                <a:ext cx="5542387" cy="4300447"/>
              </a:xfrm>
              <a:blipFill>
                <a:blip r:embed="rId2"/>
                <a:stretch>
                  <a:fillRect l="-2530" t="-2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56967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B31AC-47F6-7FC8-0ADA-8911740C5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sz="4000" dirty="0"/>
              <a:t>New concept</a:t>
            </a:r>
          </a:p>
        </p:txBody>
      </p:sp>
      <p:pic>
        <p:nvPicPr>
          <p:cNvPr id="5" name="Picture 4" descr="A network formed by white dots">
            <a:extLst>
              <a:ext uri="{FF2B5EF4-FFF2-40B4-BE49-F238E27FC236}">
                <a16:creationId xmlns:a16="http://schemas.microsoft.com/office/drawing/2014/main" id="{7EA1904F-A458-343F-5D09-122A1E4ED2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164" r="-1" b="-1"/>
          <a:stretch>
            <a:fillRect/>
          </a:stretch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0E853-E286-C24D-75A9-EC063B561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8557" y="2551176"/>
            <a:ext cx="5444382" cy="3591207"/>
          </a:xfrm>
        </p:spPr>
        <p:txBody>
          <a:bodyPr>
            <a:normAutofit/>
          </a:bodyPr>
          <a:lstStyle/>
          <a:p>
            <a:r>
              <a:rPr lang="en-US" sz="2400" dirty="0"/>
              <a:t>The “HEAP” – A data structure!</a:t>
            </a:r>
          </a:p>
          <a:p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7E4C8-519D-80A1-A21C-EC6082EAF13C}"/>
              </a:ext>
            </a:extLst>
          </p:cNvPr>
          <p:cNvSpPr txBox="1"/>
          <p:nvPr/>
        </p:nvSpPr>
        <p:spPr>
          <a:xfrm>
            <a:off x="5267979" y="5535298"/>
            <a:ext cx="66920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more: </a:t>
            </a:r>
            <a:r>
              <a:rPr lang="en-US" dirty="0">
                <a:hlinkClick r:id="rId3"/>
              </a:rPr>
              <a:t>https://www.programiz.com/dsa/heap-data-structure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185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0868E0-2E6A-01FE-CE8E-4736D9007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2 Types of heap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EBEB2C-E11C-B34B-DA70-7CBBFB7DDF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6336363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86201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E5786F-120D-8645-04EA-2ED95A4C2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Max heap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2C604634-B899-2DAD-EC7B-80D464A873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594" y="467208"/>
            <a:ext cx="7115415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760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3EAFF-D179-C12E-2D91-13F459634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Min heap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FF98E7FA-7482-2E1E-C6D0-D8185717B4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665151"/>
            <a:ext cx="7225748" cy="5527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658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blue and yellow lights&#10;&#10;AI-generated content may be incorrect.">
            <a:extLst>
              <a:ext uri="{FF2B5EF4-FFF2-40B4-BE49-F238E27FC236}">
                <a16:creationId xmlns:a16="http://schemas.microsoft.com/office/drawing/2014/main" id="{A7943CF6-873B-A066-04A3-F0D46E799A9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7E2F95-AFF5-A135-0316-87C61E92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Heap properties &amp; functions</a:t>
            </a:r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F12C440E-6CB9-9BEE-159F-A6C2ABCEF7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9659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974905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16B554-0A08-0ADC-BE52-8E6A2F23C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Heapify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squares with white numbers&#10;&#10;AI-generated content may be incorrect.">
            <a:extLst>
              <a:ext uri="{FF2B5EF4-FFF2-40B4-BE49-F238E27FC236}">
                <a16:creationId xmlns:a16="http://schemas.microsoft.com/office/drawing/2014/main" id="{305E40B2-00B6-4C91-56CC-3AC0B99BFA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4" r="1628" b="-1"/>
          <a:stretch>
            <a:fillRect/>
          </a:stretch>
        </p:blipFill>
        <p:spPr>
          <a:xfrm>
            <a:off x="320040" y="2691992"/>
            <a:ext cx="11548872" cy="34693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4CA65-EC08-2340-5FB8-495CAD20D706}"/>
              </a:ext>
            </a:extLst>
          </p:cNvPr>
          <p:cNvSpPr txBox="1"/>
          <p:nvPr/>
        </p:nvSpPr>
        <p:spPr>
          <a:xfrm>
            <a:off x="4994910" y="2037201"/>
            <a:ext cx="2989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Step 1: Input array</a:t>
            </a:r>
          </a:p>
        </p:txBody>
      </p:sp>
    </p:spTree>
    <p:extLst>
      <p:ext uri="{BB962C8B-B14F-4D97-AF65-F5344CB8AC3E}">
        <p14:creationId xmlns:p14="http://schemas.microsoft.com/office/powerpoint/2010/main" val="18358928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E23707-40C7-C4F2-1246-700A0A2A1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3193" y="489507"/>
            <a:ext cx="3091607" cy="1655483"/>
          </a:xfrm>
        </p:spPr>
        <p:txBody>
          <a:bodyPr anchor="b">
            <a:normAutofit/>
          </a:bodyPr>
          <a:lstStyle/>
          <a:p>
            <a:r>
              <a:rPr lang="en-US" sz="4000" dirty="0"/>
              <a:t>Complete Binary Tree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73E9F761-6111-4A06-3B7C-964C50D6E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4" r="1555" b="-1"/>
          <a:stretch>
            <a:fillRect/>
          </a:stretch>
        </p:blipFill>
        <p:spPr>
          <a:xfrm>
            <a:off x="20" y="431"/>
            <a:ext cx="8115280" cy="6408311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338F2D3-BFCB-DE38-50EB-87D2AE7DB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193" y="2418408"/>
            <a:ext cx="2942813" cy="3540265"/>
          </a:xfrm>
        </p:spPr>
        <p:txBody>
          <a:bodyPr>
            <a:normAutofit/>
          </a:bodyPr>
          <a:lstStyle/>
          <a:p>
            <a:r>
              <a:rPr lang="en-US" sz="2400" dirty="0"/>
              <a:t>Step 2 – Construct the CBT From the input array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6883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3BE96-797E-850A-0080-A73CB257F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7E9FB8-1309-ED82-0E4C-8038A5DBD0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i="1" dirty="0"/>
                  <a:t>left</a:t>
                </a:r>
                <a:r>
                  <a:rPr lang="en-US" dirty="0"/>
                  <a:t> child of the element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7E9FB8-1309-ED82-0E4C-8038A5DBD0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14301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1BD96-9085-94FD-B788-FEA11764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53448-4274-68DC-4564-CFBAA5BE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8511C3-314E-D8DB-B6A6-5DB1F159CC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i="1" dirty="0"/>
                  <a:t>left </a:t>
                </a:r>
                <a:r>
                  <a:rPr lang="en-US" dirty="0"/>
                  <a:t>child of the element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right</a:t>
                </a:r>
                <a:r>
                  <a:rPr lang="en-US" dirty="0"/>
                  <a:t> child of the element at index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8511C3-314E-D8DB-B6A6-5DB1F159CC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00180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7353F-3277-A586-579C-A2E994993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400" y="1128094"/>
            <a:ext cx="3434180" cy="141527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/>
              <a:t>Step 3: “Heapify” – “Bubble up”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0B1AFC65-1833-16FC-141B-E6FC01C33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2096"/>
          <a:stretch>
            <a:fillRect/>
          </a:stretch>
        </p:blipFill>
        <p:spPr>
          <a:xfrm>
            <a:off x="-9886" y="10"/>
            <a:ext cx="7572605" cy="685799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9939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114FFC-7FAD-8A32-DB1B-03A802F03295}"/>
                  </a:ext>
                </a:extLst>
              </p:cNvPr>
              <p:cNvSpPr txBox="1"/>
              <p:nvPr/>
            </p:nvSpPr>
            <p:spPr>
              <a:xfrm>
                <a:off x="8153400" y="2543364"/>
                <a:ext cx="3434180" cy="359901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indent="-228600">
                  <a:lnSpc>
                    <a:spcPct val="9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Start from the first non-leaf node: </a:t>
                </a:r>
              </a:p>
              <a:p>
                <a:pPr indent="-228600">
                  <a:lnSpc>
                    <a:spcPct val="9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3200" dirty="0"/>
                  <a:t>index</a:t>
                </a:r>
                <a:r>
                  <a:rPr lang="en-US" sz="2400" dirty="0"/>
                  <a:t> </a:t>
                </a:r>
                <a:r>
                  <a:rPr lang="en-US" sz="3200" dirty="0"/>
                  <a:t>=</a:t>
                </a:r>
                <a:r>
                  <a:rPr lang="en-US" sz="44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400" b="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4400" b="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4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114FFC-7FAD-8A32-DB1B-03A802F03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400" y="2543364"/>
                <a:ext cx="3434180" cy="3599019"/>
              </a:xfrm>
              <a:prstGeom prst="rect">
                <a:avLst/>
              </a:prstGeom>
              <a:blipFill>
                <a:blip r:embed="rId3"/>
                <a:stretch>
                  <a:fillRect l="-4085" t="-2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22109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A9679DDA-70B8-F8D5-CC33-FC460BB78D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6" y="0"/>
            <a:ext cx="7920251" cy="666968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D426E-4AC2-3093-46E4-261681150AE4}"/>
              </a:ext>
            </a:extLst>
          </p:cNvPr>
          <p:cNvSpPr txBox="1"/>
          <p:nvPr/>
        </p:nvSpPr>
        <p:spPr>
          <a:xfrm>
            <a:off x="8159421" y="868680"/>
            <a:ext cx="373920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Swap the element with its biggest child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CBABAC-D8E7-B685-928C-8A02ED1CA924}"/>
              </a:ext>
            </a:extLst>
          </p:cNvPr>
          <p:cNvSpPr txBox="1"/>
          <p:nvPr/>
        </p:nvSpPr>
        <p:spPr>
          <a:xfrm>
            <a:off x="8159421" y="2640330"/>
            <a:ext cx="25223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Repeat until done</a:t>
            </a:r>
          </a:p>
        </p:txBody>
      </p:sp>
    </p:spTree>
    <p:extLst>
      <p:ext uri="{BB962C8B-B14F-4D97-AF65-F5344CB8AC3E}">
        <p14:creationId xmlns:p14="http://schemas.microsoft.com/office/powerpoint/2010/main" val="3199384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fractal&#10;&#10;AI-generated content may be incorrect.">
            <a:extLst>
              <a:ext uri="{FF2B5EF4-FFF2-40B4-BE49-F238E27FC236}">
                <a16:creationId xmlns:a16="http://schemas.microsoft.com/office/drawing/2014/main" id="{BF01BE70-C22F-1C53-37DB-E63DC704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870DEF6-46A2-D4F8-8BE6-91165D93E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83934" y="1860919"/>
            <a:ext cx="4975280" cy="3108645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19E767-BA52-3ACE-A9D5-8E3F9E454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0528" y="2299176"/>
            <a:ext cx="4131368" cy="15711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Example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22632D6-DED9-FDEC-FD9F-09FF0A45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3170" y="403477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96361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number in a row&#10;&#10;AI-generated content may be incorrect.">
            <a:extLst>
              <a:ext uri="{FF2B5EF4-FFF2-40B4-BE49-F238E27FC236}">
                <a16:creationId xmlns:a16="http://schemas.microsoft.com/office/drawing/2014/main" id="{EDF2404F-36D0-578D-93B9-A67F33EDF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472" y="1603630"/>
            <a:ext cx="9041055" cy="264426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D1C582-85EC-0DF2-42BA-9DB33A29E87C}"/>
              </a:ext>
            </a:extLst>
          </p:cNvPr>
          <p:cNvSpPr txBox="1"/>
          <p:nvPr/>
        </p:nvSpPr>
        <p:spPr>
          <a:xfrm>
            <a:off x="2926080" y="5143500"/>
            <a:ext cx="5692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https://www.interviewcake.com/concept/java/heapsort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8245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triangle with circles and numbers&#10;&#10;AI-generated content may be incorrect.">
            <a:extLst>
              <a:ext uri="{FF2B5EF4-FFF2-40B4-BE49-F238E27FC236}">
                <a16:creationId xmlns:a16="http://schemas.microsoft.com/office/drawing/2014/main" id="{C36C9E5A-4BE4-6229-C7C8-6C103D4EA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8737" y="881023"/>
            <a:ext cx="6894525" cy="5095954"/>
          </a:xfrm>
        </p:spPr>
      </p:pic>
    </p:spTree>
    <p:extLst>
      <p:ext uri="{BB962C8B-B14F-4D97-AF65-F5344CB8AC3E}">
        <p14:creationId xmlns:p14="http://schemas.microsoft.com/office/powerpoint/2010/main" val="2135268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90B2-5171-C22A-49AD-529AC310A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90A4A7-89F6-BC08-D5B5-164AF4CDEB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8737" y="881023"/>
            <a:ext cx="6894525" cy="5095954"/>
          </a:xfrm>
        </p:spPr>
      </p:pic>
    </p:spTree>
    <p:extLst>
      <p:ext uri="{BB962C8B-B14F-4D97-AF65-F5344CB8AC3E}">
        <p14:creationId xmlns:p14="http://schemas.microsoft.com/office/powerpoint/2010/main" val="6582316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3CB24-E632-A12E-53F1-31463B192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B5E70D-748D-44DE-6A19-F65798B5B0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881023"/>
            <a:ext cx="7588732" cy="5095954"/>
          </a:xfrm>
        </p:spPr>
      </p:pic>
    </p:spTree>
    <p:extLst>
      <p:ext uri="{BB962C8B-B14F-4D97-AF65-F5344CB8AC3E}">
        <p14:creationId xmlns:p14="http://schemas.microsoft.com/office/powerpoint/2010/main" val="26040243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7A0CE-AFB2-0E53-E1A0-32E59B7A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583F3E-8542-A508-878E-AB92CACBDA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881023"/>
            <a:ext cx="7588732" cy="5095954"/>
          </a:xfrm>
        </p:spPr>
      </p:pic>
    </p:spTree>
    <p:extLst>
      <p:ext uri="{BB962C8B-B14F-4D97-AF65-F5344CB8AC3E}">
        <p14:creationId xmlns:p14="http://schemas.microsoft.com/office/powerpoint/2010/main" val="36076139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1D992-640A-B5C0-B75B-A5EA38BF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1DE5E0-5F3B-EF7F-E1C5-6CA1A7FAF8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566241"/>
            <a:ext cx="7588732" cy="5725517"/>
          </a:xfrm>
        </p:spPr>
      </p:pic>
    </p:spTree>
    <p:extLst>
      <p:ext uri="{BB962C8B-B14F-4D97-AF65-F5344CB8AC3E}">
        <p14:creationId xmlns:p14="http://schemas.microsoft.com/office/powerpoint/2010/main" val="33999636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5CD6C-C64E-5710-3CE8-389D74B79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178C28-FDFC-B53A-0B11-19C7E3FC8C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5764960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D497-1BB6-6349-6DC0-C3882258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E53102-E4FF-C144-AE14-34413A6DB2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2194842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CE889-F534-7312-7D3D-8FDDA4EFE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50D2EC-4471-4368-D5B7-2F77C6A797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5546820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FB78-C356-69E3-7A93-B99B890E1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C07A43-CB45-EE3C-D063-844689EC19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9005166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D076E-F367-F101-1157-5E314FA1E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59E154-F0E4-730C-9444-AA720495CF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38751836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AAAA-CC12-465C-A647-717BBCCD7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FE3F005-0123-1EDF-5919-85DCB9AE01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11390337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3F97A-6665-9C46-4256-D138C9B1E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4A8240-9AD0-F317-2610-5FC8C2E9A4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3471557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A864B-ADB8-7710-2DF6-512CCCCDC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0430" y="583345"/>
            <a:ext cx="7160357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We can start sorting now</a:t>
            </a:r>
          </a:p>
        </p:txBody>
      </p:sp>
      <p:sp>
        <p:nvSpPr>
          <p:cNvPr id="9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1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29369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EFDA-8D32-A23F-DD9D-ED3DD1CBF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BF6571-9EFE-82C3-AF01-28D82A5914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4894779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A508B-C51E-E0F8-7035-39FF8850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E95D3D-2AF7-A03A-57ED-90623A773C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323126"/>
            <a:ext cx="8290166" cy="6211748"/>
          </a:xfrm>
        </p:spPr>
      </p:pic>
    </p:spTree>
    <p:extLst>
      <p:ext uri="{BB962C8B-B14F-4D97-AF65-F5344CB8AC3E}">
        <p14:creationId xmlns:p14="http://schemas.microsoft.com/office/powerpoint/2010/main" val="40146239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2F344-E226-06D2-C318-559F6383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D7AB72-3A0B-DF93-E72C-4D4340D9A0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323126"/>
            <a:ext cx="8290166" cy="6211748"/>
          </a:xfrm>
        </p:spPr>
      </p:pic>
    </p:spTree>
    <p:extLst>
      <p:ext uri="{BB962C8B-B14F-4D97-AF65-F5344CB8AC3E}">
        <p14:creationId xmlns:p14="http://schemas.microsoft.com/office/powerpoint/2010/main" val="4771188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8A116-DD44-4763-EB5C-B89C4932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1D71EDE-56ED-793D-B52A-78F9C656F2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161563"/>
            <a:ext cx="8290166" cy="6534874"/>
          </a:xfrm>
        </p:spPr>
      </p:pic>
    </p:spTree>
    <p:extLst>
      <p:ext uri="{BB962C8B-B14F-4D97-AF65-F5344CB8AC3E}">
        <p14:creationId xmlns:p14="http://schemas.microsoft.com/office/powerpoint/2010/main" val="10813127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5733-7457-8E0E-A3C6-A4C312B51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218D72-699D-208D-728E-83DE1AFB8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194310"/>
            <a:ext cx="8290166" cy="6340564"/>
          </a:xfrm>
        </p:spPr>
      </p:pic>
    </p:spTree>
    <p:extLst>
      <p:ext uri="{BB962C8B-B14F-4D97-AF65-F5344CB8AC3E}">
        <p14:creationId xmlns:p14="http://schemas.microsoft.com/office/powerpoint/2010/main" val="220161329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9304D-D1D2-0FCC-53DE-54D97CB29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4A2703-83D7-3250-E821-C9C5E29027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26889491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56B53-6D05-5BA8-DA7D-019D535F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4AD74F-082A-C3A5-D068-421EE199B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4934991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0E0DE-9495-FFAD-A41F-F667A1A7B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01EC9B-7C48-D4B7-4D6F-C0E1CD3990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14589712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6F05A-2387-9E8D-C0F1-C213A53F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78ABD0E-6593-89D3-75C4-DF10AF3242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26530315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CA392-3CD0-39F8-1310-2C982474A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C53CAB-7106-D037-3772-84EE2540B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10909822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C2426-8D50-4A5B-9F28-E7417D60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can guess the rest…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CC011-29AD-25B5-7FF9-EFB40C338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https://www.interviewcake.com/concept/java/heapsort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7813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FB461-3E7E-F25E-53D9-C47C6144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E9580D-5F28-2E24-BC97-45D5130DA8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Initial </a:t>
                </a:r>
                <a:r>
                  <a:rPr lang="en-US" dirty="0" err="1"/>
                  <a:t>heapification</a:t>
                </a:r>
                <a:r>
                  <a:rPr lang="en-US" dirty="0"/>
                  <a:t>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E9580D-5F28-2E24-BC97-45D5130DA8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1291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9BE4E-287F-96EC-43C9-6D645D051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57763-E97C-DEB7-8E09-3219B00D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D3EC3B-FE5F-7038-9494-0BD1AAE5D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Initial </a:t>
                </a:r>
                <a:r>
                  <a:rPr lang="en-US" dirty="0" err="1"/>
                  <a:t>heapification</a:t>
                </a:r>
                <a:r>
                  <a:rPr lang="en-US" dirty="0"/>
                  <a:t>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Deleting from a heap -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D3EC3B-FE5F-7038-9494-0BD1AAE5D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7833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CF288-44CE-B71B-4D8A-F91D81E3E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69B94-A7E4-DD3C-0C36-6FFF4D043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4C9C7D-C214-241B-C239-90EA7488F2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Initial </a:t>
                </a:r>
                <a:r>
                  <a:rPr lang="en-US" dirty="0" err="1"/>
                  <a:t>heapification</a:t>
                </a:r>
                <a:r>
                  <a:rPr lang="en-US" dirty="0"/>
                  <a:t>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Deleting from a heap -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 elements – N deletions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4C9C7D-C214-241B-C239-90EA7488F2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63642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0DB0D-8CDC-C069-4E5A-EB459A001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890" y="-12201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The fastest sorting algorithm in the west?</a:t>
            </a:r>
          </a:p>
        </p:txBody>
      </p:sp>
      <p:pic>
        <p:nvPicPr>
          <p:cNvPr id="5" name="Content Placeholder 4" descr="A person in a cowboy hat pointing an object&#10;&#10;AI-generated content may be incorrect.">
            <a:extLst>
              <a:ext uri="{FF2B5EF4-FFF2-40B4-BE49-F238E27FC236}">
                <a16:creationId xmlns:a16="http://schemas.microsoft.com/office/drawing/2014/main" id="{D79B97B1-A5C2-826F-E3B5-D0FE61E80B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766" y="902970"/>
            <a:ext cx="10168467" cy="5719763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05F104-790B-F8AA-E25E-1B9C7641D9AE}"/>
              </a:ext>
            </a:extLst>
          </p:cNvPr>
          <p:cNvSpPr txBox="1"/>
          <p:nvPr/>
        </p:nvSpPr>
        <p:spPr>
          <a:xfrm rot="251262">
            <a:off x="5911686" y="1629340"/>
            <a:ext cx="2452916" cy="769441"/>
          </a:xfrm>
          <a:prstGeom prst="rect">
            <a:avLst/>
          </a:prstGeom>
          <a:noFill/>
          <a:scene3d>
            <a:camera prst="isometricOffAxis1Right"/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Heapsort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4C30D4-81DC-AD9E-1931-5D6CB1A6A016}"/>
                  </a:ext>
                </a:extLst>
              </p:cNvPr>
              <p:cNvSpPr txBox="1"/>
              <p:nvPr/>
            </p:nvSpPr>
            <p:spPr>
              <a:xfrm rot="251262">
                <a:off x="3971939" y="3528418"/>
                <a:ext cx="2751010" cy="769441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44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4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US" sz="44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4400" b="0" i="0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44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sz="44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4C30D4-81DC-AD9E-1931-5D6CB1A6A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51262">
                <a:off x="3971939" y="3528418"/>
                <a:ext cx="2751010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8720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8AF99-BE8F-9B5E-BA15-30FFDB0B3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A new foe appeared!</a:t>
            </a:r>
          </a:p>
        </p:txBody>
      </p:sp>
      <p:pic>
        <p:nvPicPr>
          <p:cNvPr id="5" name="Content Placeholder 4" descr="A person in a hat holding an object&#10;&#10;AI-generated content may be incorrect.">
            <a:extLst>
              <a:ext uri="{FF2B5EF4-FFF2-40B4-BE49-F238E27FC236}">
                <a16:creationId xmlns:a16="http://schemas.microsoft.com/office/drawing/2014/main" id="{555B22E0-A23D-ADCD-CB14-AB575B885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40" y="1364241"/>
            <a:ext cx="10088880" cy="528405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9204B3-A0F0-7698-D949-40060A3FA421}"/>
              </a:ext>
            </a:extLst>
          </p:cNvPr>
          <p:cNvSpPr txBox="1"/>
          <p:nvPr/>
        </p:nvSpPr>
        <p:spPr>
          <a:xfrm rot="251262">
            <a:off x="5602359" y="1783448"/>
            <a:ext cx="2568652" cy="769441"/>
          </a:xfrm>
          <a:prstGeom prst="rect">
            <a:avLst/>
          </a:prstGeom>
          <a:noFill/>
          <a:scene3d>
            <a:camera prst="isometricOffAxis1Right"/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Quicksort</a:t>
            </a:r>
          </a:p>
        </p:txBody>
      </p:sp>
    </p:spTree>
    <p:extLst>
      <p:ext uri="{BB962C8B-B14F-4D97-AF65-F5344CB8AC3E}">
        <p14:creationId xmlns:p14="http://schemas.microsoft.com/office/powerpoint/2010/main" val="320161972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BAF3-D273-E5E4-CC94-60F965790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72BB7-88C7-A823-9CD3-56E60421E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95149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6499A-20D1-BF36-1E4C-152BE9AB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16C4D-F82D-9E68-43EC-EE42B67E7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4118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DC066-D79D-7E77-CDE2-ED5B3C945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new foe appeared…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56713-9F7F-A3BA-3A9A-FC74891C3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7944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621</Words>
  <Application>Microsoft Office PowerPoint</Application>
  <PresentationFormat>Widescreen</PresentationFormat>
  <Paragraphs>112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8" baseType="lpstr">
      <vt:lpstr>Aptos</vt:lpstr>
      <vt:lpstr>Aptos Display</vt:lpstr>
      <vt:lpstr>Arial</vt:lpstr>
      <vt:lpstr>Calibri</vt:lpstr>
      <vt:lpstr>Cambria Math</vt:lpstr>
      <vt:lpstr>1_Office Theme</vt:lpstr>
      <vt:lpstr>Data Structures and Algorithms I.</vt:lpstr>
      <vt:lpstr>Sorting Algorithms</vt:lpstr>
      <vt:lpstr>Why is sorting important?</vt:lpstr>
      <vt:lpstr>Database systems</vt:lpstr>
      <vt:lpstr>Searching</vt:lpstr>
      <vt:lpstr>Naive search (Brute force)</vt:lpstr>
      <vt:lpstr>Naive search (Brute force)</vt:lpstr>
      <vt:lpstr>Worst case scenario?</vt:lpstr>
      <vt:lpstr>Binary search</vt:lpstr>
      <vt:lpstr>Binary search</vt:lpstr>
      <vt:lpstr>Binary search</vt:lpstr>
      <vt:lpstr>Binary search</vt:lpstr>
      <vt:lpstr>Binary search</vt:lpstr>
      <vt:lpstr>Binary search</vt:lpstr>
      <vt:lpstr>Binary search</vt:lpstr>
      <vt:lpstr>But how quickly can we sort?</vt:lpstr>
      <vt:lpstr>Different approaches to sorting</vt:lpstr>
      <vt:lpstr>PowerPoint Presentation</vt:lpstr>
      <vt:lpstr>PowerPoint Presentation</vt:lpstr>
      <vt:lpstr>Comparison based sorting</vt:lpstr>
      <vt:lpstr>We have already seen</vt:lpstr>
      <vt:lpstr>Insertion sort – F.Y.I</vt:lpstr>
      <vt:lpstr>Merge sort – F.Y.I</vt:lpstr>
      <vt:lpstr>PowerPoint Presentation</vt:lpstr>
      <vt:lpstr>Characteristics</vt:lpstr>
      <vt:lpstr>Heapsort</vt:lpstr>
      <vt:lpstr>Heapsort</vt:lpstr>
      <vt:lpstr>New concept</vt:lpstr>
      <vt:lpstr>2 Types of heap</vt:lpstr>
      <vt:lpstr>Max heap</vt:lpstr>
      <vt:lpstr>Min heap</vt:lpstr>
      <vt:lpstr>Heap properties &amp; functions</vt:lpstr>
      <vt:lpstr>Heapify</vt:lpstr>
      <vt:lpstr>Complete Binary Tree</vt:lpstr>
      <vt:lpstr>How?</vt:lpstr>
      <vt:lpstr>How?</vt:lpstr>
      <vt:lpstr>Step 3: “Heapify” – “Bubble up”</vt:lpstr>
      <vt:lpstr>PowerPoint Presentation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We can start sorting now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You can guess the rest…</vt:lpstr>
      <vt:lpstr>Complexity</vt:lpstr>
      <vt:lpstr>Complexity</vt:lpstr>
      <vt:lpstr>Complexity</vt:lpstr>
      <vt:lpstr>The fastest sorting algorithm in the west?</vt:lpstr>
      <vt:lpstr>A new foe appeared!</vt:lpstr>
      <vt:lpstr>Quicksort</vt:lpstr>
      <vt:lpstr>PowerPoint Presentation</vt:lpstr>
      <vt:lpstr>A new foe appeared…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12</cp:revision>
  <dcterms:created xsi:type="dcterms:W3CDTF">2025-08-31T18:54:11Z</dcterms:created>
  <dcterms:modified xsi:type="dcterms:W3CDTF">2025-09-01T20:27:37Z</dcterms:modified>
</cp:coreProperties>
</file>