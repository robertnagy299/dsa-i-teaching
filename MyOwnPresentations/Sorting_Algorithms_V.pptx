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4" r:id="rId10"/>
    <p:sldId id="267" r:id="rId11"/>
    <p:sldId id="268" r:id="rId12"/>
    <p:sldId id="269" r:id="rId13"/>
    <p:sldId id="270" r:id="rId14"/>
    <p:sldId id="271" r:id="rId15"/>
    <p:sldId id="274" r:id="rId16"/>
    <p:sldId id="275" r:id="rId17"/>
    <p:sldId id="276" r:id="rId18"/>
    <p:sldId id="280" r:id="rId19"/>
    <p:sldId id="282" r:id="rId20"/>
    <p:sldId id="277" r:id="rId21"/>
    <p:sldId id="278" r:id="rId22"/>
    <p:sldId id="279" r:id="rId23"/>
    <p:sldId id="287" r:id="rId24"/>
    <p:sldId id="288" r:id="rId25"/>
    <p:sldId id="289" r:id="rId26"/>
    <p:sldId id="286" r:id="rId27"/>
    <p:sldId id="284" r:id="rId28"/>
    <p:sldId id="283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:r>
                <a:rPr lang="en-US" b="0" i="0">
                  <a:latin typeface="Cambria Math" panose="02040503050406030204" pitchFamily="18" charset="0"/>
                </a:rPr>
                <a:t>𝑂(𝑛)</a:t>
              </a:r>
              <a:endParaRPr lang="en-US" dirty="0"/>
            </a:p>
          </dgm:t>
        </dgm:pt>
      </mc:Fallback>
    </mc:AlternateConten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e>
                  </m:d>
                </m:oMath>
              </a14:m>
              <a:endParaRPr lang="en-US" dirty="0"/>
            </a:p>
          </dgm:t>
        </dgm:pt>
      </mc:Choice>
      <mc:Fallback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:r>
                <a:rPr lang="en-US" b="0" i="0">
                  <a:latin typeface="Cambria Math" panose="02040503050406030204" pitchFamily="18" charset="0"/>
                </a:rPr>
                <a:t>𝑂(log_2⁡〖(𝑛)〗 )</a:t>
              </a:r>
              <a:endParaRPr lang="en-US" dirty="0"/>
            </a:p>
          </dgm:t>
        </dgm:pt>
      </mc:Fallback>
    </mc:AlternateConten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CD870A-E94E-42C3-8870-26DB7A568720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dgm:pt modelId="{D0CBE030-AD08-40F7-AACA-06158EDFF521}">
      <dgm:prSet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18E3E2-ED3E-404D-BD8A-1B17EF9A758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9BEED2-C08A-4F6B-9E66-DF7413212D21}">
      <dgm:prSet/>
      <dgm:spPr/>
      <dgm:t>
        <a:bodyPr/>
        <a:lstStyle/>
        <a:p>
          <a:r>
            <a:rPr lang="en-US"/>
            <a:t>Comparison based</a:t>
          </a:r>
        </a:p>
      </dgm:t>
    </dgm:pt>
    <dgm:pt modelId="{AC6C6FA3-8702-4DE9-9273-424037A8B864}" type="parTrans" cxnId="{8EE98400-F89B-40E9-B5BA-79F4C247AA6C}">
      <dgm:prSet/>
      <dgm:spPr/>
      <dgm:t>
        <a:bodyPr/>
        <a:lstStyle/>
        <a:p>
          <a:endParaRPr lang="en-US"/>
        </a:p>
      </dgm:t>
    </dgm:pt>
    <dgm:pt modelId="{747088CB-8E8C-4F26-9705-D857638BABE3}" type="sibTrans" cxnId="{8EE98400-F89B-40E9-B5BA-79F4C247AA6C}">
      <dgm:prSet/>
      <dgm:spPr/>
      <dgm:t>
        <a:bodyPr/>
        <a:lstStyle/>
        <a:p>
          <a:endParaRPr lang="en-US"/>
        </a:p>
      </dgm:t>
    </dgm:pt>
    <dgm:pt modelId="{3C204562-ADE8-4BBD-A46F-6D8DCE5697D3}">
      <dgm:prSet/>
      <dgm:spPr/>
      <dgm:t>
        <a:bodyPr/>
        <a:lstStyle/>
        <a:p>
          <a:r>
            <a:rPr lang="en-US"/>
            <a:t>Non comparison based</a:t>
          </a:r>
        </a:p>
      </dgm:t>
    </dgm:pt>
    <dgm:pt modelId="{58718678-EF3E-4543-8145-01DFCEFE1C69}" type="parTrans" cxnId="{E2AA2BCB-06FF-4A0B-B492-BC76C00FD1B3}">
      <dgm:prSet/>
      <dgm:spPr/>
      <dgm:t>
        <a:bodyPr/>
        <a:lstStyle/>
        <a:p>
          <a:endParaRPr lang="en-US"/>
        </a:p>
      </dgm:t>
    </dgm:pt>
    <dgm:pt modelId="{F007934C-C085-477E-81A4-0DECFBD659DD}" type="sibTrans" cxnId="{E2AA2BCB-06FF-4A0B-B492-BC76C00FD1B3}">
      <dgm:prSet/>
      <dgm:spPr/>
      <dgm:t>
        <a:bodyPr/>
        <a:lstStyle/>
        <a:p>
          <a:endParaRPr lang="en-US"/>
        </a:p>
      </dgm:t>
    </dgm:pt>
    <dgm:pt modelId="{3E7358FB-7B54-4639-B56E-A467D0EC1D08}">
      <dgm:prSet/>
      <dgm:spPr/>
      <dgm:t>
        <a:bodyPr/>
        <a:lstStyle/>
        <a:p>
          <a:r>
            <a:rPr lang="en-US"/>
            <a:t>Hybrid</a:t>
          </a:r>
        </a:p>
      </dgm:t>
    </dgm:pt>
    <dgm:pt modelId="{DBF35E8D-C918-46CF-9991-3F4196B85E17}" type="parTrans" cxnId="{B46F3177-CC91-485B-AE4D-7FBB832A30AD}">
      <dgm:prSet/>
      <dgm:spPr/>
      <dgm:t>
        <a:bodyPr/>
        <a:lstStyle/>
        <a:p>
          <a:endParaRPr lang="en-US"/>
        </a:p>
      </dgm:t>
    </dgm:pt>
    <dgm:pt modelId="{4432E132-369D-4737-BFD4-CBA1E3199685}" type="sibTrans" cxnId="{B46F3177-CC91-485B-AE4D-7FBB832A30AD}">
      <dgm:prSet/>
      <dgm:spPr/>
      <dgm:t>
        <a:bodyPr/>
        <a:lstStyle/>
        <a:p>
          <a:endParaRPr lang="en-US"/>
        </a:p>
      </dgm:t>
    </dgm:pt>
    <dgm:pt modelId="{A9053CAF-ED19-4FEB-A108-1ECBBAEAF8B1}" type="pres">
      <dgm:prSet presAssocID="{7318E3E2-ED3E-404D-BD8A-1B17EF9A7582}" presName="linear" presStyleCnt="0">
        <dgm:presLayoutVars>
          <dgm:dir/>
          <dgm:animLvl val="lvl"/>
          <dgm:resizeHandles val="exact"/>
        </dgm:presLayoutVars>
      </dgm:prSet>
      <dgm:spPr/>
    </dgm:pt>
    <dgm:pt modelId="{DD64CE3C-D9EF-4681-BB5C-9AAD115D204E}" type="pres">
      <dgm:prSet presAssocID="{C39BEED2-C08A-4F6B-9E66-DF7413212D21}" presName="parentLin" presStyleCnt="0"/>
      <dgm:spPr/>
    </dgm:pt>
    <dgm:pt modelId="{6CBEE41F-87AB-4A15-B432-C5B056046CDB}" type="pres">
      <dgm:prSet presAssocID="{C39BEED2-C08A-4F6B-9E66-DF7413212D21}" presName="parentLeftMargin" presStyleLbl="node1" presStyleIdx="0" presStyleCnt="3"/>
      <dgm:spPr/>
    </dgm:pt>
    <dgm:pt modelId="{8AE6F3E3-1060-4D74-B1FE-E6F2A6D3B006}" type="pres">
      <dgm:prSet presAssocID="{C39BEED2-C08A-4F6B-9E66-DF7413212D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E6716C-D153-40C1-9C82-C2AAD96C15C6}" type="pres">
      <dgm:prSet presAssocID="{C39BEED2-C08A-4F6B-9E66-DF7413212D21}" presName="negativeSpace" presStyleCnt="0"/>
      <dgm:spPr/>
    </dgm:pt>
    <dgm:pt modelId="{671D7531-A7C1-4ACD-B2B6-6BD3C0EBD8C5}" type="pres">
      <dgm:prSet presAssocID="{C39BEED2-C08A-4F6B-9E66-DF7413212D21}" presName="childText" presStyleLbl="conFgAcc1" presStyleIdx="0" presStyleCnt="3">
        <dgm:presLayoutVars>
          <dgm:bulletEnabled val="1"/>
        </dgm:presLayoutVars>
      </dgm:prSet>
      <dgm:spPr/>
    </dgm:pt>
    <dgm:pt modelId="{60D43898-8ADF-460F-856F-E411444D3094}" type="pres">
      <dgm:prSet presAssocID="{747088CB-8E8C-4F26-9705-D857638BABE3}" presName="spaceBetweenRectangles" presStyleCnt="0"/>
      <dgm:spPr/>
    </dgm:pt>
    <dgm:pt modelId="{C9259901-F1E6-49D4-ABAB-490A8C19216D}" type="pres">
      <dgm:prSet presAssocID="{3C204562-ADE8-4BBD-A46F-6D8DCE5697D3}" presName="parentLin" presStyleCnt="0"/>
      <dgm:spPr/>
    </dgm:pt>
    <dgm:pt modelId="{60B67F1D-B1D9-4B9F-A737-D2E5638ECF40}" type="pres">
      <dgm:prSet presAssocID="{3C204562-ADE8-4BBD-A46F-6D8DCE5697D3}" presName="parentLeftMargin" presStyleLbl="node1" presStyleIdx="0" presStyleCnt="3"/>
      <dgm:spPr/>
    </dgm:pt>
    <dgm:pt modelId="{D3F71A0C-F981-42ED-A4CE-9382587EAECA}" type="pres">
      <dgm:prSet presAssocID="{3C204562-ADE8-4BBD-A46F-6D8DCE5697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C36D0B-1D54-404E-ADE7-FAB1603889D6}" type="pres">
      <dgm:prSet presAssocID="{3C204562-ADE8-4BBD-A46F-6D8DCE5697D3}" presName="negativeSpace" presStyleCnt="0"/>
      <dgm:spPr/>
    </dgm:pt>
    <dgm:pt modelId="{ECFAC8B9-81E2-4576-BA1D-86E372729AE0}" type="pres">
      <dgm:prSet presAssocID="{3C204562-ADE8-4BBD-A46F-6D8DCE5697D3}" presName="childText" presStyleLbl="conFgAcc1" presStyleIdx="1" presStyleCnt="3">
        <dgm:presLayoutVars>
          <dgm:bulletEnabled val="1"/>
        </dgm:presLayoutVars>
      </dgm:prSet>
      <dgm:spPr/>
    </dgm:pt>
    <dgm:pt modelId="{5A7A6C35-3403-4AAD-96BF-288D800C4AF7}" type="pres">
      <dgm:prSet presAssocID="{F007934C-C085-477E-81A4-0DECFBD659DD}" presName="spaceBetweenRectangles" presStyleCnt="0"/>
      <dgm:spPr/>
    </dgm:pt>
    <dgm:pt modelId="{6A851872-B471-4832-AE71-17FB87C4F5D1}" type="pres">
      <dgm:prSet presAssocID="{3E7358FB-7B54-4639-B56E-A467D0EC1D08}" presName="parentLin" presStyleCnt="0"/>
      <dgm:spPr/>
    </dgm:pt>
    <dgm:pt modelId="{4C53B77F-BF50-42DA-98D8-6C9747DB4BCE}" type="pres">
      <dgm:prSet presAssocID="{3E7358FB-7B54-4639-B56E-A467D0EC1D08}" presName="parentLeftMargin" presStyleLbl="node1" presStyleIdx="1" presStyleCnt="3"/>
      <dgm:spPr/>
    </dgm:pt>
    <dgm:pt modelId="{22068D13-9A3D-49F7-963F-54FB83FE2711}" type="pres">
      <dgm:prSet presAssocID="{3E7358FB-7B54-4639-B56E-A467D0EC1D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7C84E86-8084-4885-824F-1ECBABC933D7}" type="pres">
      <dgm:prSet presAssocID="{3E7358FB-7B54-4639-B56E-A467D0EC1D08}" presName="negativeSpace" presStyleCnt="0"/>
      <dgm:spPr/>
    </dgm:pt>
    <dgm:pt modelId="{5C175D13-A06B-4ABC-A535-2BED0625AF7F}" type="pres">
      <dgm:prSet presAssocID="{3E7358FB-7B54-4639-B56E-A467D0EC1D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EE98400-F89B-40E9-B5BA-79F4C247AA6C}" srcId="{7318E3E2-ED3E-404D-BD8A-1B17EF9A7582}" destId="{C39BEED2-C08A-4F6B-9E66-DF7413212D21}" srcOrd="0" destOrd="0" parTransId="{AC6C6FA3-8702-4DE9-9273-424037A8B864}" sibTransId="{747088CB-8E8C-4F26-9705-D857638BABE3}"/>
    <dgm:cxn modelId="{92C53618-92F8-4B50-96D3-0D0223F8E1B5}" type="presOf" srcId="{C39BEED2-C08A-4F6B-9E66-DF7413212D21}" destId="{8AE6F3E3-1060-4D74-B1FE-E6F2A6D3B006}" srcOrd="1" destOrd="0" presId="urn:microsoft.com/office/officeart/2005/8/layout/list1"/>
    <dgm:cxn modelId="{D7EFB91A-4803-4BE0-9EE1-8C3A8CD9FDAA}" type="presOf" srcId="{C39BEED2-C08A-4F6B-9E66-DF7413212D21}" destId="{6CBEE41F-87AB-4A15-B432-C5B056046CDB}" srcOrd="0" destOrd="0" presId="urn:microsoft.com/office/officeart/2005/8/layout/list1"/>
    <dgm:cxn modelId="{40CC4F4A-CA07-4B43-A9AF-467FD44BB478}" type="presOf" srcId="{3E7358FB-7B54-4639-B56E-A467D0EC1D08}" destId="{22068D13-9A3D-49F7-963F-54FB83FE2711}" srcOrd="1" destOrd="0" presId="urn:microsoft.com/office/officeart/2005/8/layout/list1"/>
    <dgm:cxn modelId="{B46F3177-CC91-485B-AE4D-7FBB832A30AD}" srcId="{7318E3E2-ED3E-404D-BD8A-1B17EF9A7582}" destId="{3E7358FB-7B54-4639-B56E-A467D0EC1D08}" srcOrd="2" destOrd="0" parTransId="{DBF35E8D-C918-46CF-9991-3F4196B85E17}" sibTransId="{4432E132-369D-4737-BFD4-CBA1E3199685}"/>
    <dgm:cxn modelId="{E2AA2BCB-06FF-4A0B-B492-BC76C00FD1B3}" srcId="{7318E3E2-ED3E-404D-BD8A-1B17EF9A7582}" destId="{3C204562-ADE8-4BBD-A46F-6D8DCE5697D3}" srcOrd="1" destOrd="0" parTransId="{58718678-EF3E-4543-8145-01DFCEFE1C69}" sibTransId="{F007934C-C085-477E-81A4-0DECFBD659DD}"/>
    <dgm:cxn modelId="{F0B712E6-6F16-441C-8D47-1B543DAA0D5E}" type="presOf" srcId="{3C204562-ADE8-4BBD-A46F-6D8DCE5697D3}" destId="{60B67F1D-B1D9-4B9F-A737-D2E5638ECF40}" srcOrd="0" destOrd="0" presId="urn:microsoft.com/office/officeart/2005/8/layout/list1"/>
    <dgm:cxn modelId="{48230CE8-3DA1-47BE-A6A3-0D2CBF4EFEC6}" type="presOf" srcId="{3C204562-ADE8-4BBD-A46F-6D8DCE5697D3}" destId="{D3F71A0C-F981-42ED-A4CE-9382587EAECA}" srcOrd="1" destOrd="0" presId="urn:microsoft.com/office/officeart/2005/8/layout/list1"/>
    <dgm:cxn modelId="{358C0DF3-07FE-4687-AF40-CC9C770E7178}" type="presOf" srcId="{7318E3E2-ED3E-404D-BD8A-1B17EF9A7582}" destId="{A9053CAF-ED19-4FEB-A108-1ECBBAEAF8B1}" srcOrd="0" destOrd="0" presId="urn:microsoft.com/office/officeart/2005/8/layout/list1"/>
    <dgm:cxn modelId="{958327F6-790C-44A8-973F-1D58AABB1F25}" type="presOf" srcId="{3E7358FB-7B54-4639-B56E-A467D0EC1D08}" destId="{4C53B77F-BF50-42DA-98D8-6C9747DB4BCE}" srcOrd="0" destOrd="0" presId="urn:microsoft.com/office/officeart/2005/8/layout/list1"/>
    <dgm:cxn modelId="{8E6F309C-9C81-46D5-8014-C293AA2C625A}" type="presParOf" srcId="{A9053CAF-ED19-4FEB-A108-1ECBBAEAF8B1}" destId="{DD64CE3C-D9EF-4681-BB5C-9AAD115D204E}" srcOrd="0" destOrd="0" presId="urn:microsoft.com/office/officeart/2005/8/layout/list1"/>
    <dgm:cxn modelId="{D6322940-53B2-4B0D-8FDB-AB94F65EBAF8}" type="presParOf" srcId="{DD64CE3C-D9EF-4681-BB5C-9AAD115D204E}" destId="{6CBEE41F-87AB-4A15-B432-C5B056046CDB}" srcOrd="0" destOrd="0" presId="urn:microsoft.com/office/officeart/2005/8/layout/list1"/>
    <dgm:cxn modelId="{869F2E28-7E5C-46BA-A611-56F979E73AD9}" type="presParOf" srcId="{DD64CE3C-D9EF-4681-BB5C-9AAD115D204E}" destId="{8AE6F3E3-1060-4D74-B1FE-E6F2A6D3B006}" srcOrd="1" destOrd="0" presId="urn:microsoft.com/office/officeart/2005/8/layout/list1"/>
    <dgm:cxn modelId="{2AB18F04-7872-4D0D-8432-F3124532D4E3}" type="presParOf" srcId="{A9053CAF-ED19-4FEB-A108-1ECBBAEAF8B1}" destId="{FDE6716C-D153-40C1-9C82-C2AAD96C15C6}" srcOrd="1" destOrd="0" presId="urn:microsoft.com/office/officeart/2005/8/layout/list1"/>
    <dgm:cxn modelId="{024F37F5-B825-40F6-8499-4335DF32BB5D}" type="presParOf" srcId="{A9053CAF-ED19-4FEB-A108-1ECBBAEAF8B1}" destId="{671D7531-A7C1-4ACD-B2B6-6BD3C0EBD8C5}" srcOrd="2" destOrd="0" presId="urn:microsoft.com/office/officeart/2005/8/layout/list1"/>
    <dgm:cxn modelId="{85EF65B1-73A7-4D5C-8FAD-5D0D3E9B5046}" type="presParOf" srcId="{A9053CAF-ED19-4FEB-A108-1ECBBAEAF8B1}" destId="{60D43898-8ADF-460F-856F-E411444D3094}" srcOrd="3" destOrd="0" presId="urn:microsoft.com/office/officeart/2005/8/layout/list1"/>
    <dgm:cxn modelId="{7D99099B-015D-4F76-986D-C5E40043AA81}" type="presParOf" srcId="{A9053CAF-ED19-4FEB-A108-1ECBBAEAF8B1}" destId="{C9259901-F1E6-49D4-ABAB-490A8C19216D}" srcOrd="4" destOrd="0" presId="urn:microsoft.com/office/officeart/2005/8/layout/list1"/>
    <dgm:cxn modelId="{138B4A62-6C18-4D7F-8052-DE0DB7DA55A1}" type="presParOf" srcId="{C9259901-F1E6-49D4-ABAB-490A8C19216D}" destId="{60B67F1D-B1D9-4B9F-A737-D2E5638ECF40}" srcOrd="0" destOrd="0" presId="urn:microsoft.com/office/officeart/2005/8/layout/list1"/>
    <dgm:cxn modelId="{82FEE83C-692B-4FA9-89CC-77DDA870D7D5}" type="presParOf" srcId="{C9259901-F1E6-49D4-ABAB-490A8C19216D}" destId="{D3F71A0C-F981-42ED-A4CE-9382587EAECA}" srcOrd="1" destOrd="0" presId="urn:microsoft.com/office/officeart/2005/8/layout/list1"/>
    <dgm:cxn modelId="{395F7795-8316-47DE-9705-EB5AED56DAAE}" type="presParOf" srcId="{A9053CAF-ED19-4FEB-A108-1ECBBAEAF8B1}" destId="{06C36D0B-1D54-404E-ADE7-FAB1603889D6}" srcOrd="5" destOrd="0" presId="urn:microsoft.com/office/officeart/2005/8/layout/list1"/>
    <dgm:cxn modelId="{CD8C5A96-CB61-4C0F-95B6-8A60D1A8097E}" type="presParOf" srcId="{A9053CAF-ED19-4FEB-A108-1ECBBAEAF8B1}" destId="{ECFAC8B9-81E2-4576-BA1D-86E372729AE0}" srcOrd="6" destOrd="0" presId="urn:microsoft.com/office/officeart/2005/8/layout/list1"/>
    <dgm:cxn modelId="{7F01567E-1719-4B44-A20A-BD69B4D8FE1B}" type="presParOf" srcId="{A9053CAF-ED19-4FEB-A108-1ECBBAEAF8B1}" destId="{5A7A6C35-3403-4AAD-96BF-288D800C4AF7}" srcOrd="7" destOrd="0" presId="urn:microsoft.com/office/officeart/2005/8/layout/list1"/>
    <dgm:cxn modelId="{CF7B32FF-C9FE-4D33-A2DE-4A2BB3196EC2}" type="presParOf" srcId="{A9053CAF-ED19-4FEB-A108-1ECBBAEAF8B1}" destId="{6A851872-B471-4832-AE71-17FB87C4F5D1}" srcOrd="8" destOrd="0" presId="urn:microsoft.com/office/officeart/2005/8/layout/list1"/>
    <dgm:cxn modelId="{3312CBE6-7B5E-429B-82D9-D721202660A6}" type="presParOf" srcId="{6A851872-B471-4832-AE71-17FB87C4F5D1}" destId="{4C53B77F-BF50-42DA-98D8-6C9747DB4BCE}" srcOrd="0" destOrd="0" presId="urn:microsoft.com/office/officeart/2005/8/layout/list1"/>
    <dgm:cxn modelId="{F4309393-55BA-4F92-AD63-7933D11808C0}" type="presParOf" srcId="{6A851872-B471-4832-AE71-17FB87C4F5D1}" destId="{22068D13-9A3D-49F7-963F-54FB83FE2711}" srcOrd="1" destOrd="0" presId="urn:microsoft.com/office/officeart/2005/8/layout/list1"/>
    <dgm:cxn modelId="{A0F8DF10-0523-4FAC-9F2C-DC44445EF02D}" type="presParOf" srcId="{A9053CAF-ED19-4FEB-A108-1ECBBAEAF8B1}" destId="{F7C84E86-8084-4885-824F-1ECBABC933D7}" srcOrd="9" destOrd="0" presId="urn:microsoft.com/office/officeart/2005/8/layout/list1"/>
    <dgm:cxn modelId="{BBD312BC-2465-4690-A83D-B4E10D3882D7}" type="presParOf" srcId="{A9053CAF-ED19-4FEB-A108-1ECBBAEAF8B1}" destId="{5C175D13-A06B-4ABC-A535-2BED0625AF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8379CD-7E04-40D7-A49F-755BFC5823B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C0C5EC-4C46-46D2-96DA-83F1211C115B}">
      <dgm:prSet/>
      <dgm:spPr/>
      <dgm:t>
        <a:bodyPr/>
        <a:lstStyle/>
        <a:p>
          <a:r>
            <a:rPr lang="en-US"/>
            <a:t>Stable sorting</a:t>
          </a:r>
        </a:p>
      </dgm:t>
    </dgm:pt>
    <dgm:pt modelId="{80AF0EB9-EC6C-4089-8484-8D2C0A53C6B2}" type="parTrans" cxnId="{2ECE5E7D-08D2-491B-8C4E-39BF09BC72B4}">
      <dgm:prSet/>
      <dgm:spPr/>
      <dgm:t>
        <a:bodyPr/>
        <a:lstStyle/>
        <a:p>
          <a:endParaRPr lang="en-US"/>
        </a:p>
      </dgm:t>
    </dgm:pt>
    <dgm:pt modelId="{8E6474ED-F7C7-4E21-A35D-F7E3B2435631}" type="sibTrans" cxnId="{2ECE5E7D-08D2-491B-8C4E-39BF09BC72B4}">
      <dgm:prSet/>
      <dgm:spPr/>
      <dgm:t>
        <a:bodyPr/>
        <a:lstStyle/>
        <a:p>
          <a:endParaRPr lang="en-US"/>
        </a:p>
      </dgm:t>
    </dgm:pt>
    <dgm:pt modelId="{3CE996B2-52E5-4ECF-B0E2-7994E83CA282}">
      <dgm:prSet/>
      <dgm:spPr/>
      <dgm:t>
        <a:bodyPr/>
        <a:lstStyle/>
        <a:p>
          <a:r>
            <a:rPr lang="en-US"/>
            <a:t>Unstable sorting</a:t>
          </a:r>
        </a:p>
      </dgm:t>
    </dgm:pt>
    <dgm:pt modelId="{8D4C93D2-033C-48D6-AC20-AFA7CECB428B}" type="parTrans" cxnId="{A2750C90-2B1A-4D98-A11B-F5434345492F}">
      <dgm:prSet/>
      <dgm:spPr/>
      <dgm:t>
        <a:bodyPr/>
        <a:lstStyle/>
        <a:p>
          <a:endParaRPr lang="en-US"/>
        </a:p>
      </dgm:t>
    </dgm:pt>
    <dgm:pt modelId="{4C516078-B6BC-4AD9-A398-9A5F5CA0DB37}" type="sibTrans" cxnId="{A2750C90-2B1A-4D98-A11B-F5434345492F}">
      <dgm:prSet/>
      <dgm:spPr/>
      <dgm:t>
        <a:bodyPr/>
        <a:lstStyle/>
        <a:p>
          <a:endParaRPr lang="en-US"/>
        </a:p>
      </dgm:t>
    </dgm:pt>
    <dgm:pt modelId="{A435CBD6-4638-4A9B-A56E-DCC5E69DA2BE}" type="pres">
      <dgm:prSet presAssocID="{C88379CD-7E04-40D7-A49F-755BFC5823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21A7B8-3F1D-4D4D-A17D-6B93260AC244}" type="pres">
      <dgm:prSet presAssocID="{B3C0C5EC-4C46-46D2-96DA-83F1211C115B}" presName="hierRoot1" presStyleCnt="0"/>
      <dgm:spPr/>
    </dgm:pt>
    <dgm:pt modelId="{8E9ECB06-EA42-485F-8683-03123C0D2343}" type="pres">
      <dgm:prSet presAssocID="{B3C0C5EC-4C46-46D2-96DA-83F1211C115B}" presName="composite" presStyleCnt="0"/>
      <dgm:spPr/>
    </dgm:pt>
    <dgm:pt modelId="{371209DC-4E5D-4198-AD0D-DF30C9DF43D9}" type="pres">
      <dgm:prSet presAssocID="{B3C0C5EC-4C46-46D2-96DA-83F1211C115B}" presName="background" presStyleLbl="node0" presStyleIdx="0" presStyleCnt="2"/>
      <dgm:spPr/>
    </dgm:pt>
    <dgm:pt modelId="{C0C72556-F7F9-49B3-A6E6-FF4DA17C8E65}" type="pres">
      <dgm:prSet presAssocID="{B3C0C5EC-4C46-46D2-96DA-83F1211C115B}" presName="text" presStyleLbl="fgAcc0" presStyleIdx="0" presStyleCnt="2">
        <dgm:presLayoutVars>
          <dgm:chPref val="3"/>
        </dgm:presLayoutVars>
      </dgm:prSet>
      <dgm:spPr/>
    </dgm:pt>
    <dgm:pt modelId="{FC6CC0BF-8447-4E9F-84EC-EBC3614D9416}" type="pres">
      <dgm:prSet presAssocID="{B3C0C5EC-4C46-46D2-96DA-83F1211C115B}" presName="hierChild2" presStyleCnt="0"/>
      <dgm:spPr/>
    </dgm:pt>
    <dgm:pt modelId="{B1BC2E39-8CEE-41A8-A715-7C4660B5F1CD}" type="pres">
      <dgm:prSet presAssocID="{3CE996B2-52E5-4ECF-B0E2-7994E83CA282}" presName="hierRoot1" presStyleCnt="0"/>
      <dgm:spPr/>
    </dgm:pt>
    <dgm:pt modelId="{E56AB16F-CBDB-4584-9C4D-63E4DDDA0168}" type="pres">
      <dgm:prSet presAssocID="{3CE996B2-52E5-4ECF-B0E2-7994E83CA282}" presName="composite" presStyleCnt="0"/>
      <dgm:spPr/>
    </dgm:pt>
    <dgm:pt modelId="{1D07F5B5-0673-458E-95F1-A79FE516B4BB}" type="pres">
      <dgm:prSet presAssocID="{3CE996B2-52E5-4ECF-B0E2-7994E83CA282}" presName="background" presStyleLbl="node0" presStyleIdx="1" presStyleCnt="2"/>
      <dgm:spPr/>
    </dgm:pt>
    <dgm:pt modelId="{C83AD698-C86E-479D-AC23-5F914700A0AA}" type="pres">
      <dgm:prSet presAssocID="{3CE996B2-52E5-4ECF-B0E2-7994E83CA282}" presName="text" presStyleLbl="fgAcc0" presStyleIdx="1" presStyleCnt="2">
        <dgm:presLayoutVars>
          <dgm:chPref val="3"/>
        </dgm:presLayoutVars>
      </dgm:prSet>
      <dgm:spPr/>
    </dgm:pt>
    <dgm:pt modelId="{05FCD4B1-7A4C-401B-8E22-6E990BCE51C2}" type="pres">
      <dgm:prSet presAssocID="{3CE996B2-52E5-4ECF-B0E2-7994E83CA282}" presName="hierChild2" presStyleCnt="0"/>
      <dgm:spPr/>
    </dgm:pt>
  </dgm:ptLst>
  <dgm:cxnLst>
    <dgm:cxn modelId="{36E12210-25F2-472B-B25A-434EB53E5B09}" type="presOf" srcId="{B3C0C5EC-4C46-46D2-96DA-83F1211C115B}" destId="{C0C72556-F7F9-49B3-A6E6-FF4DA17C8E65}" srcOrd="0" destOrd="0" presId="urn:microsoft.com/office/officeart/2005/8/layout/hierarchy1"/>
    <dgm:cxn modelId="{84DDE810-0B02-4378-AD5F-10C379948E1F}" type="presOf" srcId="{3CE996B2-52E5-4ECF-B0E2-7994E83CA282}" destId="{C83AD698-C86E-479D-AC23-5F914700A0AA}" srcOrd="0" destOrd="0" presId="urn:microsoft.com/office/officeart/2005/8/layout/hierarchy1"/>
    <dgm:cxn modelId="{2ECE5E7D-08D2-491B-8C4E-39BF09BC72B4}" srcId="{C88379CD-7E04-40D7-A49F-755BFC5823BD}" destId="{B3C0C5EC-4C46-46D2-96DA-83F1211C115B}" srcOrd="0" destOrd="0" parTransId="{80AF0EB9-EC6C-4089-8484-8D2C0A53C6B2}" sibTransId="{8E6474ED-F7C7-4E21-A35D-F7E3B2435631}"/>
    <dgm:cxn modelId="{A2750C90-2B1A-4D98-A11B-F5434345492F}" srcId="{C88379CD-7E04-40D7-A49F-755BFC5823BD}" destId="{3CE996B2-52E5-4ECF-B0E2-7994E83CA282}" srcOrd="1" destOrd="0" parTransId="{8D4C93D2-033C-48D6-AC20-AFA7CECB428B}" sibTransId="{4C516078-B6BC-4AD9-A398-9A5F5CA0DB37}"/>
    <dgm:cxn modelId="{91C7F298-C141-4933-BB98-2AE6960FF242}" type="presOf" srcId="{C88379CD-7E04-40D7-A49F-755BFC5823BD}" destId="{A435CBD6-4638-4A9B-A56E-DCC5E69DA2BE}" srcOrd="0" destOrd="0" presId="urn:microsoft.com/office/officeart/2005/8/layout/hierarchy1"/>
    <dgm:cxn modelId="{8ED21AC5-FFED-47F1-B6A6-CE0EFF33CB81}" type="presParOf" srcId="{A435CBD6-4638-4A9B-A56E-DCC5E69DA2BE}" destId="{8021A7B8-3F1D-4D4D-A17D-6B93260AC244}" srcOrd="0" destOrd="0" presId="urn:microsoft.com/office/officeart/2005/8/layout/hierarchy1"/>
    <dgm:cxn modelId="{2B1ED08B-7D10-4654-A481-11366E909D31}" type="presParOf" srcId="{8021A7B8-3F1D-4D4D-A17D-6B93260AC244}" destId="{8E9ECB06-EA42-485F-8683-03123C0D2343}" srcOrd="0" destOrd="0" presId="urn:microsoft.com/office/officeart/2005/8/layout/hierarchy1"/>
    <dgm:cxn modelId="{16B59997-9B57-4867-A69F-AF50599D03D5}" type="presParOf" srcId="{8E9ECB06-EA42-485F-8683-03123C0D2343}" destId="{371209DC-4E5D-4198-AD0D-DF30C9DF43D9}" srcOrd="0" destOrd="0" presId="urn:microsoft.com/office/officeart/2005/8/layout/hierarchy1"/>
    <dgm:cxn modelId="{54652863-257D-4C78-82FE-F4177E96BDEC}" type="presParOf" srcId="{8E9ECB06-EA42-485F-8683-03123C0D2343}" destId="{C0C72556-F7F9-49B3-A6E6-FF4DA17C8E65}" srcOrd="1" destOrd="0" presId="urn:microsoft.com/office/officeart/2005/8/layout/hierarchy1"/>
    <dgm:cxn modelId="{BA28F42A-7DF1-43A9-8783-A9A37CDCC82D}" type="presParOf" srcId="{8021A7B8-3F1D-4D4D-A17D-6B93260AC244}" destId="{FC6CC0BF-8447-4E9F-84EC-EBC3614D9416}" srcOrd="1" destOrd="0" presId="urn:microsoft.com/office/officeart/2005/8/layout/hierarchy1"/>
    <dgm:cxn modelId="{E269C95E-959D-4D8B-929B-FFFA40AEFC1C}" type="presParOf" srcId="{A435CBD6-4638-4A9B-A56E-DCC5E69DA2BE}" destId="{B1BC2E39-8CEE-41A8-A715-7C4660B5F1CD}" srcOrd="1" destOrd="0" presId="urn:microsoft.com/office/officeart/2005/8/layout/hierarchy1"/>
    <dgm:cxn modelId="{2917F727-CDB3-48C1-8CF4-09C1EEFD4FFA}" type="presParOf" srcId="{B1BC2E39-8CEE-41A8-A715-7C4660B5F1CD}" destId="{E56AB16F-CBDB-4584-9C4D-63E4DDDA0168}" srcOrd="0" destOrd="0" presId="urn:microsoft.com/office/officeart/2005/8/layout/hierarchy1"/>
    <dgm:cxn modelId="{6450FB34-0C9F-44FA-8F43-81362659E1AE}" type="presParOf" srcId="{E56AB16F-CBDB-4584-9C4D-63E4DDDA0168}" destId="{1D07F5B5-0673-458E-95F1-A79FE516B4BB}" srcOrd="0" destOrd="0" presId="urn:microsoft.com/office/officeart/2005/8/layout/hierarchy1"/>
    <dgm:cxn modelId="{D6543BA5-98AE-41E7-B2B8-E52210177E70}" type="presParOf" srcId="{E56AB16F-CBDB-4584-9C4D-63E4DDDA0168}" destId="{C83AD698-C86E-479D-AC23-5F914700A0AA}" srcOrd="1" destOrd="0" presId="urn:microsoft.com/office/officeart/2005/8/layout/hierarchy1"/>
    <dgm:cxn modelId="{FD3C448C-EDBE-4960-BF40-D4C77B7AC55E}" type="presParOf" srcId="{B1BC2E39-8CEE-41A8-A715-7C4660B5F1CD}" destId="{05FCD4B1-7A4C-401B-8E22-6E990BCE51C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D74AA6-9705-4A50-826F-F09B03861868}">
      <dgm:prSet custT="1"/>
      <dgm:spPr/>
      <dgm:t>
        <a:bodyPr/>
        <a:lstStyle/>
        <a:p>
          <a:r>
            <a:rPr lang="en-US" sz="4400" dirty="0"/>
            <a:t>Insertion sort - O(n)</a:t>
          </a:r>
        </a:p>
      </dgm:t>
    </dgm:p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14:m>
                <m:oMath xmlns:m="http://schemas.openxmlformats.org/officeDocument/2006/math"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∗</m:t>
                  </m:r>
                  <m:r>
                    <m:rPr>
                      <m:sty m:val="p"/>
                    </m:rPr>
                    <a:rPr lang="en-US" sz="4400" b="0" i="0" smtClean="0">
                      <a:latin typeface="Cambria Math" panose="02040503050406030204" pitchFamily="18" charset="0"/>
                    </a:rPr>
                    <m:t>log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⁡(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sz="4400" dirty="0"/>
                <a:t>)</a:t>
              </a:r>
            </a:p>
          </dgm:t>
        </dgm:pt>
      </mc:Choice>
      <mc:Fallback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:r>
                <a:rPr lang="en-US" sz="4400" b="0" i="0">
                  <a:latin typeface="Cambria Math" panose="02040503050406030204" pitchFamily="18" charset="0"/>
                </a:rPr>
                <a:t>𝑛∗log⁡(𝑛)</a:t>
              </a:r>
              <a:r>
                <a:rPr lang="en-US" sz="4400" dirty="0"/>
                <a:t>)</a:t>
              </a:r>
            </a:p>
          </dgm:t>
        </dgm:pt>
      </mc:Fallback>
    </mc:AlternateConten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D74AA6-9705-4A50-826F-F09B03861868}">
      <dgm:prSet custT="1"/>
      <dgm:spPr/>
      <dgm:t>
        <a:bodyPr/>
        <a:lstStyle/>
        <a:p>
          <a:r>
            <a:rPr lang="en-US" sz="4400" dirty="0"/>
            <a:t>Insertion sort - O(n)</a:t>
          </a:r>
        </a:p>
      </dgm:t>
    </dgm:p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dgm:pt modelId="{2424F55F-12B7-4AC2-807F-369971E89394}">
      <dgm:prSet custT="1"/>
      <dgm:spPr>
        <a:blipFill>
          <a:blip xmlns:r="http://schemas.openxmlformats.org/officeDocument/2006/relationships" r:embed="rId1"/>
          <a:stretch>
            <a:fillRect l="-1830" r="-366" b="-402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7F18D6-22C8-41AA-BD6A-A15BED36E0D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7926C54-4CF5-4478-9148-00CF5F6C8FF6}">
      <dgm:prSet/>
      <dgm:spPr/>
      <dgm:t>
        <a:bodyPr/>
        <a:lstStyle/>
        <a:p>
          <a:r>
            <a:rPr lang="en-US"/>
            <a:t>Insertion sort</a:t>
          </a:r>
        </a:p>
      </dgm:t>
    </dgm:pt>
    <dgm:pt modelId="{7E314ADF-71A3-4F18-A3F2-9A3D20ED17B5}" type="parTrans" cxnId="{4828438C-67AE-49B7-BC64-EBC93C0B2B3E}">
      <dgm:prSet/>
      <dgm:spPr/>
      <dgm:t>
        <a:bodyPr/>
        <a:lstStyle/>
        <a:p>
          <a:endParaRPr lang="en-US"/>
        </a:p>
      </dgm:t>
    </dgm:pt>
    <dgm:pt modelId="{7891A973-E99B-45B4-89D2-A6181C7D1F44}" type="sibTrans" cxnId="{4828438C-67AE-49B7-BC64-EBC93C0B2B3E}">
      <dgm:prSet/>
      <dgm:spPr/>
      <dgm:t>
        <a:bodyPr/>
        <a:lstStyle/>
        <a:p>
          <a:endParaRPr lang="en-US"/>
        </a:p>
      </dgm:t>
    </dgm:pt>
    <dgm:pt modelId="{E50E2B92-DCE3-42B8-8CB6-76F25B4AF169}">
      <dgm:prSet/>
      <dgm:spPr/>
      <dgm:t>
        <a:bodyPr/>
        <a:lstStyle/>
        <a:p>
          <a:r>
            <a:rPr lang="en-US"/>
            <a:t>Fast for almost sorted datasets</a:t>
          </a:r>
        </a:p>
      </dgm:t>
    </dgm:pt>
    <dgm:pt modelId="{FEC6CEC6-B23B-43B7-A9E7-9FCF96F0349E}" type="parTrans" cxnId="{9952A282-E904-4AF4-BCBE-1554E5DA771A}">
      <dgm:prSet/>
      <dgm:spPr/>
      <dgm:t>
        <a:bodyPr/>
        <a:lstStyle/>
        <a:p>
          <a:endParaRPr lang="en-US"/>
        </a:p>
      </dgm:t>
    </dgm:pt>
    <dgm:pt modelId="{7A566CA2-834F-4406-9623-F7A8D863C3E1}" type="sibTrans" cxnId="{9952A282-E904-4AF4-BCBE-1554E5DA771A}">
      <dgm:prSet/>
      <dgm:spPr/>
      <dgm:t>
        <a:bodyPr/>
        <a:lstStyle/>
        <a:p>
          <a:endParaRPr lang="en-US"/>
        </a:p>
      </dgm:t>
    </dgm:pt>
    <dgm:pt modelId="{5B66D8A0-379E-4342-A838-84A5239B0A20}">
      <dgm:prSet/>
      <dgm:spPr/>
      <dgm:t>
        <a:bodyPr/>
        <a:lstStyle/>
        <a:p>
          <a:r>
            <a:rPr lang="en-US"/>
            <a:t>Efficient for small datasets</a:t>
          </a:r>
        </a:p>
      </dgm:t>
    </dgm:pt>
    <dgm:pt modelId="{F3889BFB-E48E-42CD-850D-E43038A4EEA4}" type="parTrans" cxnId="{3810F60D-4329-42F1-B117-F04024AFD6D3}">
      <dgm:prSet/>
      <dgm:spPr/>
      <dgm:t>
        <a:bodyPr/>
        <a:lstStyle/>
        <a:p>
          <a:endParaRPr lang="en-US"/>
        </a:p>
      </dgm:t>
    </dgm:pt>
    <dgm:pt modelId="{3AAB5BEC-6267-4CB9-B007-A3BAA10536DB}" type="sibTrans" cxnId="{3810F60D-4329-42F1-B117-F04024AFD6D3}">
      <dgm:prSet/>
      <dgm:spPr/>
      <dgm:t>
        <a:bodyPr/>
        <a:lstStyle/>
        <a:p>
          <a:endParaRPr lang="en-US"/>
        </a:p>
      </dgm:t>
    </dgm:pt>
    <dgm:pt modelId="{3776C93A-87F8-4F99-85F9-73C8CA402D7A}">
      <dgm:prSet/>
      <dgm:spPr/>
      <dgm:t>
        <a:bodyPr/>
        <a:lstStyle/>
        <a:p>
          <a:r>
            <a:rPr lang="en-US"/>
            <a:t>Low memory usage</a:t>
          </a:r>
        </a:p>
      </dgm:t>
    </dgm:pt>
    <dgm:pt modelId="{71D19022-607D-448A-88A1-34FE6056B715}" type="parTrans" cxnId="{9C7123AF-CFDA-4FFE-9F71-A9A9E10110EC}">
      <dgm:prSet/>
      <dgm:spPr/>
      <dgm:t>
        <a:bodyPr/>
        <a:lstStyle/>
        <a:p>
          <a:endParaRPr lang="en-US"/>
        </a:p>
      </dgm:t>
    </dgm:pt>
    <dgm:pt modelId="{7838E422-E0E2-4F08-9902-345BCF65FE0A}" type="sibTrans" cxnId="{9C7123AF-CFDA-4FFE-9F71-A9A9E10110EC}">
      <dgm:prSet/>
      <dgm:spPr/>
      <dgm:t>
        <a:bodyPr/>
        <a:lstStyle/>
        <a:p>
          <a:endParaRPr lang="en-US"/>
        </a:p>
      </dgm:t>
    </dgm:pt>
    <dgm:pt modelId="{D0B0BD52-6504-4CD2-8523-85E9CEC76E93}">
      <dgm:prSet/>
      <dgm:spPr/>
      <dgm:t>
        <a:bodyPr/>
        <a:lstStyle/>
        <a:p>
          <a:r>
            <a:rPr lang="en-US" dirty="0"/>
            <a:t>Stable</a:t>
          </a:r>
        </a:p>
      </dgm:t>
    </dgm:pt>
    <dgm:pt modelId="{98C1525B-6588-4B4A-B8E3-408BC3081F3C}" type="parTrans" cxnId="{F99E01A6-3582-4FD0-97D1-63F9B316FA09}">
      <dgm:prSet/>
      <dgm:spPr/>
      <dgm:t>
        <a:bodyPr/>
        <a:lstStyle/>
        <a:p>
          <a:endParaRPr lang="en-US"/>
        </a:p>
      </dgm:t>
    </dgm:pt>
    <dgm:pt modelId="{0E4A5C77-CD12-40EA-8A45-3891A4683670}" type="sibTrans" cxnId="{F99E01A6-3582-4FD0-97D1-63F9B316FA09}">
      <dgm:prSet/>
      <dgm:spPr/>
      <dgm:t>
        <a:bodyPr/>
        <a:lstStyle/>
        <a:p>
          <a:endParaRPr lang="en-US"/>
        </a:p>
      </dgm:t>
    </dgm:pt>
    <dgm:pt modelId="{48598301-680A-493F-B65F-83991832E049}">
      <dgm:prSet/>
      <dgm:spPr/>
      <dgm:t>
        <a:bodyPr/>
        <a:lstStyle/>
        <a:p>
          <a:r>
            <a:rPr lang="en-US"/>
            <a:t>Merge sort</a:t>
          </a:r>
        </a:p>
      </dgm:t>
    </dgm:pt>
    <dgm:pt modelId="{42C6481B-F157-4B67-BA90-0A0B794BC719}" type="parTrans" cxnId="{A4EC5627-6B03-4595-AA3C-EE4E86C2B5C4}">
      <dgm:prSet/>
      <dgm:spPr/>
      <dgm:t>
        <a:bodyPr/>
        <a:lstStyle/>
        <a:p>
          <a:endParaRPr lang="en-US"/>
        </a:p>
      </dgm:t>
    </dgm:pt>
    <dgm:pt modelId="{F4870361-D655-41BA-A5CC-934D98C05431}" type="sibTrans" cxnId="{A4EC5627-6B03-4595-AA3C-EE4E86C2B5C4}">
      <dgm:prSet/>
      <dgm:spPr/>
      <dgm:t>
        <a:bodyPr/>
        <a:lstStyle/>
        <a:p>
          <a:endParaRPr lang="en-US"/>
        </a:p>
      </dgm:t>
    </dgm:pt>
    <dgm:pt modelId="{0D1E6491-4DB2-474D-B018-7D781F226E27}">
      <dgm:prSet/>
      <dgm:spPr/>
      <dgm:t>
        <a:bodyPr/>
        <a:lstStyle/>
        <a:p>
          <a:r>
            <a:rPr lang="en-US"/>
            <a:t>Efficient for large datasets</a:t>
          </a:r>
        </a:p>
      </dgm:t>
    </dgm:pt>
    <dgm:pt modelId="{29676528-DAA8-492A-8F51-A14B265C67E1}" type="parTrans" cxnId="{D52514BA-0E1B-4938-9C64-2E2C081E1DCB}">
      <dgm:prSet/>
      <dgm:spPr/>
      <dgm:t>
        <a:bodyPr/>
        <a:lstStyle/>
        <a:p>
          <a:endParaRPr lang="en-US"/>
        </a:p>
      </dgm:t>
    </dgm:pt>
    <dgm:pt modelId="{58C90330-854A-4DF5-8AF9-7BB5E3E236E8}" type="sibTrans" cxnId="{D52514BA-0E1B-4938-9C64-2E2C081E1DCB}">
      <dgm:prSet/>
      <dgm:spPr/>
      <dgm:t>
        <a:bodyPr/>
        <a:lstStyle/>
        <a:p>
          <a:endParaRPr lang="en-US"/>
        </a:p>
      </dgm:t>
    </dgm:pt>
    <dgm:pt modelId="{AA517F4F-5C9B-481B-AABC-A7E07ED6559D}">
      <dgm:prSet/>
      <dgm:spPr/>
      <dgm:t>
        <a:bodyPr/>
        <a:lstStyle/>
        <a:p>
          <a:r>
            <a:rPr lang="en-US"/>
            <a:t>Uses extra memory</a:t>
          </a:r>
        </a:p>
      </dgm:t>
    </dgm:pt>
    <dgm:pt modelId="{C88245F0-6055-4F74-B09D-27DCBC7DE080}" type="parTrans" cxnId="{4B03E043-4EC5-41B2-92EB-887998FEB32B}">
      <dgm:prSet/>
      <dgm:spPr/>
      <dgm:t>
        <a:bodyPr/>
        <a:lstStyle/>
        <a:p>
          <a:endParaRPr lang="en-US"/>
        </a:p>
      </dgm:t>
    </dgm:pt>
    <dgm:pt modelId="{B65D99B8-4201-46CF-8C1D-F1289B5A745B}" type="sibTrans" cxnId="{4B03E043-4EC5-41B2-92EB-887998FEB32B}">
      <dgm:prSet/>
      <dgm:spPr/>
      <dgm:t>
        <a:bodyPr/>
        <a:lstStyle/>
        <a:p>
          <a:endParaRPr lang="en-US"/>
        </a:p>
      </dgm:t>
    </dgm:pt>
    <dgm:pt modelId="{8CF6B74A-F9FF-4E02-842B-0D1A0414A42E}">
      <dgm:prSet/>
      <dgm:spPr/>
      <dgm:t>
        <a:bodyPr/>
        <a:lstStyle/>
        <a:p>
          <a:r>
            <a:rPr lang="en-US"/>
            <a:t>Stable</a:t>
          </a:r>
        </a:p>
      </dgm:t>
    </dgm:pt>
    <dgm:pt modelId="{CD96CE6F-14CB-44A5-B252-5184517768F5}" type="parTrans" cxnId="{67BDEDEB-6E1E-4FE9-B503-F80BBE0442AF}">
      <dgm:prSet/>
      <dgm:spPr/>
      <dgm:t>
        <a:bodyPr/>
        <a:lstStyle/>
        <a:p>
          <a:endParaRPr lang="en-US"/>
        </a:p>
      </dgm:t>
    </dgm:pt>
    <dgm:pt modelId="{9C75A29E-B91C-4F6E-8E6A-C8572EF8D110}" type="sibTrans" cxnId="{67BDEDEB-6E1E-4FE9-B503-F80BBE0442AF}">
      <dgm:prSet/>
      <dgm:spPr/>
      <dgm:t>
        <a:bodyPr/>
        <a:lstStyle/>
        <a:p>
          <a:endParaRPr lang="en-US"/>
        </a:p>
      </dgm:t>
    </dgm:pt>
    <dgm:pt modelId="{75256B0B-9534-451D-92BD-C98FDC5302CB}" type="pres">
      <dgm:prSet presAssocID="{ED7F18D6-22C8-41AA-BD6A-A15BED36E0DE}" presName="Name0" presStyleCnt="0">
        <dgm:presLayoutVars>
          <dgm:dir/>
          <dgm:animLvl val="lvl"/>
          <dgm:resizeHandles val="exact"/>
        </dgm:presLayoutVars>
      </dgm:prSet>
      <dgm:spPr/>
    </dgm:pt>
    <dgm:pt modelId="{9B6B45C2-3EB6-44D7-89CE-D76699809074}" type="pres">
      <dgm:prSet presAssocID="{D7926C54-4CF5-4478-9148-00CF5F6C8FF6}" presName="linNode" presStyleCnt="0"/>
      <dgm:spPr/>
    </dgm:pt>
    <dgm:pt modelId="{69CDAC79-9964-459D-964F-A0EA04A4879D}" type="pres">
      <dgm:prSet presAssocID="{D7926C54-4CF5-4478-9148-00CF5F6C8FF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ECD63E5-4F66-4B0C-B068-CED9952E9D5A}" type="pres">
      <dgm:prSet presAssocID="{D7926C54-4CF5-4478-9148-00CF5F6C8FF6}" presName="descendantText" presStyleLbl="alignAccFollowNode1" presStyleIdx="0" presStyleCnt="2">
        <dgm:presLayoutVars>
          <dgm:bulletEnabled val="1"/>
        </dgm:presLayoutVars>
      </dgm:prSet>
      <dgm:spPr/>
    </dgm:pt>
    <dgm:pt modelId="{6A886D8E-06E1-429C-9EFB-910DF19CA432}" type="pres">
      <dgm:prSet presAssocID="{7891A973-E99B-45B4-89D2-A6181C7D1F44}" presName="sp" presStyleCnt="0"/>
      <dgm:spPr/>
    </dgm:pt>
    <dgm:pt modelId="{C1C6FF86-21A7-481F-8107-6C1FF3CFC9E0}" type="pres">
      <dgm:prSet presAssocID="{48598301-680A-493F-B65F-83991832E049}" presName="linNode" presStyleCnt="0"/>
      <dgm:spPr/>
    </dgm:pt>
    <dgm:pt modelId="{AE510EC4-BC54-461A-9F0C-6BA945AF9BD8}" type="pres">
      <dgm:prSet presAssocID="{48598301-680A-493F-B65F-83991832E04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2F56358-AB68-4D88-B7B7-797F38FAB7E6}" type="pres">
      <dgm:prSet presAssocID="{48598301-680A-493F-B65F-83991832E04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5ECD105-8EC6-473C-93BC-277F6FE5308C}" type="presOf" srcId="{0D1E6491-4DB2-474D-B018-7D781F226E27}" destId="{32F56358-AB68-4D88-B7B7-797F38FAB7E6}" srcOrd="0" destOrd="0" presId="urn:microsoft.com/office/officeart/2005/8/layout/vList5"/>
    <dgm:cxn modelId="{3810F60D-4329-42F1-B117-F04024AFD6D3}" srcId="{D7926C54-4CF5-4478-9148-00CF5F6C8FF6}" destId="{5B66D8A0-379E-4342-A838-84A5239B0A20}" srcOrd="1" destOrd="0" parTransId="{F3889BFB-E48E-42CD-850D-E43038A4EEA4}" sibTransId="{3AAB5BEC-6267-4CB9-B007-A3BAA10536DB}"/>
    <dgm:cxn modelId="{2CD0490E-992E-4223-9495-D4B83344817E}" type="presOf" srcId="{3776C93A-87F8-4F99-85F9-73C8CA402D7A}" destId="{CECD63E5-4F66-4B0C-B068-CED9952E9D5A}" srcOrd="0" destOrd="2" presId="urn:microsoft.com/office/officeart/2005/8/layout/vList5"/>
    <dgm:cxn modelId="{A4EC5627-6B03-4595-AA3C-EE4E86C2B5C4}" srcId="{ED7F18D6-22C8-41AA-BD6A-A15BED36E0DE}" destId="{48598301-680A-493F-B65F-83991832E049}" srcOrd="1" destOrd="0" parTransId="{42C6481B-F157-4B67-BA90-0A0B794BC719}" sibTransId="{F4870361-D655-41BA-A5CC-934D98C05431}"/>
    <dgm:cxn modelId="{FBA15F5E-7923-4DB4-B340-CF319F8E9729}" type="presOf" srcId="{D0B0BD52-6504-4CD2-8523-85E9CEC76E93}" destId="{CECD63E5-4F66-4B0C-B068-CED9952E9D5A}" srcOrd="0" destOrd="3" presId="urn:microsoft.com/office/officeart/2005/8/layout/vList5"/>
    <dgm:cxn modelId="{4B03E043-4EC5-41B2-92EB-887998FEB32B}" srcId="{48598301-680A-493F-B65F-83991832E049}" destId="{AA517F4F-5C9B-481B-AABC-A7E07ED6559D}" srcOrd="1" destOrd="0" parTransId="{C88245F0-6055-4F74-B09D-27DCBC7DE080}" sibTransId="{B65D99B8-4201-46CF-8C1D-F1289B5A745B}"/>
    <dgm:cxn modelId="{F1F87470-C157-4B20-A95F-D030227408A0}" type="presOf" srcId="{48598301-680A-493F-B65F-83991832E049}" destId="{AE510EC4-BC54-461A-9F0C-6BA945AF9BD8}" srcOrd="0" destOrd="0" presId="urn:microsoft.com/office/officeart/2005/8/layout/vList5"/>
    <dgm:cxn modelId="{33FE4E54-5EE3-4A8D-9BD7-DC2EB9C5052D}" type="presOf" srcId="{D7926C54-4CF5-4478-9148-00CF5F6C8FF6}" destId="{69CDAC79-9964-459D-964F-A0EA04A4879D}" srcOrd="0" destOrd="0" presId="urn:microsoft.com/office/officeart/2005/8/layout/vList5"/>
    <dgm:cxn modelId="{78F4E95A-CB3E-47DF-B055-90A24628836D}" type="presOf" srcId="{ED7F18D6-22C8-41AA-BD6A-A15BED36E0DE}" destId="{75256B0B-9534-451D-92BD-C98FDC5302CB}" srcOrd="0" destOrd="0" presId="urn:microsoft.com/office/officeart/2005/8/layout/vList5"/>
    <dgm:cxn modelId="{25F49E7F-6D42-40A8-B088-56797EAAF2D4}" type="presOf" srcId="{E50E2B92-DCE3-42B8-8CB6-76F25B4AF169}" destId="{CECD63E5-4F66-4B0C-B068-CED9952E9D5A}" srcOrd="0" destOrd="0" presId="urn:microsoft.com/office/officeart/2005/8/layout/vList5"/>
    <dgm:cxn modelId="{9952A282-E904-4AF4-BCBE-1554E5DA771A}" srcId="{D7926C54-4CF5-4478-9148-00CF5F6C8FF6}" destId="{E50E2B92-DCE3-42B8-8CB6-76F25B4AF169}" srcOrd="0" destOrd="0" parTransId="{FEC6CEC6-B23B-43B7-A9E7-9FCF96F0349E}" sibTransId="{7A566CA2-834F-4406-9623-F7A8D863C3E1}"/>
    <dgm:cxn modelId="{4828438C-67AE-49B7-BC64-EBC93C0B2B3E}" srcId="{ED7F18D6-22C8-41AA-BD6A-A15BED36E0DE}" destId="{D7926C54-4CF5-4478-9148-00CF5F6C8FF6}" srcOrd="0" destOrd="0" parTransId="{7E314ADF-71A3-4F18-A3F2-9A3D20ED17B5}" sibTransId="{7891A973-E99B-45B4-89D2-A6181C7D1F44}"/>
    <dgm:cxn modelId="{8D56129A-EB28-48E1-A972-E32BF1270421}" type="presOf" srcId="{AA517F4F-5C9B-481B-AABC-A7E07ED6559D}" destId="{32F56358-AB68-4D88-B7B7-797F38FAB7E6}" srcOrd="0" destOrd="1" presId="urn:microsoft.com/office/officeart/2005/8/layout/vList5"/>
    <dgm:cxn modelId="{F99E01A6-3582-4FD0-97D1-63F9B316FA09}" srcId="{D7926C54-4CF5-4478-9148-00CF5F6C8FF6}" destId="{D0B0BD52-6504-4CD2-8523-85E9CEC76E93}" srcOrd="3" destOrd="0" parTransId="{98C1525B-6588-4B4A-B8E3-408BC3081F3C}" sibTransId="{0E4A5C77-CD12-40EA-8A45-3891A4683670}"/>
    <dgm:cxn modelId="{52FD45A6-E1CF-4CD2-8808-C799EA66F791}" type="presOf" srcId="{5B66D8A0-379E-4342-A838-84A5239B0A20}" destId="{CECD63E5-4F66-4B0C-B068-CED9952E9D5A}" srcOrd="0" destOrd="1" presId="urn:microsoft.com/office/officeart/2005/8/layout/vList5"/>
    <dgm:cxn modelId="{9C7123AF-CFDA-4FFE-9F71-A9A9E10110EC}" srcId="{D7926C54-4CF5-4478-9148-00CF5F6C8FF6}" destId="{3776C93A-87F8-4F99-85F9-73C8CA402D7A}" srcOrd="2" destOrd="0" parTransId="{71D19022-607D-448A-88A1-34FE6056B715}" sibTransId="{7838E422-E0E2-4F08-9902-345BCF65FE0A}"/>
    <dgm:cxn modelId="{D52514BA-0E1B-4938-9C64-2E2C081E1DCB}" srcId="{48598301-680A-493F-B65F-83991832E049}" destId="{0D1E6491-4DB2-474D-B018-7D781F226E27}" srcOrd="0" destOrd="0" parTransId="{29676528-DAA8-492A-8F51-A14B265C67E1}" sibTransId="{58C90330-854A-4DF5-8AF9-7BB5E3E236E8}"/>
    <dgm:cxn modelId="{4723FCC4-FAB7-45F2-8FF9-DA75E9EE7EB0}" type="presOf" srcId="{8CF6B74A-F9FF-4E02-842B-0D1A0414A42E}" destId="{32F56358-AB68-4D88-B7B7-797F38FAB7E6}" srcOrd="0" destOrd="2" presId="urn:microsoft.com/office/officeart/2005/8/layout/vList5"/>
    <dgm:cxn modelId="{67BDEDEB-6E1E-4FE9-B503-F80BBE0442AF}" srcId="{48598301-680A-493F-B65F-83991832E049}" destId="{8CF6B74A-F9FF-4E02-842B-0D1A0414A42E}" srcOrd="2" destOrd="0" parTransId="{CD96CE6F-14CB-44A5-B252-5184517768F5}" sibTransId="{9C75A29E-B91C-4F6E-8E6A-C8572EF8D110}"/>
    <dgm:cxn modelId="{4DB26D26-A823-4CE2-BBEE-AB533D0BF1A5}" type="presParOf" srcId="{75256B0B-9534-451D-92BD-C98FDC5302CB}" destId="{9B6B45C2-3EB6-44D7-89CE-D76699809074}" srcOrd="0" destOrd="0" presId="urn:microsoft.com/office/officeart/2005/8/layout/vList5"/>
    <dgm:cxn modelId="{1376B93C-26F8-414E-A00D-A8529223467C}" type="presParOf" srcId="{9B6B45C2-3EB6-44D7-89CE-D76699809074}" destId="{69CDAC79-9964-459D-964F-A0EA04A4879D}" srcOrd="0" destOrd="0" presId="urn:microsoft.com/office/officeart/2005/8/layout/vList5"/>
    <dgm:cxn modelId="{2BEF291D-37B6-4F5F-80D6-F59DE957F821}" type="presParOf" srcId="{9B6B45C2-3EB6-44D7-89CE-D76699809074}" destId="{CECD63E5-4F66-4B0C-B068-CED9952E9D5A}" srcOrd="1" destOrd="0" presId="urn:microsoft.com/office/officeart/2005/8/layout/vList5"/>
    <dgm:cxn modelId="{2DF36B07-80FA-48F0-AB46-6F86E5071350}" type="presParOf" srcId="{75256B0B-9534-451D-92BD-C98FDC5302CB}" destId="{6A886D8E-06E1-429C-9EFB-910DF19CA432}" srcOrd="1" destOrd="0" presId="urn:microsoft.com/office/officeart/2005/8/layout/vList5"/>
    <dgm:cxn modelId="{BAE45731-075D-4C03-B89A-71676A07785F}" type="presParOf" srcId="{75256B0B-9534-451D-92BD-C98FDC5302CB}" destId="{C1C6FF86-21A7-481F-8107-6C1FF3CFC9E0}" srcOrd="2" destOrd="0" presId="urn:microsoft.com/office/officeart/2005/8/layout/vList5"/>
    <dgm:cxn modelId="{8B02C860-747F-4F72-9E29-8A86F5D973B1}" type="presParOf" srcId="{C1C6FF86-21A7-481F-8107-6C1FF3CFC9E0}" destId="{AE510EC4-BC54-461A-9F0C-6BA945AF9BD8}" srcOrd="0" destOrd="0" presId="urn:microsoft.com/office/officeart/2005/8/layout/vList5"/>
    <dgm:cxn modelId="{822954F5-6487-4DD5-A97A-7BC546344D34}" type="presParOf" srcId="{C1C6FF86-21A7-481F-8107-6C1FF3CFC9E0}" destId="{32F56358-AB68-4D88-B7B7-797F38FAB7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8514-7F56-40DA-B778-C6AC797505B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6B0C6-D7EF-4F27-BA38-249BD41D1BAB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Naive approach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(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5600" kern="1200" dirty="0"/>
        </a:p>
      </dsp:txBody>
      <dsp:txXfrm>
        <a:off x="608661" y="692298"/>
        <a:ext cx="4508047" cy="2799040"/>
      </dsp:txXfrm>
    </dsp:sp>
    <dsp:sp modelId="{7778BA84-936C-4A3B-A4EA-C7D2FAD21D6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BFDE-14D3-47E5-8E81-FAD8C0002902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Binary search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en-US" sz="56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func>
                    <m:funcPr>
                      <m:ctrlPr>
                        <a:rPr lang="en-US" sz="5600" b="0" i="1" kern="1200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sSub>
                        <m:sSubPr>
                          <m:ctrlP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5600" b="0" i="0" kern="120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fName>
                    <m:e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)</m:t>
                      </m:r>
                    </m:e>
                  </m:func>
                </m:e>
              </m:d>
            </m:oMath>
          </a14:m>
          <a:endParaRPr lang="en-US" sz="5600" kern="1200" dirty="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D7531-A7C1-4ACD-B2B6-6BD3C0EBD8C5}">
      <dsp:nvSpPr>
        <dsp:cNvPr id="0" name=""/>
        <dsp:cNvSpPr/>
      </dsp:nvSpPr>
      <dsp:spPr>
        <a:xfrm>
          <a:off x="0" y="1057819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6F3E3-1060-4D74-B1FE-E6F2A6D3B006}">
      <dsp:nvSpPr>
        <dsp:cNvPr id="0" name=""/>
        <dsp:cNvSpPr/>
      </dsp:nvSpPr>
      <dsp:spPr>
        <a:xfrm>
          <a:off x="333341" y="57073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Comparison based</a:t>
          </a:r>
        </a:p>
      </dsp:txBody>
      <dsp:txXfrm>
        <a:off x="380896" y="618294"/>
        <a:ext cx="4571673" cy="879050"/>
      </dsp:txXfrm>
    </dsp:sp>
    <dsp:sp modelId="{ECFAC8B9-81E2-4576-BA1D-86E372729AE0}">
      <dsp:nvSpPr>
        <dsp:cNvPr id="0" name=""/>
        <dsp:cNvSpPr/>
      </dsp:nvSpPr>
      <dsp:spPr>
        <a:xfrm>
          <a:off x="0" y="255470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71A0C-F981-42ED-A4CE-9382587EAECA}">
      <dsp:nvSpPr>
        <dsp:cNvPr id="0" name=""/>
        <dsp:cNvSpPr/>
      </dsp:nvSpPr>
      <dsp:spPr>
        <a:xfrm>
          <a:off x="333341" y="206761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Non comparison based</a:t>
          </a:r>
        </a:p>
      </dsp:txBody>
      <dsp:txXfrm>
        <a:off x="380896" y="2115174"/>
        <a:ext cx="4571673" cy="879050"/>
      </dsp:txXfrm>
    </dsp:sp>
    <dsp:sp modelId="{5C175D13-A06B-4ABC-A535-2BED0625AF7F}">
      <dsp:nvSpPr>
        <dsp:cNvPr id="0" name=""/>
        <dsp:cNvSpPr/>
      </dsp:nvSpPr>
      <dsp:spPr>
        <a:xfrm>
          <a:off x="0" y="405158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68D13-9A3D-49F7-963F-54FB83FE2711}">
      <dsp:nvSpPr>
        <dsp:cNvPr id="0" name=""/>
        <dsp:cNvSpPr/>
      </dsp:nvSpPr>
      <dsp:spPr>
        <a:xfrm>
          <a:off x="333341" y="3564500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Hybrid</a:t>
          </a:r>
        </a:p>
      </dsp:txBody>
      <dsp:txXfrm>
        <a:off x="380896" y="3612055"/>
        <a:ext cx="4571673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209DC-4E5D-4198-AD0D-DF30C9DF43D9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72556-F7F9-49B3-A6E6-FF4DA17C8E6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Stable sorting</a:t>
          </a:r>
        </a:p>
      </dsp:txBody>
      <dsp:txXfrm>
        <a:off x="608661" y="692298"/>
        <a:ext cx="4508047" cy="2799040"/>
      </dsp:txXfrm>
    </dsp:sp>
    <dsp:sp modelId="{1D07F5B5-0673-458E-95F1-A79FE516B4B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AD698-C86E-479D-AC23-5F914700A0AA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Unstable sorting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069-400F-409B-BA38-707F01D875C7}">
      <dsp:nvSpPr>
        <dsp:cNvPr id="0" name=""/>
        <dsp:cNvSpPr/>
      </dsp:nvSpPr>
      <dsp:spPr>
        <a:xfrm>
          <a:off x="0" y="1416559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Insertion sort - O(n)</a:t>
          </a:r>
        </a:p>
      </dsp:txBody>
      <dsp:txXfrm>
        <a:off x="59399" y="1475958"/>
        <a:ext cx="6548035" cy="1098002"/>
      </dsp:txXfrm>
    </dsp:sp>
    <dsp:sp modelId="{1B21062C-9886-4670-98A4-1907C25DDDE0}">
      <dsp:nvSpPr>
        <dsp:cNvPr id="0" name=""/>
        <dsp:cNvSpPr/>
      </dsp:nvSpPr>
      <dsp:spPr>
        <a:xfrm>
          <a:off x="0" y="2820560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Merge sort – O(</a:t>
          </a:r>
          <a14:m xmlns:a14="http://schemas.microsoft.com/office/drawing/2010/main">
            <m:oMath xmlns:m="http://schemas.openxmlformats.org/officeDocument/2006/math"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∗</m:t>
              </m:r>
              <m:r>
                <m:rPr>
                  <m:sty m:val="p"/>
                </m:rPr>
                <a:rPr lang="en-US" sz="4400" b="0" i="0" kern="1200" smtClean="0">
                  <a:latin typeface="Cambria Math" panose="02040503050406030204" pitchFamily="18" charset="0"/>
                </a:rPr>
                <m:t>log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⁡(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4400" kern="1200" dirty="0"/>
            <a:t>)</a:t>
          </a:r>
        </a:p>
      </dsp:txBody>
      <dsp:txXfrm>
        <a:off x="59399" y="2879959"/>
        <a:ext cx="6548035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D63E5-4F66-4B0C-B068-CED9952E9D5A}">
      <dsp:nvSpPr>
        <dsp:cNvPr id="0" name=""/>
        <dsp:cNvSpPr/>
      </dsp:nvSpPr>
      <dsp:spPr>
        <a:xfrm rot="5400000">
          <a:off x="3251828" y="-691680"/>
          <a:ext cx="2151686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Fast for almost sorted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small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Low memory usage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Stable</a:t>
          </a:r>
        </a:p>
      </dsp:txBody>
      <dsp:txXfrm rot="-5400000">
        <a:off x="2291120" y="374065"/>
        <a:ext cx="3968066" cy="1941612"/>
      </dsp:txXfrm>
    </dsp:sp>
    <dsp:sp modelId="{69CDAC79-9964-459D-964F-A0EA04A4879D}">
      <dsp:nvSpPr>
        <dsp:cNvPr id="0" name=""/>
        <dsp:cNvSpPr/>
      </dsp:nvSpPr>
      <dsp:spPr>
        <a:xfrm>
          <a:off x="0" y="67"/>
          <a:ext cx="2291120" cy="26896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Insertion sort</a:t>
          </a:r>
        </a:p>
      </dsp:txBody>
      <dsp:txXfrm>
        <a:off x="111843" y="111910"/>
        <a:ext cx="2067434" cy="2465922"/>
      </dsp:txXfrm>
    </dsp:sp>
    <dsp:sp modelId="{32F56358-AB68-4D88-B7B7-797F38FAB7E6}">
      <dsp:nvSpPr>
        <dsp:cNvPr id="0" name=""/>
        <dsp:cNvSpPr/>
      </dsp:nvSpPr>
      <dsp:spPr>
        <a:xfrm rot="5400000">
          <a:off x="3251828" y="2132408"/>
          <a:ext cx="2151686" cy="407310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large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Uses extra memory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Stable</a:t>
          </a:r>
        </a:p>
      </dsp:txBody>
      <dsp:txXfrm rot="-5400000">
        <a:off x="2291120" y="3198154"/>
        <a:ext cx="3968066" cy="1941612"/>
      </dsp:txXfrm>
    </dsp:sp>
    <dsp:sp modelId="{AE510EC4-BC54-461A-9F0C-6BA945AF9BD8}">
      <dsp:nvSpPr>
        <dsp:cNvPr id="0" name=""/>
        <dsp:cNvSpPr/>
      </dsp:nvSpPr>
      <dsp:spPr>
        <a:xfrm>
          <a:off x="0" y="2824156"/>
          <a:ext cx="2291120" cy="268960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Merge sort</a:t>
          </a:r>
        </a:p>
      </dsp:txBody>
      <dsp:txXfrm>
        <a:off x="111843" y="2935999"/>
        <a:ext cx="2067434" cy="2465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5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3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0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1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8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9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1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www.geeksforgeeks.org/dsa/sorting-algorithms/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4E406-FB0E-1B65-BF03-F2FC894E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Sorting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43375-ABC4-9297-9B42-D2AF1DDB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3" r="47674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6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E4E1-D75B-1415-CD65-8556D9B3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Why is sorting important?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78653DF3-F2FC-6BC8-9A2B-5A1EE1A7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8" r="1" b="1"/>
          <a:stretch>
            <a:fillRect/>
          </a:stretch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79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3DE8D03D-A908-C4F2-48B9-07A98121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85583-27FF-3404-5FC9-3DF3486D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108177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AB9D7-EE06-A227-DB3A-3C7429FF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14" y="486917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Searching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123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F141-9650-5770-2DA3-6C4ADCD5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2AC3B-DEB3-5E1E-DCEE-5869E83C827C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2033-8CAF-985C-996E-9C93262D886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383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E723-174D-3151-F567-9FB6220A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7FA-6DD4-5680-B589-A0CDA59A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99C8B-B213-25F9-AF99-341557EA1AE4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FA3AF-8CE3-4B89-A2F1-EDF7071443A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134BC6-4605-713F-8333-68BB2B2E0FAE}"/>
              </a:ext>
            </a:extLst>
          </p:cNvPr>
          <p:cNvCxnSpPr/>
          <p:nvPr/>
        </p:nvCxnSpPr>
        <p:spPr>
          <a:xfrm>
            <a:off x="967388" y="3989070"/>
            <a:ext cx="273939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3D black question marks with one yellow question mark">
            <a:extLst>
              <a:ext uri="{FF2B5EF4-FFF2-40B4-BE49-F238E27FC236}">
                <a16:creationId xmlns:a16="http://schemas.microsoft.com/office/drawing/2014/main" id="{AF30B2C4-B71F-6C74-EE35-AB9BA06B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2" r="12834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2545B-FA82-7945-B9D7-8EC0130B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Worst case scenario?</a:t>
            </a:r>
          </a:p>
        </p:txBody>
      </p:sp>
    </p:spTree>
    <p:extLst>
      <p:ext uri="{BB962C8B-B14F-4D97-AF65-F5344CB8AC3E}">
        <p14:creationId xmlns:p14="http://schemas.microsoft.com/office/powerpoint/2010/main" val="57828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7D5C-D84F-D7AE-6F09-A918F6DD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6B1A-63F5-444E-530A-EB5936A6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FA68-0D00-F708-77FB-CCA06583FAD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BE49A-C0EC-3883-1A53-C6DFE87F11C3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398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11E8-A945-8ABA-0C00-171C0934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7425-881F-0096-37C2-37A9CA11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56817-328F-5D9B-BBD2-376EA595BE03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73217-693D-AE2A-ACC2-AEAA50B347FB}"/>
              </a:ext>
            </a:extLst>
          </p:cNvPr>
          <p:cNvSpPr txBox="1"/>
          <p:nvPr/>
        </p:nvSpPr>
        <p:spPr>
          <a:xfrm>
            <a:off x="838200" y="2084070"/>
            <a:ext cx="4351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1: Sort the input</a:t>
            </a:r>
            <a:endParaRPr lang="en-US" sz="3600" b="1" i="1" dirty="0"/>
          </a:p>
        </p:txBody>
      </p:sp>
    </p:spTree>
    <p:extLst>
      <p:ext uri="{BB962C8B-B14F-4D97-AF65-F5344CB8AC3E}">
        <p14:creationId xmlns:p14="http://schemas.microsoft.com/office/powerpoint/2010/main" val="421941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7E6F-304E-F5E4-01AF-784D094F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D97D-3856-5D7C-F6A7-53B2197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3FB2-0E84-F625-C7B0-FC36B4C410C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41E3C-3ABB-D2E6-A51B-4D2016AE0855}"/>
              </a:ext>
            </a:extLst>
          </p:cNvPr>
          <p:cNvSpPr txBox="1"/>
          <p:nvPr/>
        </p:nvSpPr>
        <p:spPr>
          <a:xfrm>
            <a:off x="838200" y="2084070"/>
            <a:ext cx="5151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2: Find the midpoint</a:t>
            </a:r>
            <a:endParaRPr lang="en-US" sz="3600" b="1" i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847E72-5DC4-EC81-F3BA-CBA703EAC4E0}"/>
              </a:ext>
            </a:extLst>
          </p:cNvPr>
          <p:cNvCxnSpPr/>
          <p:nvPr/>
        </p:nvCxnSpPr>
        <p:spPr>
          <a:xfrm flipV="1">
            <a:off x="3383280" y="3954780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87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FC3C-5EAC-5358-F75C-8F26BA87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FAF9-B01B-5E56-84EE-F85EC3CE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EB735-2032-B0D2-2256-14E26207800F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EA579-8486-2FDF-58F4-DE3355A4C9C8}"/>
              </a:ext>
            </a:extLst>
          </p:cNvPr>
          <p:cNvSpPr txBox="1"/>
          <p:nvPr/>
        </p:nvSpPr>
        <p:spPr>
          <a:xfrm>
            <a:off x="838200" y="2084070"/>
            <a:ext cx="7208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3: Cut the search space in half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BBBDB-289F-A61D-0C80-216A87E613AF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2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6EAD-E249-4BC9-1326-D65F8188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5BB4-25FC-A17E-DA57-25A34AC0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54CAE-0E82-0BD5-B07D-7CE32099A500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E7BDA-4EDD-D192-A938-584E62FFD387}"/>
              </a:ext>
            </a:extLst>
          </p:cNvPr>
          <p:cNvSpPr txBox="1"/>
          <p:nvPr/>
        </p:nvSpPr>
        <p:spPr>
          <a:xfrm>
            <a:off x="838200" y="2084070"/>
            <a:ext cx="9190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4: Repeat steps 1-3 until the key is found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923DF-6E61-21AC-650A-FF49E05B4165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1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E720-8088-7095-1C39-34E08A49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F26A-7B98-F71C-B925-4DC62148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47E8C-766C-B64F-1C7A-78A9D431682D}"/>
              </a:ext>
            </a:extLst>
          </p:cNvPr>
          <p:cNvSpPr txBox="1"/>
          <p:nvPr/>
        </p:nvSpPr>
        <p:spPr>
          <a:xfrm>
            <a:off x="980497" y="1963668"/>
            <a:ext cx="22220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211807-383F-2755-F90A-3BBEE0DCDBA0}"/>
              </a:ext>
            </a:extLst>
          </p:cNvPr>
          <p:cNvCxnSpPr/>
          <p:nvPr/>
        </p:nvCxnSpPr>
        <p:spPr>
          <a:xfrm flipV="1">
            <a:off x="2366010" y="2733109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76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720D-1E12-0501-9F6F-6DEC1225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F6E5-1F4F-AC16-E957-B8BE661D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E4FFE-3188-97EA-6368-6A5942B0EBD2}"/>
              </a:ext>
            </a:extLst>
          </p:cNvPr>
          <p:cNvSpPr txBox="1"/>
          <p:nvPr/>
        </p:nvSpPr>
        <p:spPr>
          <a:xfrm>
            <a:off x="980497" y="196366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996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227EE-25B4-0F14-DFDC-A1D1C24F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how quickly can we sort?</a:t>
            </a:r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2F16D16F-1E07-343A-EF3C-1AAD5698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Filter">
            <a:extLst>
              <a:ext uri="{FF2B5EF4-FFF2-40B4-BE49-F238E27FC236}">
                <a16:creationId xmlns:a16="http://schemas.microsoft.com/office/drawing/2014/main" id="{6EBD0C25-7CDC-4E1A-A36E-B867B70E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3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2D0B3-5596-88D8-6F9A-B298FA60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Different approaches to sorting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2205019-A041-BE92-3FB0-B5CAF9A97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37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8A7ED9-5759-852F-2D35-34F6AB36BA6A}"/>
              </a:ext>
            </a:extLst>
          </p:cNvPr>
          <p:cNvSpPr txBox="1"/>
          <p:nvPr/>
        </p:nvSpPr>
        <p:spPr>
          <a:xfrm>
            <a:off x="4686436" y="6071140"/>
            <a:ext cx="6856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more: </a:t>
            </a:r>
            <a:r>
              <a:rPr lang="en-US" dirty="0">
                <a:hlinkClick r:id="rId7"/>
              </a:rPr>
              <a:t>https://www.geeksforgeeks.org/dsa/sorting-algorithms/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40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9E054-AAF9-23D8-936D-FA9E5534A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0804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60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hart with a blue arrow and green rectangles&#10;&#10;AI-generated content may be incorrect.">
            <a:extLst>
              <a:ext uri="{FF2B5EF4-FFF2-40B4-BE49-F238E27FC236}">
                <a16:creationId xmlns:a16="http://schemas.microsoft.com/office/drawing/2014/main" id="{E4F22628-2900-78BD-4264-B18143F98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63955"/>
            <a:ext cx="10905066" cy="413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96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C898B-2FAE-16B4-BA19-96A525FC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414" y="640080"/>
            <a:ext cx="4758458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Comparison based sorting</a:t>
            </a:r>
          </a:p>
        </p:txBody>
      </p:sp>
      <p:pic>
        <p:nvPicPr>
          <p:cNvPr id="4" name="Picture 3" descr="A digital balance scale using circles">
            <a:extLst>
              <a:ext uri="{FF2B5EF4-FFF2-40B4-BE49-F238E27FC236}">
                <a16:creationId xmlns:a16="http://schemas.microsoft.com/office/drawing/2014/main" id="{CA1F2EF5-3841-44B7-D68E-341473EE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7" r="21749" b="1"/>
          <a:stretch>
            <a:fillRect/>
          </a:stretch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3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B22CF-E1AC-AC11-32FE-62819119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We have already seen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780078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780078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3186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B3D7F-930B-2300-EA90-D04EDB32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Characteristics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00F66F-0185-17D7-E8BE-69ED95ECA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30613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115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2AEE-CF60-6415-A068-C5B5975A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Heapsort</a:t>
            </a:r>
          </a:p>
        </p:txBody>
      </p:sp>
    </p:spTree>
    <p:extLst>
      <p:ext uri="{BB962C8B-B14F-4D97-AF65-F5344CB8AC3E}">
        <p14:creationId xmlns:p14="http://schemas.microsoft.com/office/powerpoint/2010/main" val="3874492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001A9-3FFC-92E7-3FA0-751F3B78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/>
              <a:t>Heapsort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3200" dirty="0"/>
                  <a:t>Stable</a:t>
                </a:r>
              </a:p>
              <a:p>
                <a:r>
                  <a:rPr lang="en-US" sz="3200" dirty="0"/>
                  <a:t>Fast – O(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)</a:t>
                </a:r>
              </a:p>
              <a:p>
                <a:r>
                  <a:rPr lang="en-US" sz="3200" dirty="0"/>
                  <a:t>Does not use extra memory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  <a:blipFill>
                <a:blip r:embed="rId2"/>
                <a:stretch>
                  <a:fillRect l="-2530" t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696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31AC-47F6-7FC8-0ADA-8911740C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0E853-E286-C24D-75A9-EC063B561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“HEAP” – A data structure!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8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164C7-7F34-0A11-28C2-90D07B13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Pseudocodes – For Your Information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354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3499-6C2E-E4B1-4987-F9028A3D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F.Y.I</a:t>
            </a:r>
          </a:p>
        </p:txBody>
      </p:sp>
      <p:pic>
        <p:nvPicPr>
          <p:cNvPr id="5" name="Content Placeholder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65B6117-F63B-B5C5-E05F-F4EEA5E33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0979"/>
            <a:ext cx="10515600" cy="3760630"/>
          </a:xfrm>
        </p:spPr>
      </p:pic>
    </p:spTree>
    <p:extLst>
      <p:ext uri="{BB962C8B-B14F-4D97-AF65-F5344CB8AC3E}">
        <p14:creationId xmlns:p14="http://schemas.microsoft.com/office/powerpoint/2010/main" val="2931215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5BFD-4AD3-6CD0-4086-7BC3CB8A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F.Y.I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54BB658-86D2-E436-0DD8-E5FBEF440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2129"/>
            <a:ext cx="11052151" cy="3653818"/>
          </a:xfrm>
        </p:spPr>
      </p:pic>
    </p:spTree>
    <p:extLst>
      <p:ext uri="{BB962C8B-B14F-4D97-AF65-F5344CB8AC3E}">
        <p14:creationId xmlns:p14="http://schemas.microsoft.com/office/powerpoint/2010/main" val="3003257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A59C2-BD5E-5BF2-0543-647A689F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04324B-C51A-229D-587D-01A3F3466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4154" y="81365"/>
            <a:ext cx="6663691" cy="6776635"/>
          </a:xfrm>
        </p:spPr>
      </p:pic>
    </p:spTree>
    <p:extLst>
      <p:ext uri="{BB962C8B-B14F-4D97-AF65-F5344CB8AC3E}">
        <p14:creationId xmlns:p14="http://schemas.microsoft.com/office/powerpoint/2010/main" val="33454105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374</Words>
  <Application>Microsoft Office PowerPoint</Application>
  <PresentationFormat>Widescreen</PresentationFormat>
  <Paragraphs>68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1_Office Theme</vt:lpstr>
      <vt:lpstr>Data Structures and Algorithms I.</vt:lpstr>
      <vt:lpstr>Sorting Algorithms</vt:lpstr>
      <vt:lpstr>Why is sorting important?</vt:lpstr>
      <vt:lpstr>Database systems</vt:lpstr>
      <vt:lpstr>Searching</vt:lpstr>
      <vt:lpstr>Naive search (Brute force)</vt:lpstr>
      <vt:lpstr>Naive search (Brute force)</vt:lpstr>
      <vt:lpstr>Worst case scenario?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But how quickly can we sort?</vt:lpstr>
      <vt:lpstr>Different approaches to sorting</vt:lpstr>
      <vt:lpstr>PowerPoint Presentation</vt:lpstr>
      <vt:lpstr>PowerPoint Presentation</vt:lpstr>
      <vt:lpstr>Comparison based sorting</vt:lpstr>
      <vt:lpstr>We have already seen</vt:lpstr>
      <vt:lpstr>Characteristics</vt:lpstr>
      <vt:lpstr>Heapsort</vt:lpstr>
      <vt:lpstr>Heapsort</vt:lpstr>
      <vt:lpstr>New concept</vt:lpstr>
      <vt:lpstr>Pseudocodes – For Your Information</vt:lpstr>
      <vt:lpstr>Insertion sort – F.Y.I</vt:lpstr>
      <vt:lpstr>Merge sort – F.Y.I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7</cp:revision>
  <dcterms:created xsi:type="dcterms:W3CDTF">2025-08-31T18:54:11Z</dcterms:created>
  <dcterms:modified xsi:type="dcterms:W3CDTF">2025-08-31T20:02:52Z</dcterms:modified>
</cp:coreProperties>
</file>