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59" r:id="rId5"/>
    <p:sldId id="262" r:id="rId6"/>
    <p:sldId id="260" r:id="rId7"/>
    <p:sldId id="261" r:id="rId8"/>
    <p:sldId id="265" r:id="rId9"/>
    <p:sldId id="267" r:id="rId10"/>
    <p:sldId id="263" r:id="rId11"/>
    <p:sldId id="266" r:id="rId12"/>
    <p:sldId id="269" r:id="rId13"/>
    <p:sldId id="264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475B78-455C-4B54-A9DE-BDF6F2BE3D2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D08A8F7-1FF0-41F4-9288-915885DD09E8}">
      <dgm:prSet/>
      <dgm:spPr/>
      <dgm:t>
        <a:bodyPr/>
        <a:lstStyle/>
        <a:p>
          <a:r>
            <a:rPr lang="en-US"/>
            <a:t>SHA-256</a:t>
          </a:r>
        </a:p>
      </dgm:t>
    </dgm:pt>
    <dgm:pt modelId="{D9C18477-C372-441A-BB0F-CFACDD54A77E}" type="parTrans" cxnId="{1536E14B-D618-4152-BA5D-AA9E5C6B81E4}">
      <dgm:prSet/>
      <dgm:spPr/>
      <dgm:t>
        <a:bodyPr/>
        <a:lstStyle/>
        <a:p>
          <a:endParaRPr lang="en-US"/>
        </a:p>
      </dgm:t>
    </dgm:pt>
    <dgm:pt modelId="{8AD7B6F6-EFE5-4E42-A957-6D6D7929A584}" type="sibTrans" cxnId="{1536E14B-D618-4152-BA5D-AA9E5C6B81E4}">
      <dgm:prSet/>
      <dgm:spPr/>
      <dgm:t>
        <a:bodyPr/>
        <a:lstStyle/>
        <a:p>
          <a:endParaRPr lang="en-US"/>
        </a:p>
      </dgm:t>
    </dgm:pt>
    <dgm:pt modelId="{2C43B241-2D83-41EF-BD71-F4AF0BB88AF0}">
      <dgm:prSet/>
      <dgm:spPr/>
      <dgm:t>
        <a:bodyPr/>
        <a:lstStyle/>
        <a:p>
          <a:r>
            <a:rPr lang="en-US"/>
            <a:t>SHA-3</a:t>
          </a:r>
        </a:p>
      </dgm:t>
    </dgm:pt>
    <dgm:pt modelId="{7E4E5F82-F880-4F0B-AF3E-52976EBE8191}" type="parTrans" cxnId="{6DF81E4D-EA58-421A-A49C-FD9941BB7FD7}">
      <dgm:prSet/>
      <dgm:spPr/>
      <dgm:t>
        <a:bodyPr/>
        <a:lstStyle/>
        <a:p>
          <a:endParaRPr lang="en-US"/>
        </a:p>
      </dgm:t>
    </dgm:pt>
    <dgm:pt modelId="{87C48F2C-1340-43A7-8537-BE0516006776}" type="sibTrans" cxnId="{6DF81E4D-EA58-421A-A49C-FD9941BB7FD7}">
      <dgm:prSet/>
      <dgm:spPr/>
      <dgm:t>
        <a:bodyPr/>
        <a:lstStyle/>
        <a:p>
          <a:endParaRPr lang="en-US"/>
        </a:p>
      </dgm:t>
    </dgm:pt>
    <dgm:pt modelId="{A768A8D5-A1DF-41D9-8527-BAE01850238B}">
      <dgm:prSet/>
      <dgm:spPr/>
      <dgm:t>
        <a:bodyPr/>
        <a:lstStyle/>
        <a:p>
          <a:r>
            <a:rPr lang="en-US"/>
            <a:t>CRC32</a:t>
          </a:r>
        </a:p>
      </dgm:t>
    </dgm:pt>
    <dgm:pt modelId="{0E0636F9-EF5B-494E-B8BE-6AD12D360BE7}" type="parTrans" cxnId="{E0276DC6-A663-4A2A-92EF-A3D5B4F0CBED}">
      <dgm:prSet/>
      <dgm:spPr/>
      <dgm:t>
        <a:bodyPr/>
        <a:lstStyle/>
        <a:p>
          <a:endParaRPr lang="en-US"/>
        </a:p>
      </dgm:t>
    </dgm:pt>
    <dgm:pt modelId="{D190BACC-74C2-407D-97ED-3F65E3795D86}" type="sibTrans" cxnId="{E0276DC6-A663-4A2A-92EF-A3D5B4F0CBED}">
      <dgm:prSet/>
      <dgm:spPr/>
      <dgm:t>
        <a:bodyPr/>
        <a:lstStyle/>
        <a:p>
          <a:endParaRPr lang="en-US"/>
        </a:p>
      </dgm:t>
    </dgm:pt>
    <dgm:pt modelId="{203D3279-6A59-4258-BE35-E9517E367B50}">
      <dgm:prSet/>
      <dgm:spPr/>
      <dgm:t>
        <a:bodyPr/>
        <a:lstStyle/>
        <a:p>
          <a:r>
            <a:rPr lang="en-US" b="1" dirty="0">
              <a:solidFill>
                <a:srgbClr val="FF0000"/>
              </a:solidFill>
            </a:rPr>
            <a:t>MD5</a:t>
          </a:r>
        </a:p>
      </dgm:t>
    </dgm:pt>
    <dgm:pt modelId="{C13DF16E-EF35-455E-91BA-EF5900B9AC6F}" type="parTrans" cxnId="{46968E62-0A0B-4FA5-B518-729C47F4E99D}">
      <dgm:prSet/>
      <dgm:spPr/>
      <dgm:t>
        <a:bodyPr/>
        <a:lstStyle/>
        <a:p>
          <a:endParaRPr lang="en-US"/>
        </a:p>
      </dgm:t>
    </dgm:pt>
    <dgm:pt modelId="{57F3BA71-34D1-4E5A-95BB-43F7E3554542}" type="sibTrans" cxnId="{46968E62-0A0B-4FA5-B518-729C47F4E99D}">
      <dgm:prSet/>
      <dgm:spPr/>
      <dgm:t>
        <a:bodyPr/>
        <a:lstStyle/>
        <a:p>
          <a:endParaRPr lang="en-US"/>
        </a:p>
      </dgm:t>
    </dgm:pt>
    <dgm:pt modelId="{017EA3A2-9E06-414B-A2DE-F038510085FE}" type="pres">
      <dgm:prSet presAssocID="{92475B78-455C-4B54-A9DE-BDF6F2BE3D25}" presName="vert0" presStyleCnt="0">
        <dgm:presLayoutVars>
          <dgm:dir/>
          <dgm:animOne val="branch"/>
          <dgm:animLvl val="lvl"/>
        </dgm:presLayoutVars>
      </dgm:prSet>
      <dgm:spPr/>
    </dgm:pt>
    <dgm:pt modelId="{3DEF0194-E4DC-4AA4-8475-E35F0F6724EE}" type="pres">
      <dgm:prSet presAssocID="{FD08A8F7-1FF0-41F4-9288-915885DD09E8}" presName="thickLine" presStyleLbl="alignNode1" presStyleIdx="0" presStyleCnt="4"/>
      <dgm:spPr/>
    </dgm:pt>
    <dgm:pt modelId="{158EE023-9E44-4D93-A102-30763708A4CD}" type="pres">
      <dgm:prSet presAssocID="{FD08A8F7-1FF0-41F4-9288-915885DD09E8}" presName="horz1" presStyleCnt="0"/>
      <dgm:spPr/>
    </dgm:pt>
    <dgm:pt modelId="{9EF35280-B183-4B79-AFE8-7BCCA658138B}" type="pres">
      <dgm:prSet presAssocID="{FD08A8F7-1FF0-41F4-9288-915885DD09E8}" presName="tx1" presStyleLbl="revTx" presStyleIdx="0" presStyleCnt="4"/>
      <dgm:spPr/>
    </dgm:pt>
    <dgm:pt modelId="{9942E26A-798D-4586-B27E-E4D774159A6D}" type="pres">
      <dgm:prSet presAssocID="{FD08A8F7-1FF0-41F4-9288-915885DD09E8}" presName="vert1" presStyleCnt="0"/>
      <dgm:spPr/>
    </dgm:pt>
    <dgm:pt modelId="{E5E27E88-6B0A-4BAA-98E7-C8C291827148}" type="pres">
      <dgm:prSet presAssocID="{2C43B241-2D83-41EF-BD71-F4AF0BB88AF0}" presName="thickLine" presStyleLbl="alignNode1" presStyleIdx="1" presStyleCnt="4"/>
      <dgm:spPr/>
    </dgm:pt>
    <dgm:pt modelId="{229CBE1C-AA82-4EA6-BE0A-4F4BDEED85B0}" type="pres">
      <dgm:prSet presAssocID="{2C43B241-2D83-41EF-BD71-F4AF0BB88AF0}" presName="horz1" presStyleCnt="0"/>
      <dgm:spPr/>
    </dgm:pt>
    <dgm:pt modelId="{716C9DDA-17BA-439D-A693-DFBCCE3937DF}" type="pres">
      <dgm:prSet presAssocID="{2C43B241-2D83-41EF-BD71-F4AF0BB88AF0}" presName="tx1" presStyleLbl="revTx" presStyleIdx="1" presStyleCnt="4"/>
      <dgm:spPr/>
    </dgm:pt>
    <dgm:pt modelId="{26BFAED2-185A-434D-919C-7A9CBCEAAC67}" type="pres">
      <dgm:prSet presAssocID="{2C43B241-2D83-41EF-BD71-F4AF0BB88AF0}" presName="vert1" presStyleCnt="0"/>
      <dgm:spPr/>
    </dgm:pt>
    <dgm:pt modelId="{DAF63B4E-C729-4674-AFA7-BA24E2AEDA4C}" type="pres">
      <dgm:prSet presAssocID="{A768A8D5-A1DF-41D9-8527-BAE01850238B}" presName="thickLine" presStyleLbl="alignNode1" presStyleIdx="2" presStyleCnt="4"/>
      <dgm:spPr/>
    </dgm:pt>
    <dgm:pt modelId="{9A5F90F9-B1EE-4500-A088-1BE70CF9F84C}" type="pres">
      <dgm:prSet presAssocID="{A768A8D5-A1DF-41D9-8527-BAE01850238B}" presName="horz1" presStyleCnt="0"/>
      <dgm:spPr/>
    </dgm:pt>
    <dgm:pt modelId="{EC682351-B1A1-48A5-AF69-D4342FE2FAEB}" type="pres">
      <dgm:prSet presAssocID="{A768A8D5-A1DF-41D9-8527-BAE01850238B}" presName="tx1" presStyleLbl="revTx" presStyleIdx="2" presStyleCnt="4"/>
      <dgm:spPr/>
    </dgm:pt>
    <dgm:pt modelId="{D6784E2B-75C2-4D46-B8B6-36B649FD63EF}" type="pres">
      <dgm:prSet presAssocID="{A768A8D5-A1DF-41D9-8527-BAE01850238B}" presName="vert1" presStyleCnt="0"/>
      <dgm:spPr/>
    </dgm:pt>
    <dgm:pt modelId="{A302AC2E-9F42-4646-AAD6-4EC0DDAB35E3}" type="pres">
      <dgm:prSet presAssocID="{203D3279-6A59-4258-BE35-E9517E367B50}" presName="thickLine" presStyleLbl="alignNode1" presStyleIdx="3" presStyleCnt="4"/>
      <dgm:spPr/>
    </dgm:pt>
    <dgm:pt modelId="{9D9EAB21-B7DA-46CB-B947-401956C08ED7}" type="pres">
      <dgm:prSet presAssocID="{203D3279-6A59-4258-BE35-E9517E367B50}" presName="horz1" presStyleCnt="0"/>
      <dgm:spPr/>
    </dgm:pt>
    <dgm:pt modelId="{FAF970E8-7815-4DEF-A376-126D9C862C6A}" type="pres">
      <dgm:prSet presAssocID="{203D3279-6A59-4258-BE35-E9517E367B50}" presName="tx1" presStyleLbl="revTx" presStyleIdx="3" presStyleCnt="4"/>
      <dgm:spPr/>
    </dgm:pt>
    <dgm:pt modelId="{26485F51-FF0E-4B49-8162-D0F6995A7A1C}" type="pres">
      <dgm:prSet presAssocID="{203D3279-6A59-4258-BE35-E9517E367B50}" presName="vert1" presStyleCnt="0"/>
      <dgm:spPr/>
    </dgm:pt>
  </dgm:ptLst>
  <dgm:cxnLst>
    <dgm:cxn modelId="{4851E325-4E54-4415-82DB-34D721AE8573}" type="presOf" srcId="{203D3279-6A59-4258-BE35-E9517E367B50}" destId="{FAF970E8-7815-4DEF-A376-126D9C862C6A}" srcOrd="0" destOrd="0" presId="urn:microsoft.com/office/officeart/2008/layout/LinedList"/>
    <dgm:cxn modelId="{C2295541-A69F-4376-9F26-4848F8D467FE}" type="presOf" srcId="{92475B78-455C-4B54-A9DE-BDF6F2BE3D25}" destId="{017EA3A2-9E06-414B-A2DE-F038510085FE}" srcOrd="0" destOrd="0" presId="urn:microsoft.com/office/officeart/2008/layout/LinedList"/>
    <dgm:cxn modelId="{46968E62-0A0B-4FA5-B518-729C47F4E99D}" srcId="{92475B78-455C-4B54-A9DE-BDF6F2BE3D25}" destId="{203D3279-6A59-4258-BE35-E9517E367B50}" srcOrd="3" destOrd="0" parTransId="{C13DF16E-EF35-455E-91BA-EF5900B9AC6F}" sibTransId="{57F3BA71-34D1-4E5A-95BB-43F7E3554542}"/>
    <dgm:cxn modelId="{1536E14B-D618-4152-BA5D-AA9E5C6B81E4}" srcId="{92475B78-455C-4B54-A9DE-BDF6F2BE3D25}" destId="{FD08A8F7-1FF0-41F4-9288-915885DD09E8}" srcOrd="0" destOrd="0" parTransId="{D9C18477-C372-441A-BB0F-CFACDD54A77E}" sibTransId="{8AD7B6F6-EFE5-4E42-A957-6D6D7929A584}"/>
    <dgm:cxn modelId="{6DF81E4D-EA58-421A-A49C-FD9941BB7FD7}" srcId="{92475B78-455C-4B54-A9DE-BDF6F2BE3D25}" destId="{2C43B241-2D83-41EF-BD71-F4AF0BB88AF0}" srcOrd="1" destOrd="0" parTransId="{7E4E5F82-F880-4F0B-AF3E-52976EBE8191}" sibTransId="{87C48F2C-1340-43A7-8537-BE0516006776}"/>
    <dgm:cxn modelId="{B09DE66E-8D21-4DE7-AC98-D18FE3090756}" type="presOf" srcId="{A768A8D5-A1DF-41D9-8527-BAE01850238B}" destId="{EC682351-B1A1-48A5-AF69-D4342FE2FAEB}" srcOrd="0" destOrd="0" presId="urn:microsoft.com/office/officeart/2008/layout/LinedList"/>
    <dgm:cxn modelId="{0C839F8A-356D-4B70-9438-7F1F521FD2E2}" type="presOf" srcId="{2C43B241-2D83-41EF-BD71-F4AF0BB88AF0}" destId="{716C9DDA-17BA-439D-A693-DFBCCE3937DF}" srcOrd="0" destOrd="0" presId="urn:microsoft.com/office/officeart/2008/layout/LinedList"/>
    <dgm:cxn modelId="{E0276DC6-A663-4A2A-92EF-A3D5B4F0CBED}" srcId="{92475B78-455C-4B54-A9DE-BDF6F2BE3D25}" destId="{A768A8D5-A1DF-41D9-8527-BAE01850238B}" srcOrd="2" destOrd="0" parTransId="{0E0636F9-EF5B-494E-B8BE-6AD12D360BE7}" sibTransId="{D190BACC-74C2-407D-97ED-3F65E3795D86}"/>
    <dgm:cxn modelId="{BD29E8E4-7A3E-499F-AA74-5D89F4F799F3}" type="presOf" srcId="{FD08A8F7-1FF0-41F4-9288-915885DD09E8}" destId="{9EF35280-B183-4B79-AFE8-7BCCA658138B}" srcOrd="0" destOrd="0" presId="urn:microsoft.com/office/officeart/2008/layout/LinedList"/>
    <dgm:cxn modelId="{481D4377-70D8-4779-B7F3-13A93A6061FB}" type="presParOf" srcId="{017EA3A2-9E06-414B-A2DE-F038510085FE}" destId="{3DEF0194-E4DC-4AA4-8475-E35F0F6724EE}" srcOrd="0" destOrd="0" presId="urn:microsoft.com/office/officeart/2008/layout/LinedList"/>
    <dgm:cxn modelId="{976197AC-948C-405A-9C07-10AD1DFBD72F}" type="presParOf" srcId="{017EA3A2-9E06-414B-A2DE-F038510085FE}" destId="{158EE023-9E44-4D93-A102-30763708A4CD}" srcOrd="1" destOrd="0" presId="urn:microsoft.com/office/officeart/2008/layout/LinedList"/>
    <dgm:cxn modelId="{23B6C060-416E-4D71-B1B2-49B92CCCD37D}" type="presParOf" srcId="{158EE023-9E44-4D93-A102-30763708A4CD}" destId="{9EF35280-B183-4B79-AFE8-7BCCA658138B}" srcOrd="0" destOrd="0" presId="urn:microsoft.com/office/officeart/2008/layout/LinedList"/>
    <dgm:cxn modelId="{E2C5DBD0-8F3F-4894-8E5D-541D8C60B1F2}" type="presParOf" srcId="{158EE023-9E44-4D93-A102-30763708A4CD}" destId="{9942E26A-798D-4586-B27E-E4D774159A6D}" srcOrd="1" destOrd="0" presId="urn:microsoft.com/office/officeart/2008/layout/LinedList"/>
    <dgm:cxn modelId="{7ED81EB5-C933-4E84-B090-AC80FCA7DAFD}" type="presParOf" srcId="{017EA3A2-9E06-414B-A2DE-F038510085FE}" destId="{E5E27E88-6B0A-4BAA-98E7-C8C291827148}" srcOrd="2" destOrd="0" presId="urn:microsoft.com/office/officeart/2008/layout/LinedList"/>
    <dgm:cxn modelId="{0A939592-2020-41E3-B933-5220A6E75492}" type="presParOf" srcId="{017EA3A2-9E06-414B-A2DE-F038510085FE}" destId="{229CBE1C-AA82-4EA6-BE0A-4F4BDEED85B0}" srcOrd="3" destOrd="0" presId="urn:microsoft.com/office/officeart/2008/layout/LinedList"/>
    <dgm:cxn modelId="{A98893E3-788C-4D3D-A891-AC040D8CB6E6}" type="presParOf" srcId="{229CBE1C-AA82-4EA6-BE0A-4F4BDEED85B0}" destId="{716C9DDA-17BA-439D-A693-DFBCCE3937DF}" srcOrd="0" destOrd="0" presId="urn:microsoft.com/office/officeart/2008/layout/LinedList"/>
    <dgm:cxn modelId="{17E6FA86-55E6-444F-8D5A-C89727229AD7}" type="presParOf" srcId="{229CBE1C-AA82-4EA6-BE0A-4F4BDEED85B0}" destId="{26BFAED2-185A-434D-919C-7A9CBCEAAC67}" srcOrd="1" destOrd="0" presId="urn:microsoft.com/office/officeart/2008/layout/LinedList"/>
    <dgm:cxn modelId="{C63829C6-6637-4A6D-8C3D-8AE623DBACBC}" type="presParOf" srcId="{017EA3A2-9E06-414B-A2DE-F038510085FE}" destId="{DAF63B4E-C729-4674-AFA7-BA24E2AEDA4C}" srcOrd="4" destOrd="0" presId="urn:microsoft.com/office/officeart/2008/layout/LinedList"/>
    <dgm:cxn modelId="{E1B9E050-8811-470D-A935-50ECE06EB666}" type="presParOf" srcId="{017EA3A2-9E06-414B-A2DE-F038510085FE}" destId="{9A5F90F9-B1EE-4500-A088-1BE70CF9F84C}" srcOrd="5" destOrd="0" presId="urn:microsoft.com/office/officeart/2008/layout/LinedList"/>
    <dgm:cxn modelId="{7703043A-3F63-4452-BF55-2668AFABBD75}" type="presParOf" srcId="{9A5F90F9-B1EE-4500-A088-1BE70CF9F84C}" destId="{EC682351-B1A1-48A5-AF69-D4342FE2FAEB}" srcOrd="0" destOrd="0" presId="urn:microsoft.com/office/officeart/2008/layout/LinedList"/>
    <dgm:cxn modelId="{896D6DB4-6D8E-4629-9660-997202912A25}" type="presParOf" srcId="{9A5F90F9-B1EE-4500-A088-1BE70CF9F84C}" destId="{D6784E2B-75C2-4D46-B8B6-36B649FD63EF}" srcOrd="1" destOrd="0" presId="urn:microsoft.com/office/officeart/2008/layout/LinedList"/>
    <dgm:cxn modelId="{860FD19F-FB6C-4678-BECB-19F5054A54D3}" type="presParOf" srcId="{017EA3A2-9E06-414B-A2DE-F038510085FE}" destId="{A302AC2E-9F42-4646-AAD6-4EC0DDAB35E3}" srcOrd="6" destOrd="0" presId="urn:microsoft.com/office/officeart/2008/layout/LinedList"/>
    <dgm:cxn modelId="{26752917-8311-4E11-854E-087E239029EC}" type="presParOf" srcId="{017EA3A2-9E06-414B-A2DE-F038510085FE}" destId="{9D9EAB21-B7DA-46CB-B947-401956C08ED7}" srcOrd="7" destOrd="0" presId="urn:microsoft.com/office/officeart/2008/layout/LinedList"/>
    <dgm:cxn modelId="{0FBE8964-8F67-4020-965B-C451F7D6BD64}" type="presParOf" srcId="{9D9EAB21-B7DA-46CB-B947-401956C08ED7}" destId="{FAF970E8-7815-4DEF-A376-126D9C862C6A}" srcOrd="0" destOrd="0" presId="urn:microsoft.com/office/officeart/2008/layout/LinedList"/>
    <dgm:cxn modelId="{C50CC57E-45E4-4562-BDB7-0268C04D4F0C}" type="presParOf" srcId="{9D9EAB21-B7DA-46CB-B947-401956C08ED7}" destId="{26485F51-FF0E-4B49-8162-D0F6995A7A1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EF0194-E4DC-4AA4-8475-E35F0F6724EE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F35280-B183-4B79-AFE8-7BCCA658138B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SHA-256</a:t>
          </a:r>
        </a:p>
      </dsp:txBody>
      <dsp:txXfrm>
        <a:off x="0" y="0"/>
        <a:ext cx="10515600" cy="1087834"/>
      </dsp:txXfrm>
    </dsp:sp>
    <dsp:sp modelId="{E5E27E88-6B0A-4BAA-98E7-C8C291827148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6C9DDA-17BA-439D-A693-DFBCCE3937DF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SHA-3</a:t>
          </a:r>
        </a:p>
      </dsp:txBody>
      <dsp:txXfrm>
        <a:off x="0" y="1087834"/>
        <a:ext cx="10515600" cy="1087834"/>
      </dsp:txXfrm>
    </dsp:sp>
    <dsp:sp modelId="{DAF63B4E-C729-4674-AFA7-BA24E2AEDA4C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682351-B1A1-48A5-AF69-D4342FE2FAEB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CRC32</a:t>
          </a:r>
        </a:p>
      </dsp:txBody>
      <dsp:txXfrm>
        <a:off x="0" y="2175669"/>
        <a:ext cx="10515600" cy="1087834"/>
      </dsp:txXfrm>
    </dsp:sp>
    <dsp:sp modelId="{A302AC2E-9F42-4646-AAD6-4EC0DDAB35E3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F970E8-7815-4DEF-A376-126D9C862C6A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b="1" kern="1200" dirty="0">
              <a:solidFill>
                <a:srgbClr val="FF0000"/>
              </a:solidFill>
            </a:rPr>
            <a:t>MD5</a:t>
          </a:r>
        </a:p>
      </dsp:txBody>
      <dsp:txXfrm>
        <a:off x="0" y="3263503"/>
        <a:ext cx="10515600" cy="1087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EBBF-D1FF-F067-9418-1F994ADEF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2FBDD0-9B0F-8E1A-0847-CF331A39D9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F9844-F7E1-8008-9F8A-EBBCBDC64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286B0-E8A9-69BD-A1AB-9CF3DE70D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92958-1905-9FF7-12CB-A1EAE7A7A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82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8AAB-92CA-43EB-D554-F02F892AC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6DD27-8121-A879-50FA-CE85506B1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620E6-C2A6-689E-763E-CC3876F75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96149-730E-CDAE-A1BE-9670AD497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9CAA0-FF15-A3A3-5879-EDCE390D1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F0C67-0F53-0244-9FD5-B9E7B0DD6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AFBC2-C7BC-87A3-2187-CC99D5F78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902FA-0E08-FA41-6A3E-035260EF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A421B-F3F3-E529-AFA1-F92EE0648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9211E-1AB8-1245-8D43-BE8B1C2C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75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37AF9-2250-C71E-E1B4-26A2CDBFE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D1655-C3EE-9AC7-D496-675B9618A9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F3795-2395-8A45-C241-E0C3E7DE1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30035-FBC1-2450-BDB1-3EBAA301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59152-3D19-4D5D-F90D-BBF0C47A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92B28-734C-C82A-8EEB-E302F568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90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3E015-3C8B-6474-E2A6-722100B59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894BF-066D-2C43-F9AF-C18D4D3D0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BA5A1-198F-A364-FB4F-519F4DBF3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93E99A-989B-9DE6-7FB9-38CE94C9A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CDF6E5-B0F1-876C-34FD-8068D3843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AF6A77-C03B-0EFF-93AA-C1077FB4A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178533-DBFE-ACC9-FD4D-F095C3F26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0E55F5-1A8C-8C59-CCDB-AAFB098A4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02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8D1CE-D669-3041-A681-F7BCD6D93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2D02AC-8F17-CBFE-579D-3025000E5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8EE94D-801F-98D9-00F4-C08B7BDA1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4F4E52-6B12-00E8-F185-DFBFDCB3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25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131F8E-D6BB-6E5B-17E3-3A4C6F982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62DA51-FF0E-92C4-10D3-447B986D4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E871E-1928-9A3C-FE61-899C1B423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09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26BCF-F116-698B-A25B-2BC65323E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7CD2D-C543-5498-7305-3E31C58BB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2EF04F-5FFD-39E4-F732-62B4C8052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29521-09A1-EE8A-B3BB-0BCD0E65A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DCA82-852A-58BF-A4B7-57A5C0FDA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CD68C-A794-62E7-3FF0-D341D22D5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406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54ED9-596F-55AD-1245-99AB3316D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AACE27-42C7-F45E-E9F1-56A1263738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404516-42FD-B3A8-D1C8-FB514C2AE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22854-EC62-AE2B-0A06-C256DA835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B5BAA-93B8-06F9-5B36-AEC099E58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B3640-5FCA-4930-6205-DFC8ACA9B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92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E1815-1410-B39E-29D8-05475C3BE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F91F0D-C0F3-FA3E-D2F2-7726B692F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F43BD-23C3-1403-E2E4-2A461B3C1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0207A-08F7-3670-270A-D0BA25ED8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3875B-E86B-44B9-C999-E7083C91E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8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77BEC4-502F-C6ED-51DD-DD1CF01693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A0CD3C-F152-EF61-BEE2-91AC3A5F0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1760B-381C-6D07-72EF-11BB147F3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3EEBE-6A26-0518-BAD1-E140FE297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F4986-1DCE-ED81-D362-CDD41A029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52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E241-8B2D-ECEF-1744-39FA11751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4B584-F076-BFF5-2434-985C49B34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BE45-9333-2FDA-D229-BB7F94A5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F73C-3050-7F08-0988-E7AEA1F8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D4AD9-A904-5C5F-CDA1-D8026F1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168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DA2-4849-C734-D90A-A02D0BDB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2D88-0BC7-285A-7150-77A3E532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DFE6-67D6-6929-B0D7-1E50EFD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74CE-909D-327A-16CE-F8B0842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D6BD-363C-FFDE-0147-FCB59350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004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B66-FED5-C23F-A119-56847871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0F3DC-C4FA-9B3E-0A41-B994BE54A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6593-7605-6B6A-43F8-A75CE3FC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0ADF-AB69-F8FF-7D51-F02E7801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4165-98C3-E8F8-9238-5B86EC40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46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A95-D666-B294-DAA1-F38D600B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57B3-312E-150E-FAC4-37CAE3F7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6F15-44BA-54B3-0C6E-93D10704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D678-A6C5-B023-1F27-3F4DF5C9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D8DA-3B85-9DB5-2A7E-64796A35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B562F-1AFF-0C90-B6D3-AA0AC246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094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A3E-D984-E5EE-B50B-82D6A146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72E0-233A-777A-19F0-886F8F7F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6BBD-7869-1FA8-E9C2-0F2A5E46C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F7557-A959-94A1-6DAA-946B541C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3DB72-1531-44DB-2BB0-1C3A9CCC6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86509-38A8-DEB0-AC4E-60273B6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95E2D-3FCE-7663-ADDD-B9D2BABB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A61D-0F2E-5F50-3F85-96416B9B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5871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F628-9666-D68E-8925-4C88B845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FE773-9442-F217-C0F2-3E90F36E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FF80-E9B3-F78D-421C-077FDDE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B4EFF-CFDA-40BC-8C59-EF47FC2B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253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2CD6C-62A6-7807-BCA5-9C954C03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1C279-D75F-759D-4B09-34A88054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E702A-5E82-A436-1CF1-AC1A5F1D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85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55C2-612A-1713-E9F9-C567C49E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25D3-AC77-BEC9-CAE2-E0B56C6C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0BF17-72D6-4C5F-63BF-63E09F84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480D-1305-DBDC-69F1-7F5788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0CE9-13D7-28C9-516A-5F548EC3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8DFF4-9934-70B9-FF5A-14DECC1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5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A2AC-3BFC-8D13-F061-1D8BA629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17838-5D5F-1AC4-2AA6-AB201A498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A495F-243C-04C6-D8FF-44A21B7A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3BC94-BB1D-03FB-0C2A-5A2874C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AE6C-6A78-516D-60F4-3DDC1EBA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5DE6A-457E-2A89-A0BB-5A61AD8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8984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1E31-AC2E-E027-6BCA-8959DD37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8F0C-E592-BC50-EACE-A200D9D69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F7BB-297F-7BA6-2B9B-CCB896D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B0D6-482B-29F6-26D6-5EDD7B77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4FB8-D633-35BA-DDD7-CD6F085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771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D6B4B-D467-2CC4-B071-114D099A0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A8AA-9629-7368-7203-3E2A03E0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5EF8-CBC7-A453-61F9-476116AF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CAA67-64B2-580A-F610-CEBEFC3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326A-582B-1C6F-4791-84ACA558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11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0BCF85-6A8C-5CCA-197B-8EE8BA3A4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0CA41-F4AD-F56D-15EF-AEF6207EA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E4C22-64F0-9DAE-30A2-2CB2FD6129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946ECA-30FB-4F03-931F-B6980449CAEA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BB917-7035-09F5-632D-AD1AF4AE5C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02AE0-E6A0-59E2-3AD3-F62154DA6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87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C7DE6-1EEF-DF17-75D8-A6F6D634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223C0-1BCC-71E5-EE23-D01197BC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1058-303A-EE33-694F-DE56AC03D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41930-F8FC-4542-827E-E504F4750562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9B44-5FCF-3438-7C14-156D364C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7A8B-89D9-BA6F-C698-C50583E7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29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nybles/hashing-algorithms-d10171ca2e89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sa/hash-table-data-structure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9A9A-32C5-C019-66BA-65438A784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Data Structures and Algorithms I.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F5B50-E332-CBF2-D1A2-66ADD2849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hu-HU" dirty="0">
                <a:solidFill>
                  <a:srgbClr val="FFFFFF"/>
                </a:solidFill>
              </a:rPr>
              <a:t>University of </a:t>
            </a:r>
            <a:r>
              <a:rPr lang="en-US" dirty="0">
                <a:solidFill>
                  <a:srgbClr val="FFFFFF"/>
                </a:solidFill>
              </a:rPr>
              <a:t>Szeged 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Robert Nagy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2025/26. Autumn Semester</a:t>
            </a:r>
          </a:p>
          <a:p>
            <a:pPr algn="l"/>
            <a:endParaRPr lang="hu-HU" dirty="0">
              <a:solidFill>
                <a:srgbClr val="FFFFFF"/>
              </a:solidFill>
            </a:endParaRP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F6E8DA17-1D3B-550A-937D-6AA2C49DC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144" name="Rectangle 14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00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8FA69-E5BC-251A-8F68-EFF46F34B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Hash tables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41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E754CE-E004-3221-C348-6F26032A2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Hash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9CAAD-6EE8-7DBA-7631-008B5BE46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912" y="5645150"/>
            <a:ext cx="8258176" cy="631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Transform the input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5240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13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and black icon with a hashtag&#10;&#10;AI-generated content may be incorrect.">
            <a:extLst>
              <a:ext uri="{FF2B5EF4-FFF2-40B4-BE49-F238E27FC236}">
                <a16:creationId xmlns:a16="http://schemas.microsoft.com/office/drawing/2014/main" id="{32F14575-5789-B15A-CA4E-0BC1F92658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152568"/>
            <a:ext cx="10905066" cy="45528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72BE24-F127-84D0-55FC-794FDE890FCB}"/>
              </a:ext>
            </a:extLst>
          </p:cNvPr>
          <p:cNvSpPr txBox="1"/>
          <p:nvPr/>
        </p:nvSpPr>
        <p:spPr>
          <a:xfrm>
            <a:off x="2820712" y="829402"/>
            <a:ext cx="6550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https://medium.com/nybles/hashing-algorithms-d10171ca2e89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1E31-F400-90D0-33B7-D155ED6BD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Popular hashing functions</a:t>
            </a:r>
            <a:endParaRPr lang="en-US" dirty="0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45EA2CCD-C684-23BA-FD7D-FB306E18D3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712715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7048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function&#10;&#10;AI-generated content may be incorrect.">
            <a:extLst>
              <a:ext uri="{FF2B5EF4-FFF2-40B4-BE49-F238E27FC236}">
                <a16:creationId xmlns:a16="http://schemas.microsoft.com/office/drawing/2014/main" id="{01548A25-C123-B51D-B91A-5435482C77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57258"/>
            <a:ext cx="10905066" cy="53434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91697E-5FA6-12AB-3459-D94238BD86A5}"/>
              </a:ext>
            </a:extLst>
          </p:cNvPr>
          <p:cNvSpPr txBox="1"/>
          <p:nvPr/>
        </p:nvSpPr>
        <p:spPr>
          <a:xfrm>
            <a:off x="2765648" y="434092"/>
            <a:ext cx="64432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https://www.geeksforgeeks.org/dsa/hash-table-data-structure/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438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768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701713CD-CCBD-6646-482F-68C56F15F7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111674"/>
            <a:ext cx="10905066" cy="463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363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9EFF-5B3A-5CB3-E942-696986422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Motivation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EE338-A499-A1DE-6823-D8F88D398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Storage for unique elements, with </a:t>
            </a:r>
            <a:r>
              <a:rPr lang="en-US" sz="3200" b="1" i="1" dirty="0"/>
              <a:t>O(1) </a:t>
            </a:r>
            <a:r>
              <a:rPr lang="en-US" sz="3200" b="1" dirty="0"/>
              <a:t>search time</a:t>
            </a:r>
            <a:r>
              <a:rPr lang="en-US" sz="3200" dirty="0"/>
              <a:t>.</a:t>
            </a:r>
          </a:p>
          <a:p>
            <a:pPr lvl="1"/>
            <a:r>
              <a:rPr lang="en-US" sz="2800" dirty="0"/>
              <a:t>Unordered set</a:t>
            </a:r>
          </a:p>
          <a:p>
            <a:pPr lvl="1"/>
            <a:r>
              <a:rPr lang="en-US" sz="2800" dirty="0"/>
              <a:t>Unordered map</a:t>
            </a:r>
          </a:p>
        </p:txBody>
      </p:sp>
    </p:spTree>
    <p:extLst>
      <p:ext uri="{BB962C8B-B14F-4D97-AF65-F5344CB8AC3E}">
        <p14:creationId xmlns:p14="http://schemas.microsoft.com/office/powerpoint/2010/main" val="2021162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0F03920-5A09-840C-B4E7-E4F10EB3F5E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681037"/>
                <a:ext cx="10515600" cy="1325563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6000" b="0" i="0" smtClean="0">
                        <a:latin typeface="Cambria Math" panose="02040503050406030204" pitchFamily="18" charset="0"/>
                      </a:rPr>
                      <m:t>Load</m:t>
                    </m:r>
                    <m:r>
                      <a:rPr lang="en-US" sz="6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6000" b="0" i="0" smtClean="0">
                        <a:latin typeface="Cambria Math" panose="02040503050406030204" pitchFamily="18" charset="0"/>
                      </a:rPr>
                      <m:t>factor</m:t>
                    </m:r>
                    <m:r>
                      <a:rPr lang="en-US" sz="6000" b="0" i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6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6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br>
                  <a:rPr lang="en-US" b="0" dirty="0"/>
                </a:br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0F03920-5A09-840C-B4E7-E4F10EB3F5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681037"/>
                <a:ext cx="10515600" cy="1325563"/>
              </a:xfrm>
              <a:blipFill>
                <a:blip r:embed="rId2"/>
                <a:stretch>
                  <a:fillRect t="-10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3399C-1149-8BDB-40A8-55AFD4CC6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size of the table – </a:t>
            </a:r>
            <a:r>
              <a:rPr lang="en-US" sz="3600" i="1" dirty="0"/>
              <a:t>n</a:t>
            </a:r>
          </a:p>
          <a:p>
            <a:r>
              <a:rPr lang="en-US" sz="3600" dirty="0"/>
              <a:t>The number of occupied slots - </a:t>
            </a:r>
            <a:r>
              <a:rPr lang="en-US" sz="3600" i="1" dirty="0"/>
              <a:t>k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8716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5E354-329B-028A-2D4F-2C88D4737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Rehashing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43F32E-EFDD-42B8-1B48-FF0F186505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𝑙𝑜𝑎𝑑𝐹𝑎𝑐𝑡𝑜𝑟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𝑡h𝑟𝑒𝑠h𝑜𝑙𝑑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43F32E-EFDD-42B8-1B48-FF0F186505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2227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909D9-3A7B-952E-9274-EB396317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40CBA-EAFE-CA40-337D-E09A747DD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Rehashing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DEFB17-CB4A-01CF-9205-57F59547DC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𝑙𝑜𝑎𝑑𝐹𝑎𝑐𝑡𝑜𝑟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𝑡h𝑟𝑒𝑠h𝑜𝑙𝑑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Increase the table size &amp; recalculate hashes for elements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DEFB17-CB4A-01CF-9205-57F59547DC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8504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C6033E-E6FC-5A9F-C981-18FDA7AB6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Collisions</a:t>
            </a:r>
          </a:p>
        </p:txBody>
      </p:sp>
    </p:spTree>
    <p:extLst>
      <p:ext uri="{BB962C8B-B14F-4D97-AF65-F5344CB8AC3E}">
        <p14:creationId xmlns:p14="http://schemas.microsoft.com/office/powerpoint/2010/main" val="3057940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function&#10;&#10;AI-generated content may be incorrect.">
            <a:extLst>
              <a:ext uri="{FF2B5EF4-FFF2-40B4-BE49-F238E27FC236}">
                <a16:creationId xmlns:a16="http://schemas.microsoft.com/office/drawing/2014/main" id="{DF480347-F3AD-C55C-4FB2-87A61DBA3B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59350"/>
            <a:ext cx="10905066" cy="471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965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ue arrows pointing at a red button">
            <a:extLst>
              <a:ext uri="{FF2B5EF4-FFF2-40B4-BE49-F238E27FC236}">
                <a16:creationId xmlns:a16="http://schemas.microsoft.com/office/drawing/2014/main" id="{332A478D-8BBF-13C3-9669-AC54CF7EAC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627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81AB35-F792-8758-7528-6B35FBEF6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Collision resolution techniques</a:t>
            </a:r>
            <a:br>
              <a:rPr lang="en-US" sz="4800" b="1" dirty="0">
                <a:solidFill>
                  <a:schemeClr val="bg1"/>
                </a:solidFill>
              </a:rPr>
            </a:b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7616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6C25491F-65F2-56A1-0816-2E54F91F6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3" y="1262023"/>
            <a:ext cx="9613397" cy="1927821"/>
          </a:xfrm>
          <a:prstGeom prst="rect">
            <a:avLst/>
          </a:prstGeom>
        </p:spPr>
      </p:pic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E91875-1E4C-02EB-4420-DF23A1DA2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3429000"/>
            <a:ext cx="8921672" cy="171330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Linear probing</a:t>
            </a:r>
          </a:p>
        </p:txBody>
      </p:sp>
    </p:spTree>
    <p:extLst>
      <p:ext uri="{BB962C8B-B14F-4D97-AF65-F5344CB8AC3E}">
        <p14:creationId xmlns:p14="http://schemas.microsoft.com/office/powerpoint/2010/main" val="174633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E5CF-F027-A4FB-D179-14943168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FC3F9-A8A1-303A-5D40-3E2FF836A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548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123</Words>
  <Application>Microsoft Office PowerPoint</Application>
  <PresentationFormat>Widescreen</PresentationFormat>
  <Paragraphs>29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Cambria Math</vt:lpstr>
      <vt:lpstr>Office Theme</vt:lpstr>
      <vt:lpstr>1_Office Theme</vt:lpstr>
      <vt:lpstr>Data Structures and Algorithms I.</vt:lpstr>
      <vt:lpstr>Hash tables</vt:lpstr>
      <vt:lpstr>Hash function</vt:lpstr>
      <vt:lpstr>PowerPoint Presentation</vt:lpstr>
      <vt:lpstr>Popular hashing functions</vt:lpstr>
      <vt:lpstr>PowerPoint Presentation</vt:lpstr>
      <vt:lpstr>PowerPoint Presentation</vt:lpstr>
      <vt:lpstr>Motivation</vt:lpstr>
      <vt:lpstr> Load factor=  k/n  </vt:lpstr>
      <vt:lpstr>Rehashing</vt:lpstr>
      <vt:lpstr>Rehashing</vt:lpstr>
      <vt:lpstr>Collisions</vt:lpstr>
      <vt:lpstr>PowerPoint Presentation</vt:lpstr>
      <vt:lpstr>Collision resolution techniques </vt:lpstr>
      <vt:lpstr>Linear probing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Róbert</dc:creator>
  <cp:lastModifiedBy>Nagy Róbert</cp:lastModifiedBy>
  <cp:revision>6</cp:revision>
  <dcterms:created xsi:type="dcterms:W3CDTF">2025-09-05T17:32:44Z</dcterms:created>
  <dcterms:modified xsi:type="dcterms:W3CDTF">2025-09-05T19:15:56Z</dcterms:modified>
</cp:coreProperties>
</file>