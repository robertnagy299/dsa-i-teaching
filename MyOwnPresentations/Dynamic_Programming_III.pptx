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8" r:id="rId3"/>
    <p:sldId id="256" r:id="rId4"/>
    <p:sldId id="257" r:id="rId5"/>
    <p:sldId id="261" r:id="rId6"/>
    <p:sldId id="260" r:id="rId7"/>
    <p:sldId id="259" r:id="rId8"/>
    <p:sldId id="263" r:id="rId9"/>
    <p:sldId id="264" r:id="rId10"/>
    <p:sldId id="262" r:id="rId11"/>
    <p:sldId id="265" r:id="rId12"/>
    <p:sldId id="266" r:id="rId13"/>
    <p:sldId id="273" r:id="rId14"/>
    <p:sldId id="274" r:id="rId15"/>
    <p:sldId id="275" r:id="rId16"/>
    <p:sldId id="272" r:id="rId17"/>
    <p:sldId id="267" r:id="rId18"/>
    <p:sldId id="268" r:id="rId19"/>
    <p:sldId id="269" r:id="rId20"/>
    <p:sldId id="283" r:id="rId21"/>
    <p:sldId id="284" r:id="rId22"/>
    <p:sldId id="285" r:id="rId23"/>
    <p:sldId id="270" r:id="rId24"/>
    <p:sldId id="276" r:id="rId25"/>
    <p:sldId id="277" r:id="rId26"/>
    <p:sldId id="278" r:id="rId27"/>
    <p:sldId id="279" r:id="rId28"/>
    <p:sldId id="281" r:id="rId29"/>
    <p:sldId id="286" r:id="rId30"/>
    <p:sldId id="287" r:id="rId31"/>
    <p:sldId id="282" r:id="rId32"/>
    <p:sldId id="271" r:id="rId33"/>
    <p:sldId id="28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10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EC44F-6DFA-5075-0B86-B5306349A1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597921-7ECB-ABBA-E77B-FDA7D67CE5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6002F-E558-8A13-2152-E7B61E4B2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6557E9-9F21-3729-A090-343AC52C2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9E2FC-8254-1C5D-3B12-06610B42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113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A5559-64D9-F613-52CB-5806C8839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6CC10-59AA-7BBC-31FF-613D32D99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A0AA6-BD8A-4F87-D665-88F5B0996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1CB93-390D-5418-F2E8-DA13BA2B2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FD069F-7B34-1CED-C130-D377DAEDA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661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800F1-A4F6-BD2C-00E5-465C05DC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C96A3-4EA0-366E-BE31-72324A3FB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75A7B-9948-8543-5D18-599780B53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A872B-7DFF-DF08-1B5F-167F250DC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7B83CF-AA56-8537-4925-4F303F3B5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276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6F957-A391-EC4F-E3A2-DB0C99C44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253B5-C49B-26ED-C881-1FBDE7DDC9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D7F2F7-8E88-0B86-73E6-5EB9BE3708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6359A-D9C8-A50E-A7D3-53DC879F2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52B38B-669F-E8CF-D0B4-4A5AA017E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470C4-3119-9511-5596-8E7BB0CC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24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1CE22-82F7-790E-B98E-91242541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5975D1-981B-D1D2-61E6-D847F4E503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EE2DDE-E99C-A56A-CCAD-B7D52219C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CCB2C0-862F-E229-C381-D32835CB0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4E3F45-3C15-616F-26E0-C6E4867D53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6A2DFC-327F-E2DA-544F-DEB8C88DE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87E9CD-8A23-00C4-823B-FFBC6BE4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92D4C6-A9DD-2056-C1D2-1CB60554C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58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F881-4A60-5646-79DB-77BC47F02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F02FD6-92DC-EF9D-ABC7-80EDB1B10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EA7743-A897-D71B-2B7B-7C9C94C92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F2B11B-1CD3-AFBB-C64C-6B7840ED1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145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98C256-89D4-7DD9-39DE-D55B00B9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B5E91F-EBDB-2AF6-9FDA-ECD5738B4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86DE6D-4031-5EA6-AC8F-AD187C8FB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482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8834E-8E2B-3C73-9CC9-8DEF01118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DD87D-DB23-592F-2927-E830B9086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33AE34-DFE8-2025-2733-3B5AAE56A3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0078C-61BA-E207-73F7-BD221DB66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F5E6F-9BBE-C87C-32DD-FC33CAFDD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FF881-AFFF-C4CD-B733-1FCC0CACA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26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FB47C-74AB-DC92-3CB7-101B98AF5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2BB95E-AEBC-54DB-C6CA-CBBA460AF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369BCC-A30F-871A-6A28-FC6DC2E7CC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CAB941-09A8-435B-7BD6-EEC0BA126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77334D-6157-1B1E-F901-E09DB779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35703-53E9-9852-887B-2900B6B3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510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08EB3-F4DE-4C53-F234-9838F7B20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38B613-8636-47D2-3358-9BF0BC3C4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A25C21-29CF-2A9B-2A28-3720B1260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8702D-F0DF-5312-B641-406A8F4FF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DBF2-3C0F-7068-35B5-CA60B31CD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992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6A2A6E-C919-24A8-6588-CBE5B64C13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A25624-4B3C-1C1F-49B0-4C5572311C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36CA8-D208-0438-F215-33B5C4A9F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754FE-F870-B3E3-2CE9-E7620D81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026C7-884F-4698-38D8-F9070F2BC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074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157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70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076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414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4973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2515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9444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08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220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96430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94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19581E-1B4A-CA82-75B4-55E2FAD8A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EC4B58-1489-A63B-5652-B1446C0903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9DC8D-EFDC-C1B5-C0B1-B2E3BE71E2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2868A1-B458-41A6-8BAE-A278B7B597FD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DC705-B24A-4F0C-9E99-C40583C358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F8C6A8-602C-CB9C-94B2-DA28F0F1C2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8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12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rtofcse.com/learning/introduction-to-dynamic-programming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jgiZlGzXMBw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 dirty="0">
                <a:solidFill>
                  <a:srgbClr val="FFFFFF"/>
                </a:solidFill>
              </a:rPr>
              <a:t>University of </a:t>
            </a:r>
            <a:r>
              <a:rPr lang="en-US" dirty="0">
                <a:solidFill>
                  <a:srgbClr val="FFFFFF"/>
                </a:solidFill>
              </a:rPr>
              <a:t>Szeged 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Robert Nagy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 dirty="0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68E2D1-F515-F457-2C09-5043AF45C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640080"/>
            <a:ext cx="6251110" cy="3566160"/>
          </a:xfrm>
        </p:spPr>
        <p:txBody>
          <a:bodyPr anchor="b">
            <a:normAutofit/>
          </a:bodyPr>
          <a:lstStyle/>
          <a:p>
            <a:pPr algn="l"/>
            <a:r>
              <a:rPr lang="en-US" sz="5400" dirty="0"/>
              <a:t>Dynamic Programming</a:t>
            </a:r>
          </a:p>
        </p:txBody>
      </p:sp>
      <p:pic>
        <p:nvPicPr>
          <p:cNvPr id="4" name="Picture 3" descr="Computer script on a screen">
            <a:extLst>
              <a:ext uri="{FF2B5EF4-FFF2-40B4-BE49-F238E27FC236}">
                <a16:creationId xmlns:a16="http://schemas.microsoft.com/office/drawing/2014/main" id="{1F83B865-38AB-DCA3-A20E-0BC32C98DC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55" r="47614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7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28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379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DD78A-7A12-D972-6256-F3E6A0E26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Fibonacci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D3C2BF-9336-4966-B075-ED38CBBBC224}"/>
                  </a:ext>
                </a:extLst>
              </p:cNvPr>
              <p:cNvSpPr txBox="1"/>
              <p:nvPr/>
            </p:nvSpPr>
            <p:spPr>
              <a:xfrm>
                <a:off x="838200" y="2405743"/>
                <a:ext cx="6894516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1, 1, 2, 3, 5, 8, 13, 21 , 34… 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D3C2BF-9336-4966-B075-ED38CBBBC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743"/>
                <a:ext cx="6894516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354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53099-4347-46EA-05CC-0B504423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563AF-7CBB-6FC5-C332-2CE0F9306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Fibonacci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8B1F7E4-60D1-4F07-C7EF-EC150463FDA6}"/>
                  </a:ext>
                </a:extLst>
              </p:cNvPr>
              <p:cNvSpPr txBox="1"/>
              <p:nvPr/>
            </p:nvSpPr>
            <p:spPr>
              <a:xfrm>
                <a:off x="838200" y="2405743"/>
                <a:ext cx="6894516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1, 1, 2, 3, 5, 8, 13, 21 , 34… 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8B1F7E4-60D1-4F07-C7EF-EC150463F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743"/>
                <a:ext cx="6894516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6E55EF-888E-75F9-BFD2-23A91B4EAFD3}"/>
                  </a:ext>
                </a:extLst>
              </p:cNvPr>
              <p:cNvSpPr txBox="1"/>
              <p:nvPr/>
            </p:nvSpPr>
            <p:spPr>
              <a:xfrm>
                <a:off x="914400" y="3436595"/>
                <a:ext cx="2770630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6E55EF-888E-75F9-BFD2-23A91B4EAF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436595"/>
                <a:ext cx="2770630" cy="615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E0C3D2-5DE6-00C5-6E8B-895E3F5161F2}"/>
                  </a:ext>
                </a:extLst>
              </p:cNvPr>
              <p:cNvSpPr txBox="1"/>
              <p:nvPr/>
            </p:nvSpPr>
            <p:spPr>
              <a:xfrm>
                <a:off x="914400" y="4052148"/>
                <a:ext cx="2770630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E0C3D2-5DE6-00C5-6E8B-895E3F516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4052148"/>
                <a:ext cx="2770630" cy="6155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8D4D49-675B-CBF1-D744-9A8E73D1C16A}"/>
                  </a:ext>
                </a:extLst>
              </p:cNvPr>
              <p:cNvSpPr txBox="1"/>
              <p:nvPr/>
            </p:nvSpPr>
            <p:spPr>
              <a:xfrm>
                <a:off x="838200" y="4975477"/>
                <a:ext cx="8377678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8D4D49-675B-CBF1-D744-9A8E73D1C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75477"/>
                <a:ext cx="8377678" cy="6155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679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A66E35-E3C5-6FF7-6009-42DEC545BC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833095"/>
            <a:ext cx="10905066" cy="5191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766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3873BE4E-1022-C314-C388-21960D55E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97" y="643466"/>
            <a:ext cx="10817605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F7D89B-9779-1A9A-BFF8-0350D5536B55}"/>
              </a:ext>
            </a:extLst>
          </p:cNvPr>
          <p:cNvSpPr txBox="1"/>
          <p:nvPr/>
        </p:nvSpPr>
        <p:spPr>
          <a:xfrm>
            <a:off x="283029" y="250371"/>
            <a:ext cx="75939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https://www.artofcse.com/learning/introduction-to-dynamic-programming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329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69B727-4787-F05F-140C-517C4406C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10969DDB-6075-4D8A-84B3-F5BC765152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97" y="643466"/>
            <a:ext cx="10817605" cy="5571067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BCBF00B2-88FA-9D35-466D-B6C1103AF27D}"/>
              </a:ext>
            </a:extLst>
          </p:cNvPr>
          <p:cNvSpPr/>
          <p:nvPr/>
        </p:nvSpPr>
        <p:spPr>
          <a:xfrm>
            <a:off x="8469086" y="1458686"/>
            <a:ext cx="1554480" cy="146957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AEABB6F-4179-1436-2B93-C6EE50AA7079}"/>
              </a:ext>
            </a:extLst>
          </p:cNvPr>
          <p:cNvSpPr/>
          <p:nvPr/>
        </p:nvSpPr>
        <p:spPr>
          <a:xfrm>
            <a:off x="2168435" y="2852057"/>
            <a:ext cx="1554480" cy="146957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940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C290BF-7D66-2FAF-EA4A-0091CAC5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17685DB3-69E3-F518-A059-4BA62A35D7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97" y="643466"/>
            <a:ext cx="10817605" cy="5571067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F44D684B-DD0F-27D5-CE2F-B5723DF2A2B8}"/>
              </a:ext>
            </a:extLst>
          </p:cNvPr>
          <p:cNvSpPr/>
          <p:nvPr/>
        </p:nvSpPr>
        <p:spPr>
          <a:xfrm>
            <a:off x="8469086" y="1458686"/>
            <a:ext cx="1554480" cy="146957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233901-8804-0AD9-01E2-815EE11A9DC9}"/>
              </a:ext>
            </a:extLst>
          </p:cNvPr>
          <p:cNvSpPr/>
          <p:nvPr/>
        </p:nvSpPr>
        <p:spPr>
          <a:xfrm>
            <a:off x="2168435" y="2852057"/>
            <a:ext cx="1554480" cy="146957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F472F7E-0171-0863-56D5-BD26A64060D9}"/>
              </a:ext>
            </a:extLst>
          </p:cNvPr>
          <p:cNvSpPr/>
          <p:nvPr/>
        </p:nvSpPr>
        <p:spPr>
          <a:xfrm>
            <a:off x="1477152" y="4158344"/>
            <a:ext cx="1209793" cy="1230086"/>
          </a:xfrm>
          <a:prstGeom prst="ellipse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2ED50B6-34FD-14E9-510B-9C7D1177BA86}"/>
              </a:ext>
            </a:extLst>
          </p:cNvPr>
          <p:cNvSpPr/>
          <p:nvPr/>
        </p:nvSpPr>
        <p:spPr>
          <a:xfrm>
            <a:off x="4839400" y="2950028"/>
            <a:ext cx="1209793" cy="1230086"/>
          </a:xfrm>
          <a:prstGeom prst="ellipse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9DF6328-380B-9217-4E5B-DAF732543036}"/>
              </a:ext>
            </a:extLst>
          </p:cNvPr>
          <p:cNvSpPr/>
          <p:nvPr/>
        </p:nvSpPr>
        <p:spPr>
          <a:xfrm>
            <a:off x="7409866" y="2928258"/>
            <a:ext cx="1209793" cy="1230086"/>
          </a:xfrm>
          <a:prstGeom prst="ellipse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87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4E5E66-1128-95F4-5192-AB0B749E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D.R.Y. – Don’t Repeat Yourself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7449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4F62C5-AFFD-546E-F4F4-57C97F167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Memoization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AA9F6-19E9-2217-6FA1-AEF4CEC1D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6988" y="3962400"/>
            <a:ext cx="7058025" cy="5810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The solution we need!</a:t>
            </a:r>
          </a:p>
        </p:txBody>
      </p:sp>
    </p:spTree>
    <p:extLst>
      <p:ext uri="{BB962C8B-B14F-4D97-AF65-F5344CB8AC3E}">
        <p14:creationId xmlns:p14="http://schemas.microsoft.com/office/powerpoint/2010/main" val="2401476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8CBE20-3F21-E68B-BFA3-7DECBE0FB3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75848" y="616038"/>
            <a:ext cx="8840303" cy="5625923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1BBCA49-B929-0326-E8B8-B3D12CB882AA}"/>
              </a:ext>
            </a:extLst>
          </p:cNvPr>
          <p:cNvSpPr/>
          <p:nvPr/>
        </p:nvSpPr>
        <p:spPr>
          <a:xfrm>
            <a:off x="1284514" y="1034143"/>
            <a:ext cx="9840686" cy="536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676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56D6D-5FBB-8D96-A574-FC67F7E23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AB0FA8-6776-E577-C118-0430D91FA7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75848" y="616038"/>
            <a:ext cx="8840303" cy="5625923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F74F9F-B7CF-C3D9-4434-D69922A41FCB}"/>
              </a:ext>
            </a:extLst>
          </p:cNvPr>
          <p:cNvSpPr/>
          <p:nvPr/>
        </p:nvSpPr>
        <p:spPr>
          <a:xfrm>
            <a:off x="1317171" y="2427514"/>
            <a:ext cx="9840686" cy="39732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711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CE8B5-4FEC-65EF-9A37-6D06F759A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A05F3-B85C-9C3B-F4B7-3FC86786F5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75848" y="616038"/>
            <a:ext cx="8840303" cy="5625923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419F776-D2E5-FCD9-BC15-0BB0E4F6A0B0}"/>
              </a:ext>
            </a:extLst>
          </p:cNvPr>
          <p:cNvSpPr/>
          <p:nvPr/>
        </p:nvSpPr>
        <p:spPr>
          <a:xfrm>
            <a:off x="1317171" y="4180114"/>
            <a:ext cx="9840686" cy="2220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0832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43B88-0D9A-A62C-D31B-59791276F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3D78DD6-9899-9A13-A291-004915FF0D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75848" y="616038"/>
            <a:ext cx="8840303" cy="5625923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4A7D16E-C7F0-A00A-69C0-A57C4A5C5ED5}"/>
              </a:ext>
            </a:extLst>
          </p:cNvPr>
          <p:cNvSpPr/>
          <p:nvPr/>
        </p:nvSpPr>
        <p:spPr>
          <a:xfrm>
            <a:off x="1317171" y="5018314"/>
            <a:ext cx="9840686" cy="13824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597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B52E3-A138-3B31-782D-5631F9FB1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761A93-A63F-7840-44BC-C446184D30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75848" y="616038"/>
            <a:ext cx="8840303" cy="5625923"/>
          </a:xfrm>
        </p:spPr>
      </p:pic>
    </p:spTree>
    <p:extLst>
      <p:ext uri="{BB962C8B-B14F-4D97-AF65-F5344CB8AC3E}">
        <p14:creationId xmlns:p14="http://schemas.microsoft.com/office/powerpoint/2010/main" val="3537175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81DFC9-4D03-C11F-3DB9-12ACEC78C3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39291" y="61015"/>
            <a:ext cx="8652709" cy="673597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57A85B-5FF9-2DE8-A144-CBC544C5E0A6}"/>
              </a:ext>
            </a:extLst>
          </p:cNvPr>
          <p:cNvSpPr txBox="1"/>
          <p:nvPr/>
        </p:nvSpPr>
        <p:spPr>
          <a:xfrm>
            <a:off x="228600" y="609600"/>
            <a:ext cx="103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F.Y.I.</a:t>
            </a:r>
          </a:p>
        </p:txBody>
      </p:sp>
      <p:pic>
        <p:nvPicPr>
          <p:cNvPr id="3" name="Picture 2" descr="A yellow and purple text on a orange background&#10;&#10;AI-generated content may be incorrect.">
            <a:extLst>
              <a:ext uri="{FF2B5EF4-FFF2-40B4-BE49-F238E27FC236}">
                <a16:creationId xmlns:a16="http://schemas.microsoft.com/office/drawing/2014/main" id="{5A9B5D1C-A585-9D10-16F6-A88C7A607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4" y="1523999"/>
            <a:ext cx="3320143" cy="3320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994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8FBA8D-BB9F-0747-9EF9-6BD14AB8E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Optimization problems</a:t>
            </a:r>
          </a:p>
        </p:txBody>
      </p:sp>
    </p:spTree>
    <p:extLst>
      <p:ext uri="{BB962C8B-B14F-4D97-AF65-F5344CB8AC3E}">
        <p14:creationId xmlns:p14="http://schemas.microsoft.com/office/powerpoint/2010/main" val="25445931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2948E4-0A60-25C9-2AA2-9A94B98A2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Coin Change problem</a:t>
            </a:r>
          </a:p>
        </p:txBody>
      </p:sp>
      <p:pic>
        <p:nvPicPr>
          <p:cNvPr id="6" name="Graphic 5" descr="Coins">
            <a:extLst>
              <a:ext uri="{FF2B5EF4-FFF2-40B4-BE49-F238E27FC236}">
                <a16:creationId xmlns:a16="http://schemas.microsoft.com/office/drawing/2014/main" id="{6BD86AEA-26B5-158B-E966-6CEE135DD2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Coins">
            <a:extLst>
              <a:ext uri="{FF2B5EF4-FFF2-40B4-BE49-F238E27FC236}">
                <a16:creationId xmlns:a16="http://schemas.microsoft.com/office/drawing/2014/main" id="{51C782E5-D17B-4840-869B-5AB1A54E40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4862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C67786-17B7-8D27-C5CE-3B25EA555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208202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3CB8B0-DFC3-4B9B-1476-5C7608FB93A4}"/>
                  </a:ext>
                </a:extLst>
              </p:cNvPr>
              <p:cNvSpPr txBox="1"/>
              <p:nvPr/>
            </p:nvSpPr>
            <p:spPr>
              <a:xfrm>
                <a:off x="816428" y="838200"/>
                <a:ext cx="32170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𝑐𝑜𝑖𝑛𝑠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=[1, 2, 5]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3CB8B0-DFC3-4B9B-1476-5C7608FB9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428" y="838200"/>
                <a:ext cx="3217099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CF3032-4081-4A11-B275-840314803904}"/>
                  </a:ext>
                </a:extLst>
              </p:cNvPr>
              <p:cNvSpPr txBox="1"/>
              <p:nvPr/>
            </p:nvSpPr>
            <p:spPr>
              <a:xfrm>
                <a:off x="816427" y="1567543"/>
                <a:ext cx="428175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𝑡𝑎𝑟𝑔𝑒𝑡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𝑎𝑚𝑜𝑢𝑛𝑡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CF3032-4081-4A11-B275-840314803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427" y="1567543"/>
                <a:ext cx="4281750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7245000-63F0-B8CF-CDE5-B708A2D1855B}"/>
              </a:ext>
            </a:extLst>
          </p:cNvPr>
          <p:cNvSpPr txBox="1"/>
          <p:nvPr/>
        </p:nvSpPr>
        <p:spPr>
          <a:xfrm>
            <a:off x="685800" y="191869"/>
            <a:ext cx="5079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https://www.youtube.com/watch?v=jgiZlGzXMBw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3291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oup of children coloring on a large white paper&#10;&#10;AI-generated content may be incorrect.">
            <a:extLst>
              <a:ext uri="{FF2B5EF4-FFF2-40B4-BE49-F238E27FC236}">
                <a16:creationId xmlns:a16="http://schemas.microsoft.com/office/drawing/2014/main" id="{17C36405-07CD-B97B-C878-E91F0ED8E1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79FBD9-ADD4-F0D7-F7C3-0D5CDF62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It’s drawing time!</a:t>
            </a:r>
          </a:p>
        </p:txBody>
      </p:sp>
    </p:spTree>
    <p:extLst>
      <p:ext uri="{BB962C8B-B14F-4D97-AF65-F5344CB8AC3E}">
        <p14:creationId xmlns:p14="http://schemas.microsoft.com/office/powerpoint/2010/main" val="21548851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A826B7-5B7F-F2C1-16F7-53B040506C50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https://www.youtube.com/watch?v=KnWorqyDSLA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 descr="A number and equation on a dark background&#10;&#10;AI-generated content may be incorrect.">
            <a:extLst>
              <a:ext uri="{FF2B5EF4-FFF2-40B4-BE49-F238E27FC236}">
                <a16:creationId xmlns:a16="http://schemas.microsoft.com/office/drawing/2014/main" id="{9480E256-7359-151E-C9CD-7711F17BDB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887" y="1381620"/>
            <a:ext cx="1093622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8934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3F31B-DF53-1341-975D-11A7B1DF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443E65-D43F-FF8F-8A3A-22C2064A3B09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https://www.youtube.com/watch?v=KnWorqyDSLA</a:t>
            </a:r>
            <a:endParaRPr lang="en-US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B90388-2EAA-72E6-F464-E2DC37474E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7057" y="983789"/>
            <a:ext cx="10297885" cy="552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13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D5DB9-346F-CB80-AA93-4CB59321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077FBD-D741-EEFF-8609-F3B9D6B001C7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https://www.youtube.com/watch?v=KnWorqyDSLA</a:t>
            </a:r>
            <a:endParaRPr lang="en-US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AA3EF5-F429-C628-6C89-A06C2F1E1D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7057" y="1088693"/>
            <a:ext cx="10297885" cy="5315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2842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00CDF-0A45-C537-5BE6-DAE638D6F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BA59CB-A3B4-B407-9B24-D0CA1B102623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https://www.youtube.com/watch?v=KnWorqyDSLA</a:t>
            </a:r>
            <a:endParaRPr lang="en-US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23C952-804A-525D-64CE-90109F0A0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629" y="1088693"/>
            <a:ext cx="10225370" cy="541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67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7DDAA-00BE-00B4-226D-8202D2CB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A5E31D1-788F-9665-25B9-3F12E2FB8502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https://www.youtube.com/watch?v=KnWorqyDSLA</a:t>
            </a:r>
            <a:endParaRPr lang="en-US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EB6418-5F70-D190-D3C1-8B5628E3C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6692" y="1088693"/>
            <a:ext cx="10137243" cy="541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7994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E4D9-59A0-CD3B-165E-B2FEE3C83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ED23E1-3514-8744-6C0B-C97619C3C68E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https://www.youtube.com/watch?v=KnWorqyDSLA</a:t>
            </a:r>
            <a:endParaRPr lang="en-US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229A06-F49C-4184-CD0F-F21629E62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7548" y="1382486"/>
            <a:ext cx="11816904" cy="458608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0345B35-DC6E-6493-7FBA-0125058832DD}"/>
              </a:ext>
            </a:extLst>
          </p:cNvPr>
          <p:cNvSpPr/>
          <p:nvPr/>
        </p:nvSpPr>
        <p:spPr>
          <a:xfrm>
            <a:off x="187548" y="3193324"/>
            <a:ext cx="12275820" cy="39732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325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915F8-1205-A6E0-8749-EF2D511D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15C320E-A27C-3A2B-D4D2-3BFD5CFD8F32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https://www.youtube.com/watch?v=KnWorqyDSLA</a:t>
            </a:r>
            <a:endParaRPr lang="en-US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2581E1-4ED5-1465-7771-A161FB3F46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7548" y="1382486"/>
            <a:ext cx="11816904" cy="458608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5EB0E8A-9D31-1518-DB88-473CD5523027}"/>
              </a:ext>
            </a:extLst>
          </p:cNvPr>
          <p:cNvSpPr/>
          <p:nvPr/>
        </p:nvSpPr>
        <p:spPr>
          <a:xfrm>
            <a:off x="187548" y="4297680"/>
            <a:ext cx="12275820" cy="28460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1112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ACBFC-434C-1308-060F-F51615083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E14D45-F78A-425C-E4A7-E64D0ADBFFF4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https://www.youtube.com/watch?v=KnWorqyDSLA</a:t>
            </a:r>
            <a:endParaRPr lang="en-US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993087-BDFA-BF04-C70E-3EF1400CAB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7548" y="1382486"/>
            <a:ext cx="11816904" cy="458608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82A9D52-CFFA-EEEC-3676-8AAD6ECC5013}"/>
              </a:ext>
            </a:extLst>
          </p:cNvPr>
          <p:cNvSpPr/>
          <p:nvPr/>
        </p:nvSpPr>
        <p:spPr>
          <a:xfrm>
            <a:off x="187548" y="5223510"/>
            <a:ext cx="12275820" cy="1920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7852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50F9E-EC33-160B-74B0-7DFFDE9B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3C72E8-72DB-CF67-AFEB-7F021081EF53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https://www.youtube.com/watch?v=KnWorqyDSLA</a:t>
            </a:r>
            <a:endParaRPr lang="en-US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3CE42E-5933-921A-5BC4-609038F5A4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7548" y="1382486"/>
            <a:ext cx="11816904" cy="458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1856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9E9F8-2A3C-8195-F6DB-A0CF74A0B2F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8199" y="1093788"/>
            <a:ext cx="10506455" cy="296720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Longest Common Subsequence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40342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E0E2E-2CC0-99DC-F7D7-9C600547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8811F-4581-0FC5-1DA4-BB209DF3E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333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265</Words>
  <Application>Microsoft Office PowerPoint</Application>
  <PresentationFormat>Widescreen</PresentationFormat>
  <Paragraphs>34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Office Theme</vt:lpstr>
      <vt:lpstr>1_Office Theme</vt:lpstr>
      <vt:lpstr>Data Structures and Algorithms I.</vt:lpstr>
      <vt:lpstr>Dynamic Programming</vt:lpstr>
      <vt:lpstr>Fibonacci numbers</vt:lpstr>
      <vt:lpstr>Fibonacci numbers</vt:lpstr>
      <vt:lpstr>PowerPoint Presentation</vt:lpstr>
      <vt:lpstr>PowerPoint Presentation</vt:lpstr>
      <vt:lpstr>PowerPoint Presentation</vt:lpstr>
      <vt:lpstr>PowerPoint Presentation</vt:lpstr>
      <vt:lpstr>D.R.Y. – Don’t Repeat Yourself</vt:lpstr>
      <vt:lpstr>Memoization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Optimization problems</vt:lpstr>
      <vt:lpstr>Coin Change problem</vt:lpstr>
      <vt:lpstr>Example</vt:lpstr>
      <vt:lpstr>PowerPoint Presentation</vt:lpstr>
      <vt:lpstr>It’s drawing time!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Longest Common Subsequence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7</cp:revision>
  <dcterms:created xsi:type="dcterms:W3CDTF">2025-08-28T18:18:08Z</dcterms:created>
  <dcterms:modified xsi:type="dcterms:W3CDTF">2025-08-29T12:56:28Z</dcterms:modified>
</cp:coreProperties>
</file>