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56" r:id="rId4"/>
    <p:sldId id="257" r:id="rId5"/>
    <p:sldId id="261" r:id="rId6"/>
    <p:sldId id="260" r:id="rId7"/>
    <p:sldId id="259" r:id="rId8"/>
    <p:sldId id="263" r:id="rId9"/>
    <p:sldId id="264" r:id="rId10"/>
    <p:sldId id="262" r:id="rId11"/>
    <p:sldId id="265" r:id="rId12"/>
    <p:sldId id="266" r:id="rId13"/>
    <p:sldId id="273" r:id="rId14"/>
    <p:sldId id="274" r:id="rId15"/>
    <p:sldId id="275" r:id="rId16"/>
    <p:sldId id="272" r:id="rId17"/>
    <p:sldId id="268" r:id="rId18"/>
    <p:sldId id="269" r:id="rId19"/>
    <p:sldId id="283" r:id="rId20"/>
    <p:sldId id="284" r:id="rId21"/>
    <p:sldId id="295" r:id="rId22"/>
    <p:sldId id="285" r:id="rId23"/>
    <p:sldId id="270" r:id="rId24"/>
    <p:sldId id="276" r:id="rId25"/>
    <p:sldId id="277" r:id="rId26"/>
    <p:sldId id="278" r:id="rId27"/>
    <p:sldId id="279" r:id="rId28"/>
    <p:sldId id="281" r:id="rId29"/>
    <p:sldId id="286" r:id="rId30"/>
    <p:sldId id="287" r:id="rId31"/>
    <p:sldId id="282" r:id="rId32"/>
    <p:sldId id="289" r:id="rId33"/>
    <p:sldId id="290" r:id="rId34"/>
    <p:sldId id="291" r:id="rId35"/>
    <p:sldId id="293" r:id="rId36"/>
    <p:sldId id="292" r:id="rId37"/>
    <p:sldId id="294" r:id="rId38"/>
    <p:sldId id="296" r:id="rId39"/>
    <p:sldId id="298" r:id="rId40"/>
    <p:sldId id="297" r:id="rId41"/>
    <p:sldId id="302" r:id="rId42"/>
    <p:sldId id="288" r:id="rId43"/>
    <p:sldId id="299" r:id="rId44"/>
    <p:sldId id="300" r:id="rId45"/>
    <p:sldId id="301" r:id="rId46"/>
    <p:sldId id="319" r:id="rId47"/>
    <p:sldId id="320" r:id="rId48"/>
    <p:sldId id="303" r:id="rId49"/>
    <p:sldId id="304" r:id="rId50"/>
    <p:sldId id="305" r:id="rId51"/>
    <p:sldId id="306" r:id="rId52"/>
    <p:sldId id="307" r:id="rId53"/>
    <p:sldId id="310" r:id="rId54"/>
    <p:sldId id="311" r:id="rId55"/>
    <p:sldId id="312" r:id="rId56"/>
    <p:sldId id="321" r:id="rId57"/>
    <p:sldId id="313" r:id="rId58"/>
    <p:sldId id="314" r:id="rId59"/>
    <p:sldId id="315" r:id="rId60"/>
    <p:sldId id="316" r:id="rId61"/>
    <p:sldId id="317" r:id="rId62"/>
    <p:sldId id="318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26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4" autoAdjust="0"/>
    <p:restoredTop sz="94660"/>
  </p:normalViewPr>
  <p:slideViewPr>
    <p:cSldViewPr snapToGrid="0">
      <p:cViewPr varScale="1">
        <p:scale>
          <a:sx n="56" d="100"/>
          <a:sy n="56" d="100"/>
        </p:scale>
        <p:origin x="9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9C4AD-8B64-4C96-A1EC-0472F64700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4B95CA63-17D6-4CA4-B996-FC550F59DBF8}">
      <dgm:prSet/>
      <dgm:spPr/>
      <dgm:t>
        <a:bodyPr/>
        <a:lstStyle/>
        <a:p>
          <a:pPr>
            <a:defRPr cap="all"/>
          </a:pPr>
          <a:r>
            <a:rPr lang="en-US"/>
            <a:t>Top-down</a:t>
          </a:r>
        </a:p>
      </dgm:t>
    </dgm:pt>
    <dgm:pt modelId="{68602941-1734-421D-ADC5-29C68F6D3069}" type="parTrans" cxnId="{3B57DF0D-CAEF-4F2E-B5C0-667691F3ED34}">
      <dgm:prSet/>
      <dgm:spPr/>
      <dgm:t>
        <a:bodyPr/>
        <a:lstStyle/>
        <a:p>
          <a:endParaRPr lang="en-US"/>
        </a:p>
      </dgm:t>
    </dgm:pt>
    <dgm:pt modelId="{16B7E623-238B-488A-9058-AA05E29FA875}" type="sibTrans" cxnId="{3B57DF0D-CAEF-4F2E-B5C0-667691F3ED34}">
      <dgm:prSet/>
      <dgm:spPr/>
      <dgm:t>
        <a:bodyPr/>
        <a:lstStyle/>
        <a:p>
          <a:endParaRPr lang="en-US"/>
        </a:p>
      </dgm:t>
    </dgm:pt>
    <dgm:pt modelId="{DFAD85F1-380A-4D6B-BDA8-CE22CAA72B51}">
      <dgm:prSet/>
      <dgm:spPr/>
      <dgm:t>
        <a:bodyPr/>
        <a:lstStyle/>
        <a:p>
          <a:pPr>
            <a:defRPr cap="all"/>
          </a:pPr>
          <a:r>
            <a:rPr lang="en-US"/>
            <a:t>Bottom-up</a:t>
          </a:r>
        </a:p>
      </dgm:t>
    </dgm:pt>
    <dgm:pt modelId="{D5D43C41-9B21-4275-B7F2-2DE7C3F977BC}" type="parTrans" cxnId="{C5C0F19F-7FE7-461B-B323-0150F5576934}">
      <dgm:prSet/>
      <dgm:spPr/>
      <dgm:t>
        <a:bodyPr/>
        <a:lstStyle/>
        <a:p>
          <a:endParaRPr lang="en-US"/>
        </a:p>
      </dgm:t>
    </dgm:pt>
    <dgm:pt modelId="{1702B78A-4F28-4069-8DF7-8B949BD46579}" type="sibTrans" cxnId="{C5C0F19F-7FE7-461B-B323-0150F5576934}">
      <dgm:prSet/>
      <dgm:spPr/>
      <dgm:t>
        <a:bodyPr/>
        <a:lstStyle/>
        <a:p>
          <a:endParaRPr lang="en-US"/>
        </a:p>
      </dgm:t>
    </dgm:pt>
    <dgm:pt modelId="{AF2F51E7-1F4C-4A76-91A8-7F3FC1090E2A}" type="pres">
      <dgm:prSet presAssocID="{4759C4AD-8B64-4C96-A1EC-0472F64700BD}" presName="root" presStyleCnt="0">
        <dgm:presLayoutVars>
          <dgm:dir/>
          <dgm:resizeHandles val="exact"/>
        </dgm:presLayoutVars>
      </dgm:prSet>
      <dgm:spPr/>
    </dgm:pt>
    <dgm:pt modelId="{71AAB99C-364B-4F7F-B40E-1EA46DF6D41A}" type="pres">
      <dgm:prSet presAssocID="{4B95CA63-17D6-4CA4-B996-FC550F59DBF8}" presName="compNode" presStyleCnt="0"/>
      <dgm:spPr/>
    </dgm:pt>
    <dgm:pt modelId="{4CD476AD-C108-41BE-8C8F-4F14863CA97D}" type="pres">
      <dgm:prSet presAssocID="{4B95CA63-17D6-4CA4-B996-FC550F59DBF8}" presName="iconBgRect" presStyleLbl="bgShp" presStyleIdx="0" presStyleCnt="2"/>
      <dgm:spPr/>
    </dgm:pt>
    <dgm:pt modelId="{B749A6F3-C4AF-4A15-A9D6-E62B65281FA4}" type="pres">
      <dgm:prSet presAssocID="{4B95CA63-17D6-4CA4-B996-FC550F59DB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7ABEE868-47D1-4608-B787-FA32176CEF37}" type="pres">
      <dgm:prSet presAssocID="{4B95CA63-17D6-4CA4-B996-FC550F59DBF8}" presName="spaceRect" presStyleCnt="0"/>
      <dgm:spPr/>
    </dgm:pt>
    <dgm:pt modelId="{21542C84-C030-43ED-877B-42323F1794FF}" type="pres">
      <dgm:prSet presAssocID="{4B95CA63-17D6-4CA4-B996-FC550F59DBF8}" presName="textRect" presStyleLbl="revTx" presStyleIdx="0" presStyleCnt="2">
        <dgm:presLayoutVars>
          <dgm:chMax val="1"/>
          <dgm:chPref val="1"/>
        </dgm:presLayoutVars>
      </dgm:prSet>
      <dgm:spPr/>
    </dgm:pt>
    <dgm:pt modelId="{C2737849-1D71-4451-A8E9-7E5E0E070F8C}" type="pres">
      <dgm:prSet presAssocID="{16B7E623-238B-488A-9058-AA05E29FA875}" presName="sibTrans" presStyleCnt="0"/>
      <dgm:spPr/>
    </dgm:pt>
    <dgm:pt modelId="{1495B958-C998-48FC-BA07-7FB0197244DD}" type="pres">
      <dgm:prSet presAssocID="{DFAD85F1-380A-4D6B-BDA8-CE22CAA72B51}" presName="compNode" presStyleCnt="0"/>
      <dgm:spPr/>
    </dgm:pt>
    <dgm:pt modelId="{B8F2B267-4DB4-44BC-BBB8-70C2C6CF1F6A}" type="pres">
      <dgm:prSet presAssocID="{DFAD85F1-380A-4D6B-BDA8-CE22CAA72B51}" presName="iconBgRect" presStyleLbl="bgShp" presStyleIdx="1" presStyleCnt="2"/>
      <dgm:spPr/>
    </dgm:pt>
    <dgm:pt modelId="{D0474790-70D0-4B36-875E-5225D0916237}" type="pres">
      <dgm:prSet presAssocID="{DFAD85F1-380A-4D6B-BDA8-CE22CAA72B51}" presName="iconRect" presStyleLbl="node1" presStyleIdx="1" presStyleCnt="2" custAng="108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  <dgm:pt modelId="{16A5711F-9602-4302-874C-8C859E8D5190}" type="pres">
      <dgm:prSet presAssocID="{DFAD85F1-380A-4D6B-BDA8-CE22CAA72B51}" presName="spaceRect" presStyleCnt="0"/>
      <dgm:spPr/>
    </dgm:pt>
    <dgm:pt modelId="{7E23AB3A-4F3D-4DCC-928C-0C1EB0A8342E}" type="pres">
      <dgm:prSet presAssocID="{DFAD85F1-380A-4D6B-BDA8-CE22CAA72B5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6FA9B0C-5EC9-4AB2-A374-94DE0957D69E}" type="presOf" srcId="{4759C4AD-8B64-4C96-A1EC-0472F64700BD}" destId="{AF2F51E7-1F4C-4A76-91A8-7F3FC1090E2A}" srcOrd="0" destOrd="0" presId="urn:microsoft.com/office/officeart/2018/5/layout/IconCircleLabelList"/>
    <dgm:cxn modelId="{3B57DF0D-CAEF-4F2E-B5C0-667691F3ED34}" srcId="{4759C4AD-8B64-4C96-A1EC-0472F64700BD}" destId="{4B95CA63-17D6-4CA4-B996-FC550F59DBF8}" srcOrd="0" destOrd="0" parTransId="{68602941-1734-421D-ADC5-29C68F6D3069}" sibTransId="{16B7E623-238B-488A-9058-AA05E29FA875}"/>
    <dgm:cxn modelId="{C5C0F19F-7FE7-461B-B323-0150F5576934}" srcId="{4759C4AD-8B64-4C96-A1EC-0472F64700BD}" destId="{DFAD85F1-380A-4D6B-BDA8-CE22CAA72B51}" srcOrd="1" destOrd="0" parTransId="{D5D43C41-9B21-4275-B7F2-2DE7C3F977BC}" sibTransId="{1702B78A-4F28-4069-8DF7-8B949BD46579}"/>
    <dgm:cxn modelId="{69F29CE5-4729-40CA-B246-1A8023B249DB}" type="presOf" srcId="{DFAD85F1-380A-4D6B-BDA8-CE22CAA72B51}" destId="{7E23AB3A-4F3D-4DCC-928C-0C1EB0A8342E}" srcOrd="0" destOrd="0" presId="urn:microsoft.com/office/officeart/2018/5/layout/IconCircleLabelList"/>
    <dgm:cxn modelId="{18D6BDF8-A7A3-4926-A7D4-6DDF83BD3615}" type="presOf" srcId="{4B95CA63-17D6-4CA4-B996-FC550F59DBF8}" destId="{21542C84-C030-43ED-877B-42323F1794FF}" srcOrd="0" destOrd="0" presId="urn:microsoft.com/office/officeart/2018/5/layout/IconCircleLabelList"/>
    <dgm:cxn modelId="{FD219A3B-3715-43B8-91B4-5C6C58990D0F}" type="presParOf" srcId="{AF2F51E7-1F4C-4A76-91A8-7F3FC1090E2A}" destId="{71AAB99C-364B-4F7F-B40E-1EA46DF6D41A}" srcOrd="0" destOrd="0" presId="urn:microsoft.com/office/officeart/2018/5/layout/IconCircleLabelList"/>
    <dgm:cxn modelId="{C5C9E58A-E11F-4121-95DE-08FE8FFDCAAD}" type="presParOf" srcId="{71AAB99C-364B-4F7F-B40E-1EA46DF6D41A}" destId="{4CD476AD-C108-41BE-8C8F-4F14863CA97D}" srcOrd="0" destOrd="0" presId="urn:microsoft.com/office/officeart/2018/5/layout/IconCircleLabelList"/>
    <dgm:cxn modelId="{DC65F537-0D96-4C33-85B0-CBA4042180C6}" type="presParOf" srcId="{71AAB99C-364B-4F7F-B40E-1EA46DF6D41A}" destId="{B749A6F3-C4AF-4A15-A9D6-E62B65281FA4}" srcOrd="1" destOrd="0" presId="urn:microsoft.com/office/officeart/2018/5/layout/IconCircleLabelList"/>
    <dgm:cxn modelId="{46A50607-1E71-4D43-86C3-D1B6075DE2C9}" type="presParOf" srcId="{71AAB99C-364B-4F7F-B40E-1EA46DF6D41A}" destId="{7ABEE868-47D1-4608-B787-FA32176CEF37}" srcOrd="2" destOrd="0" presId="urn:microsoft.com/office/officeart/2018/5/layout/IconCircleLabelList"/>
    <dgm:cxn modelId="{C8A6F2BE-3D8A-47FE-9337-B5EEE6CA3D42}" type="presParOf" srcId="{71AAB99C-364B-4F7F-B40E-1EA46DF6D41A}" destId="{21542C84-C030-43ED-877B-42323F1794FF}" srcOrd="3" destOrd="0" presId="urn:microsoft.com/office/officeart/2018/5/layout/IconCircleLabelList"/>
    <dgm:cxn modelId="{4CC6A8A4-E4BB-476E-A9D9-00AB98EC82DB}" type="presParOf" srcId="{AF2F51E7-1F4C-4A76-91A8-7F3FC1090E2A}" destId="{C2737849-1D71-4451-A8E9-7E5E0E070F8C}" srcOrd="1" destOrd="0" presId="urn:microsoft.com/office/officeart/2018/5/layout/IconCircleLabelList"/>
    <dgm:cxn modelId="{6A543676-BF04-4684-A986-C81731D5705E}" type="presParOf" srcId="{AF2F51E7-1F4C-4A76-91A8-7F3FC1090E2A}" destId="{1495B958-C998-48FC-BA07-7FB0197244DD}" srcOrd="2" destOrd="0" presId="urn:microsoft.com/office/officeart/2018/5/layout/IconCircleLabelList"/>
    <dgm:cxn modelId="{179601EF-2209-4DF0-91BA-F98077D564EF}" type="presParOf" srcId="{1495B958-C998-48FC-BA07-7FB0197244DD}" destId="{B8F2B267-4DB4-44BC-BBB8-70C2C6CF1F6A}" srcOrd="0" destOrd="0" presId="urn:microsoft.com/office/officeart/2018/5/layout/IconCircleLabelList"/>
    <dgm:cxn modelId="{77BB8D75-227D-42E6-9A63-BCA7F521A86F}" type="presParOf" srcId="{1495B958-C998-48FC-BA07-7FB0197244DD}" destId="{D0474790-70D0-4B36-875E-5225D0916237}" srcOrd="1" destOrd="0" presId="urn:microsoft.com/office/officeart/2018/5/layout/IconCircleLabelList"/>
    <dgm:cxn modelId="{35671811-8DE3-4BE7-BA65-18A0B9CB50FA}" type="presParOf" srcId="{1495B958-C998-48FC-BA07-7FB0197244DD}" destId="{16A5711F-9602-4302-874C-8C859E8D5190}" srcOrd="2" destOrd="0" presId="urn:microsoft.com/office/officeart/2018/5/layout/IconCircleLabelList"/>
    <dgm:cxn modelId="{50D435E4-17DC-41E3-A399-64040534B90E}" type="presParOf" srcId="{1495B958-C998-48FC-BA07-7FB0197244DD}" destId="{7E23AB3A-4F3D-4DCC-928C-0C1EB0A8342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476AD-C108-41BE-8C8F-4F14863CA97D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9A6F3-C4AF-4A15-A9D6-E62B65281FA4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42C84-C030-43ED-877B-42323F1794FF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Top-down</a:t>
          </a:r>
        </a:p>
      </dsp:txBody>
      <dsp:txXfrm>
        <a:off x="1548914" y="3176402"/>
        <a:ext cx="3600000" cy="720000"/>
      </dsp:txXfrm>
    </dsp:sp>
    <dsp:sp modelId="{B8F2B267-4DB4-44BC-BBB8-70C2C6CF1F6A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74790-70D0-4B36-875E-5225D0916237}">
      <dsp:nvSpPr>
        <dsp:cNvPr id="0" name=""/>
        <dsp:cNvSpPr/>
      </dsp:nvSpPr>
      <dsp:spPr>
        <a:xfrm rot="10800000"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3AB3A-4F3D-4DCC-928C-0C1EB0A8342E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Bottom-up</a:t>
          </a:r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1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24575,'319'0'0,"-313"0"0,-1 0 0,1 0 0,0-1 0,-1 1 0,1-1 0,-1 0 0,1-1 0,-1 1 0,1-1 0,-1 0 0,0-1 0,0 1 0,0-1 0,0 0 0,-1 0 0,7-6 0,4-2 0,0 0 0,1 0 0,1 2 0,0 0 0,0 1 0,0 0 0,1 1 0,1 2 0,-1-1 0,33-3 0,-17 1 0,47-16 0,-22 5 0,-31 13 0,1 2 0,0 0 0,0 2 0,1 1 0,34 4 0,-31-2 0,0 0 0,-1-2 0,60-10 0,-34 2 0,1 2 0,-1 2 0,84 5 0,-78 1 0,-40 1 0,0 0 0,39 10 0,17 1 0,-68-11 0,1 1 0,-1-1 0,0 2 0,0 0 0,-1 0 0,1 1 0,12 7 0,22 9 0,-31-15 0,-1 0 0,1 1 0,15 11 0,-3 0 0,1-1 0,0-1 0,1-2 0,1-1 0,42 13 0,-52-20 0,-1 0 0,1 2 0,-2 0 0,1 1 0,-1 1 0,-1 0 0,1 2 0,-2 0 0,18 17 0,-25-22 0,0 0 0,0-1 0,1 0 0,0-1 0,0 0 0,0 0 0,0-1 0,1-1 0,18 5 0,-16-5 0,0 1 0,-1 0 0,0 1 0,0 0 0,0 1 0,20 12 0,87 60 0,-102-66 0,1 0 0,0 0 0,1-2 0,1-1 0,-1 0 0,2-1 0,37 9 0,-47-13 0,0 0 0,0 0 0,0 1 0,-1 1 0,0 0 0,0 0 0,-1 1 0,0 0 0,11 11 0,28 19 0,-17-18 0,55 23 0,-60-31 0,-1 1 0,-1 1 0,44 31 0,-49-30 0,1-1 0,0 0 0,0-1 0,1-2 0,1 0 0,-1-1 0,2-1 0,25 5 0,-27-8 0,37 14 0,-52-16 0,1 0 0,-1 0 0,0 1 0,0-1 0,0 1 0,-1 1 0,1-1 0,-1 1 0,7 8 0,-4-5 0,1 1 0,0-1 0,0 0 0,1-1 0,0 0 0,1-1 0,-1 0 0,20 8 0,-13-6 0,0 0 0,24 18 0,-22-13 0,0-2 0,1 0 0,1-1 0,24 9 0,-20-9 0,-19-7 0,-1 0 0,1 0 0,0 1 0,-1 0 0,0 0 0,0 0 0,0 1 0,-1 0 0,1 0 0,-1 0 0,4 6 0,25 27 0,-29-35 0,0 0 0,0 0 0,1 0 0,-1-1 0,1 0 0,0 0 0,-1 0 0,1 0 0,8 1 0,-8-3 0,-1 2 0,1-1 0,-1 0 0,1 1 0,-1 0 0,0 0 0,1 0 0,-1 1 0,0-1 0,6 7 0,-2 0 0,0 1 0,0 1 0,6 11 0,-10-14 0,1 1 0,1-2 0,-1 1 0,1-1 0,0 1 0,1-2 0,7 7 0,8 2 0,43 22 0,-51-30 0,1 0 0,-1 1 0,-1 0 0,0 1 0,0 1 0,0 0 0,20 23 0,-26-24 0,0-1 0,0 0 0,0 0 0,1 0 0,0-1 0,1-1 0,0 1 0,0-2 0,0 1 0,1-1 0,0 0 0,-1-1 0,16 4 0,-17-5 0,1 0 0,-1 1 0,1-1 0,-1 2 0,0-1 0,-1 1 0,1 0 0,-1 1 0,0 0 0,0 0 0,-1 1 0,1-1 0,-2 1 0,1 1 0,5 9 0,38 40 57,-37-44-342,0 0 1,-1 0 0,-1 1-1,11 18 1,-12-11-6542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12 24575,'0'0'0,"-1"-1"0,1 1 0,0 0 0,0-1 0,0 1 0,0 0 0,0-1 0,0 1 0,0-1 0,0 1 0,0 0 0,0-1 0,0 1 0,0 0 0,0-1 0,1 1 0,-1-1 0,0 1 0,0 0 0,0-1 0,0 1 0,1 0 0,-1 0 0,0-1 0,0 1 0,1 0 0,-1-1 0,0 1 0,0 0 0,1 0 0,-1 0 0,0-1 0,1 1 0,-1 0 0,0 0 0,1 0 0,-1 0 0,0-1 0,1 1 0,-1 0 0,1 0 0,-1 0 0,0 0 0,1 0 0,-1 0 0,0 0 0,1 0 0,-1 0 0,0 0 0,1 0 0,-1 1 0,1-1 0,-1 0 0,0 0 0,1 0 0,0 1 0,23 15 0,-14-8 0,34 18 0,-1 2 0,-2 3 0,69 63 0,-95-80 0,-2 1 0,0 1 0,15 24 0,-23-31 0,-1-1 0,0 1 0,-1-1 0,1 1 0,-2 0 0,1 0 0,-2 1 0,1-1 0,0 16 0,-2-20 0,0 1 0,0-1 0,0 0 0,1 0 0,0 1 0,0-1 0,0 0 0,1 0 0,0 0 0,0 0 0,0 0 0,0-1 0,1 1 0,0-1 0,-1 1 0,2-1 0,5 7 0,6 3 0,-1 1 0,16 24 0,-27-35 0,0 0 0,-1 0 0,1 0 0,-1 0 0,0 1 0,0-1 0,-1 1 0,1 0 0,-1-1 0,0 1 0,-1 0 0,1 0 0,-1 0 0,0-1 0,0 1 0,0 5 0,-1-7 0,0-1 0,0 1 0,0-1 0,0 0 0,-1 0 0,1 1 0,-1-1 0,1 0 0,-1 0 0,0 0 0,0 0 0,0-1 0,0 1 0,0-1 0,0 1 0,0-1 0,0 1 0,-1-1 0,1 0 0,0 0 0,-1 0 0,1-1 0,-1 1 0,1 0 0,-1-1 0,-2 1 0,-11 1 0,1-1 0,-1 0 0,-18-2 0,21 0 0,-470-4 0,466 4-124,0-1 0,0 0 0,0-2 0,1 0 0,-1 0 0,1-2-1,0 0 1,0 0 0,1-2 0,-29-18 0,23 13-6702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3305 3372 24575,'3'-3'0,"-1"0"0,1 0 0,-1-1 0,0 1 0,0 0 0,0-1 0,0 1 0,-1-1 0,1 0 0,-1 1 0,1-5 0,6-48 0,-1 7 0,2 10 0,-2-1 0,4-77 0,-12-83 0,-1 76 0,2-954 0,0 1062 0,-2 1 0,0-1-1,0 1 1,-2 0 0,1 0 0,-2 0-1,0 1 1,-9-18 0,-9-11 6,-35-51 0,35 61-36,3 0 0,1-1 1,-15-38-1,9 12-243,-59-106 1,73 145 294,0-1-1,2 1 1,1-2 0,-8-27 0,13 40 32,-1 0 1,-1 1-1,0-1 1,0 1 0,-1 0-1,0 1 1,-1-1-1,0 1 1,-9-9-1,-75-50-54,67 44 0,18 16 0,0 1 0,-1 0 0,1 0 0,-1 0 0,-1 1 0,1 0 0,-1 1 0,0-1 0,-15-5 0,9 7 0,-1-1 0,1-1 0,0 0 0,1-1 0,0-1 0,0 0 0,0 0 0,-19-16 0,-5-9 0,26 21 0,0 0 0,-1 2 0,0-1 0,0 1 0,-1 1 0,-1 0 0,1 1 0,-20-7 0,-22 1 0,40 10 0,0 0 0,0-1 0,0 0 0,-24-12 0,35 13 0,-1 0 0,1-1 0,0 1 0,0-1 0,0 0 0,1-1 0,0 1 0,-1 0 0,1-1 0,1 0 0,-5-8 0,5 9 0,1-1 0,-1 1 0,-1 0 0,1 0 0,-1 0 0,1 1 0,-1-1 0,0 0 0,-1 1 0,1 0 0,-1 0 0,1 0 0,-1 0 0,0 1 0,0-1 0,0 1 0,-5-2 0,-64-13 0,50 13 0,-40-12 0,4-8 0,-34-10 0,-67-3 0,142 33 0,-1-1 0,1-1 0,-20-9 0,21 8 0,0 0 0,-1 1 0,-28-5 0,-11 5 0,0 3 0,-71 6 0,21 0 0,-433-3 0,512 1 0,0 2 0,0 2 0,-37 10 0,55-13 0,1 1 0,-1 1 0,1 0 0,-1 0 0,1 1 0,0 0 0,1 1 0,-13 10 0,11-9 0,1 0 0,-1 0 0,0-1 0,0 0 0,-17 6 0,-47 9 0,45-14 0,1 2 0,1 0 0,-36 18 0,21-7-1365,22-13-5461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 24575,'-82'-1'0,"-91"3"0,167-1 0,-1 0 0,1 0 0,0 1 0,-1 0 0,1 0 0,0 1 0,0-1 0,-8 7 0,-43 33 0,15-10 0,1-5 0,0-1 0,-64 27 0,90-47 0,1 1 0,0 0 0,0 1 0,0 0 0,1 1 0,1 1 0,-20 17 0,20-16 0,0 0 0,-2-1 0,-21 12 0,19-12 0,-29 24 0,40-30 0,0 1 0,0 0 0,1 0 0,0 0 0,0 0 0,1 1 0,-1-1 0,1 1 0,-4 11 0,2-1 0,4-12 0,0 0 0,0 1 0,0-1 0,-1 0 0,0 0 0,1 0 0,-1 0 0,-1-1 0,1 1 0,-1 0 0,1-1 0,-1 0 0,0 0 0,0 0 0,0 0 0,-1 0 0,1 0 0,-5 2 0,-25 7 0,26-10 0,0 1 0,-1 0 0,1 0 0,0 1 0,-11 7 0,17-11 0,1 1 0,-1-1 0,0 1 0,0 0 0,1 0 0,-1-1 0,1 1 0,-1 0 0,1 0 0,-1 0 0,1 0 0,-1 0 0,1 0 0,0 0 0,-1 0 0,1 0 0,0-1 0,0 1 0,0 0 0,0 0 0,0 0 0,0 2 0,0-1 0,1 0 0,0 1 0,-1-1 0,1 0 0,0 0 0,0 1 0,0-1 0,0 0 0,2 2 0,3 3 0,-1-1 0,1 0 0,0 0 0,9 7 0,0-1 0,1-1 0,0 0 0,24 11 0,-30-18 0,1 0 0,0 0 0,0-1 0,0 0 0,0-1 0,0 0 0,13 0 0,-7-1 0,1 1 0,-1 1 0,0 1 0,-1 0 0,1 1 0,-1 0 0,16 9 0,-18-9 0,-1 0 0,1-1 0,0-1 0,0 0 0,0 0 0,17-1 0,90-2 0,-61-2 0,384 1-1365,-417 1-5461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24575,'0'-1'0,"1"0"0,-1 0 0,0 0 0,0 0 0,1 0 0,-1 0 0,1 0 0,-1 0 0,1 1 0,-1-1 0,1 0 0,-1 0 0,1 0 0,0 1 0,0-1 0,-1 0 0,1 1 0,0-1 0,0 1 0,0-1 0,-1 1 0,3-1 0,25-11 0,-14 7 0,28-17 0,-33 16 0,1 1 0,-1 0 0,2 0 0,-1 1 0,0 1 0,1-1 0,13-1 0,40-1 0,-34 4 0,32-6 0,-14-1 0,0 3 0,1 2 0,-1 1 0,78 7 0,-109 0 0,0-1 0,-1 2 0,0 0 0,31 15 0,-2-2 0,-41-16 0,0 0 0,0 0 0,0 0 0,0 0 0,-1 0 0,1 1 0,-1 0 0,1 0 0,-1 0 0,0 0 0,0 0 0,-1 0 0,1 1 0,-1 0 0,1-1 0,-1 1 0,0 0 0,0 0 0,-1 0 0,1 0 0,-1 0 0,1 8 0,1 6 0,-2 1 0,0-1 0,-1 0 0,-3 23 0,0-4 0,3-23 0,-1 1 0,-1 0 0,0-1 0,-5 17 0,6-27 0,-1 0 0,1 0 0,-1 0 0,1 0 0,-1 0 0,-1-1 0,1 1 0,0-1 0,-1 0 0,0 1 0,1-1 0,-1 0 0,-1-1 0,1 1 0,0-1 0,-1 1 0,1-1 0,-1 0 0,-5 2 0,-93 38 0,90-38 0,0 0 0,-1 0 0,0-1 0,-22 2 0,-15 4 0,50-9 0,0 0 0,0 0 0,0 0 0,1 0 0,-1 0 0,0 0 0,0 1 0,0-1 0,1 0 0,-1 0 0,0 0 0,0 0 0,0 1 0,0-1 0,0 0 0,1 0 0,-1 0 0,0 1 0,0-1 0,0 0 0,0 0 0,0 0 0,0 1 0,0-1 0,0 0 0,0 0 0,0 1 0,0-1 0,0 0 0,0 0 0,0 0 0,0 1 0,0-1 0,0 0 0,0 0 0,0 1 0,0-1 0,0 0 0,0 0 0,0 0 0,0 1 0,-1-1 0,1 0 0,0 0 0,0 0 0,0 0 0,0 1 0,0-1 0,-1 0 0,1 0 0,0 0 0,0 0 0,0 0 0,-1 1 0,1-1 0,0 0 0,0 0 0,0 0 0,-1 0 0,1 0 0,0 0 0,0 0 0,-1 0 0,19 8 0,29 6 0,-1 3 0,55 27 0,-66-30 0,0-1 0,53 11 0,41 15 0,41 21 0,-167-59 0,-1 0 0,1 0 0,0 0 0,-1 1 0,1-1 0,-1 1 0,0 0 0,1 0 0,-1 0 0,0 0 0,0 0 0,0 0 0,-1 1 0,1-1 0,0 1 0,-1-1 0,0 1 0,1 0 0,-1-1 0,0 1 0,-1 0 0,1 0 0,0-1 0,-1 1 0,1 0 0,-1 4 0,-1 5 0,0 1 0,0-1 0,-1-1 0,-1 1 0,-4 13 0,1-5 0,4-13 0,1 0 0,-2 0 0,1 0 0,-1 0 0,0-1 0,0 1 0,-1-1 0,1 0 0,-2 0 0,1 0 0,-1-1 0,1 1 0,-1-1 0,-1 0 0,1-1 0,-1 1 0,0-1 0,0 0 0,0 0 0,-1-1 0,-9 4 0,9-4 0,-1 1 0,1 0 0,0 0 0,-11 9 0,12-8 0,0-1 0,0 0 0,-1 0 0,1 0 0,-1-1 0,-8 4 0,-29 2 0,34-8 0,0 1 0,0 1 0,1-1 0,-1 1 0,1 1 0,-13 6 0,10-4-124,1 0 0,-1-1 0,0 0 0,0-1 0,-1-1 0,1 0-1,-1-1 1,0 0 0,0 0 0,-16-2 0,2 1-6702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3305 3372 24575,'3'-3'0,"-1"0"0,1 0 0,-1-1 0,0 1 0,0 0 0,0-1 0,0 1 0,-1-1 0,1 0 0,-1 1 0,1-5 0,6-48 0,-1 7 0,2 10 0,-2-1 0,4-77 0,-12-83 0,-1 76 0,2-954 0,0 1062 0,-2 1 0,0-1-1,0 1 1,-2 0 0,1 0 0,-2 0-1,0 1 1,-9-18 0,-9-11 6,-35-51 0,35 61-36,3 0 0,1-1 1,-15-38-1,9 12-243,-59-106 1,73 145 294,0-1-1,2 1 1,1-2 0,-8-27 0,13 40 32,-1 0 1,-1 1-1,0-1 1,0 1 0,-1 0-1,0 1 1,-1-1-1,0 1 1,-9-9-1,-75-50-54,67 44 0,18 16 0,0 1 0,-1 0 0,1 0 0,-1 0 0,-1 1 0,1 0 0,-1 1 0,0-1 0,-15-5 0,9 7 0,-1-1 0,1-1 0,0 0 0,1-1 0,0-1 0,0 0 0,0 0 0,-19-16 0,-5-9 0,26 21 0,0 0 0,-1 2 0,0-1 0,0 1 0,-1 1 0,-1 0 0,1 1 0,-20-7 0,-22 1 0,40 10 0,0 0 0,0-1 0,0 0 0,-24-12 0,35 13 0,-1 0 0,1-1 0,0 1 0,0-1 0,0 0 0,1-1 0,0 1 0,-1 0 0,1-1 0,1 0 0,-5-8 0,5 9 0,1-1 0,-1 1 0,-1 0 0,1 0 0,-1 0 0,1 1 0,-1-1 0,0 0 0,-1 1 0,1 0 0,-1 0 0,1 0 0,-1 0 0,0 1 0,0-1 0,0 1 0,-5-2 0,-64-13 0,50 13 0,-40-12 0,4-8 0,-34-10 0,-67-3 0,142 33 0,-1-1 0,1-1 0,-20-9 0,21 8 0,0 0 0,-1 1 0,-28-5 0,-11 5 0,0 3 0,-71 6 0,21 0 0,-433-3 0,512 1 0,0 2 0,0 2 0,-37 10 0,55-13 0,1 1 0,-1 1 0,1 0 0,-1 0 0,1 1 0,0 0 0,1 1 0,-13 10 0,11-9 0,1 0 0,-1 0 0,0-1 0,0 0 0,-17 6 0,-47 9 0,45-14 0,1 2 0,1 0 0,-36 18 0,21-7-1365,22-13-5461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 24575,'-82'-1'0,"-91"3"0,167-1 0,-1 0 0,1 0 0,0 1 0,-1 0 0,1 0 0,0 1 0,0-1 0,-8 7 0,-43 33 0,15-10 0,1-5 0,0-1 0,-64 27 0,90-47 0,1 1 0,0 0 0,0 1 0,0 0 0,1 1 0,1 1 0,-20 17 0,20-16 0,0 0 0,-2-1 0,-21 12 0,19-12 0,-29 24 0,40-30 0,0 1 0,0 0 0,1 0 0,0 0 0,0 0 0,1 1 0,-1-1 0,1 1 0,-4 11 0,2-1 0,4-12 0,0 0 0,0 1 0,0-1 0,-1 0 0,0 0 0,1 0 0,-1 0 0,-1-1 0,1 1 0,-1 0 0,1-1 0,-1 0 0,0 0 0,0 0 0,0 0 0,-1 0 0,1 0 0,-5 2 0,-25 7 0,26-10 0,0 1 0,-1 0 0,1 0 0,0 1 0,-11 7 0,17-11 0,1 1 0,-1-1 0,0 1 0,0 0 0,1 0 0,-1-1 0,1 1 0,-1 0 0,1 0 0,-1 0 0,1 0 0,-1 0 0,1 0 0,0 0 0,-1 0 0,1 0 0,0-1 0,0 1 0,0 0 0,0 0 0,0 0 0,0 2 0,0-1 0,1 0 0,0 1 0,-1-1 0,1 0 0,0 0 0,0 1 0,0-1 0,0 0 0,2 2 0,3 3 0,-1-1 0,1 0 0,0 0 0,9 7 0,0-1 0,1-1 0,0 0 0,24 11 0,-30-18 0,1 0 0,0 0 0,0-1 0,0 0 0,0-1 0,0 0 0,13 0 0,-7-1 0,1 1 0,-1 1 0,0 1 0,-1 0 0,1 1 0,-1 0 0,16 9 0,-18-9 0,-1 0 0,1-1 0,0-1 0,0 0 0,0 0 0,17-1 0,90-2 0,-61-2 0,384 1-1365,-417 1-5461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24575,'0'-1'0,"1"0"0,-1 0 0,0 0 0,0 0 0,1 0 0,-1 0 0,1 0 0,-1 0 0,1 1 0,-1-1 0,1 0 0,-1 0 0,1 0 0,0 1 0,0-1 0,-1 0 0,1 1 0,0-1 0,0 1 0,0-1 0,-1 1 0,3-1 0,25-11 0,-14 7 0,28-17 0,-33 16 0,1 1 0,-1 0 0,2 0 0,-1 1 0,0 1 0,1-1 0,13-1 0,40-1 0,-34 4 0,32-6 0,-14-1 0,0 3 0,1 2 0,-1 1 0,78 7 0,-109 0 0,0-1 0,-1 2 0,0 0 0,31 15 0,-2-2 0,-41-16 0,0 0 0,0 0 0,0 0 0,0 0 0,-1 0 0,1 1 0,-1 0 0,1 0 0,-1 0 0,0 0 0,0 0 0,-1 0 0,1 1 0,-1 0 0,1-1 0,-1 1 0,0 0 0,0 0 0,-1 0 0,1 0 0,-1 0 0,1 8 0,1 6 0,-2 1 0,0-1 0,-1 0 0,-3 23 0,0-4 0,3-23 0,-1 1 0,-1 0 0,0-1 0,-5 17 0,6-27 0,-1 0 0,1 0 0,-1 0 0,1 0 0,-1 0 0,-1-1 0,1 1 0,0-1 0,-1 0 0,0 1 0,1-1 0,-1 0 0,-1-1 0,1 1 0,0-1 0,-1 1 0,1-1 0,-1 0 0,-5 2 0,-93 38 0,90-38 0,0 0 0,-1 0 0,0-1 0,-22 2 0,-15 4 0,50-9 0,0 0 0,0 0 0,0 0 0,1 0 0,-1 0 0,0 0 0,0 1 0,0-1 0,1 0 0,-1 0 0,0 0 0,0 0 0,0 1 0,0-1 0,0 0 0,1 0 0,-1 0 0,0 1 0,0-1 0,0 0 0,0 0 0,0 0 0,0 1 0,0-1 0,0 0 0,0 0 0,0 1 0,0-1 0,0 0 0,0 0 0,0 0 0,0 1 0,0-1 0,0 0 0,0 0 0,0 1 0,0-1 0,0 0 0,0 0 0,0 0 0,0 1 0,-1-1 0,1 0 0,0 0 0,0 0 0,0 0 0,0 1 0,0-1 0,-1 0 0,1 0 0,0 0 0,0 0 0,0 0 0,-1 1 0,1-1 0,0 0 0,0 0 0,0 0 0,-1 0 0,1 0 0,0 0 0,0 0 0,-1 0 0,19 8 0,29 6 0,-1 3 0,55 27 0,-66-30 0,0-1 0,53 11 0,41 15 0,41 21 0,-167-59 0,-1 0 0,1 0 0,0 0 0,-1 1 0,1-1 0,-1 1 0,0 0 0,1 0 0,-1 0 0,0 0 0,0 0 0,0 0 0,-1 1 0,1-1 0,0 1 0,-1-1 0,0 1 0,1 0 0,-1-1 0,0 1 0,-1 0 0,1 0 0,0-1 0,-1 1 0,1 0 0,-1 4 0,-1 5 0,0 1 0,0-1 0,-1-1 0,-1 1 0,-4 13 0,1-5 0,4-13 0,1 0 0,-2 0 0,1 0 0,-1 0 0,0-1 0,0 1 0,-1-1 0,1 0 0,-2 0 0,1 0 0,-1-1 0,1 1 0,-1-1 0,-1 0 0,1-1 0,-1 1 0,0-1 0,0 0 0,0 0 0,-1-1 0,-9 4 0,9-4 0,-1 1 0,1 0 0,0 0 0,-11 9 0,12-8 0,0-1 0,0 0 0,-1 0 0,1 0 0,-1-1 0,-8 4 0,-29 2 0,34-8 0,0 1 0,0 1 0,1-1 0,-1 1 0,1 1 0,-13 6 0,10-4-124,1 0 0,-1-1 0,0 0 0,0-1 0,-1-1 0,1 0-1,-1-1 1,0 0 0,0 0 0,-16-2 0,2 1-6702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C44F-6DFA-5075-0B86-B5306349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97921-7ECB-ABBA-E77B-FDA7D67CE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002F-E558-8A13-2152-E7B61E4B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557E9-9F21-3729-A090-343AC52C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E2FC-8254-1C5D-3B12-06610B42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5559-64D9-F613-52CB-5806C88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6CC10-59AA-7BBC-31FF-613D32D9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0AA6-BD8A-4F87-D665-88F5B099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1CB93-390D-5418-F2E8-DA13BA2B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069F-7B34-1CED-C130-D377DAED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6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00F1-A4F6-BD2C-00E5-465C05DC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C96A3-4EA0-366E-BE31-72324A3F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75A7B-9948-8543-5D18-599780B5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A872B-7DFF-DF08-1B5F-167F250D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83CF-AA56-8537-4925-4F303F3B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F957-A391-EC4F-E3A2-DB0C99C4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53B5-C49B-26ED-C881-1FBDE7DDC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7F2F7-8E88-0B86-73E6-5EB9BE370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6359A-D9C8-A50E-A7D3-53DC879F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2B38B-669F-E8CF-D0B4-4A5AA017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470C4-3119-9511-5596-8E7BB0CC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2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CE22-82F7-790E-B98E-91242541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75D1-981B-D1D2-61E6-D847F4E50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E2DDE-E99C-A56A-CCAD-B7D52219C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CB2C0-862F-E229-C381-D32835CB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E3F45-3C15-616F-26E0-C6E4867D5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A2DFC-327F-E2DA-544F-DEB8C88D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7E9CD-8A23-00C4-823B-FFBC6BE4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2D4C6-A9DD-2056-C1D2-1CB60554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F881-4A60-5646-79DB-77BC47F0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02FD6-92DC-EF9D-ABC7-80EDB1B1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A7743-A897-D71B-2B7B-7C9C94C9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2B11B-1CD3-AFBB-C64C-6B7840ED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8C256-89D4-7DD9-39DE-D55B00B9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5E91F-EBDB-2AF6-9FDA-ECD5738B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6DE6D-4031-5EA6-AC8F-AD187C8F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8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834E-8E2B-3C73-9CC9-8DEF0111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D87D-DB23-592F-2927-E830B9086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3AE34-DFE8-2025-2733-3B5AAE56A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0078C-61BA-E207-73F7-BD221DB6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F5E6F-9BBE-C87C-32DD-FC33CAFD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FF881-AFFF-C4CD-B733-1FCC0CAC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2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B47C-74AB-DC92-3CB7-101B98AF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BB95E-AEBC-54DB-C6CA-CBBA460AF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69BCC-A30F-871A-6A28-FC6DC2E7C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AB941-09A8-435B-7BD6-EEC0BA12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7334D-6157-1B1E-F901-E09DB77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35703-53E9-9852-887B-2900B6B3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8EB3-F4DE-4C53-F234-9838F7B2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8B613-8636-47D2-3358-9BF0BC3C4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25C21-29CF-2A9B-2A28-3720B126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8702D-F0DF-5312-B641-406A8F4F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DBF2-3C0F-7068-35B5-CA60B31C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9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A2A6E-C919-24A8-6588-CBE5B64C1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25624-4B3C-1C1F-49B0-4C5572311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6CA8-D208-0438-F215-33B5C4A9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754FE-F870-B3E3-2CE9-E7620D81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026C7-884F-4698-38D8-F9070F2B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7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57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0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7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14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7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51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4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0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22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64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9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9581E-1B4A-CA82-75B4-55E2FAD8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C4B58-1489-A63B-5652-B1446C090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DC8D-EFDC-C1B5-C0B1-B2E3BE71E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868A1-B458-41A6-8BAE-A278B7B597F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C705-B24A-4F0C-9E99-C40583C35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8C6A8-602C-CB9C-94B2-DA28F0F1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jgiZlGzXMBw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qxWu-SeAqe4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youtube.com/watch?v=qxWu-SeAqe4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www.artofcse.com/learning/introduction-to-dynamic-programming" TargetMode="External"/><Relationship Id="rId7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4.png"/><Relationship Id="rId4" Type="http://schemas.openxmlformats.org/officeDocument/2006/relationships/customXml" Target="../ink/ink1.xml"/><Relationship Id="rId9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41.png"/><Relationship Id="rId3" Type="http://schemas.openxmlformats.org/officeDocument/2006/relationships/hyperlink" Target="https://www.artofcse.com/learning/introduction-to-dynamic-programming" TargetMode="External"/><Relationship Id="rId7" Type="http://schemas.openxmlformats.org/officeDocument/2006/relationships/image" Target="../media/image38.png"/><Relationship Id="rId12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39.png"/><Relationship Id="rId14" Type="http://schemas.openxmlformats.org/officeDocument/2006/relationships/customXml" Target="../ink/ink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41.png"/><Relationship Id="rId18" Type="http://schemas.openxmlformats.org/officeDocument/2006/relationships/customXml" Target="../ink/ink17.xml"/><Relationship Id="rId3" Type="http://schemas.openxmlformats.org/officeDocument/2006/relationships/hyperlink" Target="https://www.artofcse.com/learning/introduction-to-dynamic-programming" TargetMode="External"/><Relationship Id="rId21" Type="http://schemas.openxmlformats.org/officeDocument/2006/relationships/image" Target="../media/image46.png"/><Relationship Id="rId7" Type="http://schemas.openxmlformats.org/officeDocument/2006/relationships/image" Target="../media/image38.png"/><Relationship Id="rId12" Type="http://schemas.openxmlformats.org/officeDocument/2006/relationships/customXml" Target="../ink/ink14.xml"/><Relationship Id="rId17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customXml" Target="../ink/ink13.xml"/><Relationship Id="rId19" Type="http://schemas.openxmlformats.org/officeDocument/2006/relationships/image" Target="../media/image45.png"/><Relationship Id="rId4" Type="http://schemas.openxmlformats.org/officeDocument/2006/relationships/customXml" Target="../ink/ink10.xml"/><Relationship Id="rId9" Type="http://schemas.openxmlformats.org/officeDocument/2006/relationships/image" Target="../media/image39.png"/><Relationship Id="rId14" Type="http://schemas.openxmlformats.org/officeDocument/2006/relationships/customXml" Target="../ink/ink1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41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" Type="http://schemas.openxmlformats.org/officeDocument/2006/relationships/hyperlink" Target="https://www.artofcse.com/learning/introduction-to-dynamic-programming" TargetMode="External"/><Relationship Id="rId21" Type="http://schemas.openxmlformats.org/officeDocument/2006/relationships/image" Target="../media/image49.png"/><Relationship Id="rId7" Type="http://schemas.openxmlformats.org/officeDocument/2006/relationships/image" Target="../media/image38.png"/><Relationship Id="rId12" Type="http://schemas.openxmlformats.org/officeDocument/2006/relationships/customXml" Target="../ink/ink23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image" Target="../media/image8.png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43.png"/><Relationship Id="rId24" Type="http://schemas.openxmlformats.org/officeDocument/2006/relationships/customXml" Target="../ink/ink29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customXml" Target="../ink/ink22.xml"/><Relationship Id="rId19" Type="http://schemas.openxmlformats.org/officeDocument/2006/relationships/image" Target="../media/image48.png"/><Relationship Id="rId4" Type="http://schemas.openxmlformats.org/officeDocument/2006/relationships/customXml" Target="../ink/ink19.xml"/><Relationship Id="rId9" Type="http://schemas.openxmlformats.org/officeDocument/2006/relationships/image" Target="../media/image39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21" Type="http://schemas.openxmlformats.org/officeDocument/2006/relationships/image" Target="../media/image49.png"/><Relationship Id="rId34" Type="http://schemas.openxmlformats.org/officeDocument/2006/relationships/customXml" Target="../ink/ink46.xml"/><Relationship Id="rId7" Type="http://schemas.openxmlformats.org/officeDocument/2006/relationships/image" Target="../media/image38.png"/><Relationship Id="rId12" Type="http://schemas.openxmlformats.org/officeDocument/2006/relationships/customXml" Target="../ink/ink35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2" Type="http://schemas.openxmlformats.org/officeDocument/2006/relationships/image" Target="../media/image8.png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43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60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10" Type="http://schemas.openxmlformats.org/officeDocument/2006/relationships/customXml" Target="../ink/ink34.xml"/><Relationship Id="rId19" Type="http://schemas.openxmlformats.org/officeDocument/2006/relationships/image" Target="../media/image48.png"/><Relationship Id="rId31" Type="http://schemas.openxmlformats.org/officeDocument/2006/relationships/image" Target="../media/image57.png"/><Relationship Id="rId4" Type="http://schemas.openxmlformats.org/officeDocument/2006/relationships/customXml" Target="../ink/ink31.xml"/><Relationship Id="rId9" Type="http://schemas.openxmlformats.org/officeDocument/2006/relationships/image" Target="../media/image39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55.png"/><Relationship Id="rId30" Type="http://schemas.openxmlformats.org/officeDocument/2006/relationships/customXml" Target="../ink/ink44.xml"/><Relationship Id="rId35" Type="http://schemas.openxmlformats.org/officeDocument/2006/relationships/image" Target="../media/image59.png"/><Relationship Id="rId8" Type="http://schemas.openxmlformats.org/officeDocument/2006/relationships/customXml" Target="../ink/ink33.xml"/><Relationship Id="rId3" Type="http://schemas.openxmlformats.org/officeDocument/2006/relationships/hyperlink" Target="https://www.artofcse.com/learning/introduction-to-dynamic-programming" TargetMode="Externa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55.xml"/><Relationship Id="rId26" Type="http://schemas.openxmlformats.org/officeDocument/2006/relationships/customXml" Target="../ink/ink59.xml"/><Relationship Id="rId21" Type="http://schemas.openxmlformats.org/officeDocument/2006/relationships/image" Target="../media/image49.png"/><Relationship Id="rId34" Type="http://schemas.openxmlformats.org/officeDocument/2006/relationships/customXml" Target="../ink/ink63.xml"/><Relationship Id="rId7" Type="http://schemas.openxmlformats.org/officeDocument/2006/relationships/image" Target="../media/image38.png"/><Relationship Id="rId12" Type="http://schemas.openxmlformats.org/officeDocument/2006/relationships/customXml" Target="../ink/ink52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63.png"/><Relationship Id="rId2" Type="http://schemas.openxmlformats.org/officeDocument/2006/relationships/image" Target="../media/image8.png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43.png"/><Relationship Id="rId24" Type="http://schemas.openxmlformats.org/officeDocument/2006/relationships/customXml" Target="../ink/ink58.xml"/><Relationship Id="rId32" Type="http://schemas.openxmlformats.org/officeDocument/2006/relationships/customXml" Target="../ink/ink62.xml"/><Relationship Id="rId37" Type="http://schemas.openxmlformats.org/officeDocument/2006/relationships/image" Target="../media/image65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60.xml"/><Relationship Id="rId36" Type="http://schemas.openxmlformats.org/officeDocument/2006/relationships/customXml" Target="../ink/ink64.xml"/><Relationship Id="rId10" Type="http://schemas.openxmlformats.org/officeDocument/2006/relationships/customXml" Target="../ink/ink51.xml"/><Relationship Id="rId19" Type="http://schemas.openxmlformats.org/officeDocument/2006/relationships/image" Target="../media/image48.png"/><Relationship Id="rId31" Type="http://schemas.openxmlformats.org/officeDocument/2006/relationships/image" Target="../media/image62.png"/><Relationship Id="rId4" Type="http://schemas.openxmlformats.org/officeDocument/2006/relationships/customXml" Target="../ink/ink48.xml"/><Relationship Id="rId9" Type="http://schemas.openxmlformats.org/officeDocument/2006/relationships/image" Target="../media/image39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Relationship Id="rId27" Type="http://schemas.openxmlformats.org/officeDocument/2006/relationships/image" Target="../media/image55.png"/><Relationship Id="rId30" Type="http://schemas.openxmlformats.org/officeDocument/2006/relationships/customXml" Target="../ink/ink61.xml"/><Relationship Id="rId35" Type="http://schemas.openxmlformats.org/officeDocument/2006/relationships/image" Target="../media/image64.png"/><Relationship Id="rId8" Type="http://schemas.openxmlformats.org/officeDocument/2006/relationships/customXml" Target="../ink/ink50.xml"/><Relationship Id="rId3" Type="http://schemas.openxmlformats.org/officeDocument/2006/relationships/hyperlink" Target="https://www.artofcse.com/learning/introduction-to-dynamic-programming" TargetMode="External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72.xml"/><Relationship Id="rId26" Type="http://schemas.openxmlformats.org/officeDocument/2006/relationships/customXml" Target="../ink/ink76.xml"/><Relationship Id="rId39" Type="http://schemas.openxmlformats.org/officeDocument/2006/relationships/image" Target="../media/image66.png"/><Relationship Id="rId21" Type="http://schemas.openxmlformats.org/officeDocument/2006/relationships/image" Target="../media/image49.png"/><Relationship Id="rId34" Type="http://schemas.openxmlformats.org/officeDocument/2006/relationships/customXml" Target="../ink/ink80.xml"/><Relationship Id="rId42" Type="http://schemas.openxmlformats.org/officeDocument/2006/relationships/customXml" Target="../ink/ink84.xml"/><Relationship Id="rId47" Type="http://schemas.openxmlformats.org/officeDocument/2006/relationships/image" Target="../media/image70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71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11" Type="http://schemas.openxmlformats.org/officeDocument/2006/relationships/image" Target="../media/image43.png"/><Relationship Id="rId24" Type="http://schemas.openxmlformats.org/officeDocument/2006/relationships/customXml" Target="../ink/ink75.xml"/><Relationship Id="rId32" Type="http://schemas.openxmlformats.org/officeDocument/2006/relationships/customXml" Target="../ink/ink79.xml"/><Relationship Id="rId37" Type="http://schemas.openxmlformats.org/officeDocument/2006/relationships/image" Target="../media/image60.png"/><Relationship Id="rId40" Type="http://schemas.openxmlformats.org/officeDocument/2006/relationships/customXml" Target="../ink/ink83.xml"/><Relationship Id="rId45" Type="http://schemas.openxmlformats.org/officeDocument/2006/relationships/image" Target="../media/image69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77.xml"/><Relationship Id="rId36" Type="http://schemas.openxmlformats.org/officeDocument/2006/relationships/customXml" Target="../ink/ink81.xml"/><Relationship Id="rId10" Type="http://schemas.openxmlformats.org/officeDocument/2006/relationships/customXml" Target="../ink/ink68.xml"/><Relationship Id="rId19" Type="http://schemas.openxmlformats.org/officeDocument/2006/relationships/image" Target="../media/image48.png"/><Relationship Id="rId31" Type="http://schemas.openxmlformats.org/officeDocument/2006/relationships/image" Target="../media/image57.png"/><Relationship Id="rId44" Type="http://schemas.openxmlformats.org/officeDocument/2006/relationships/customXml" Target="../ink/ink85.xml"/><Relationship Id="rId4" Type="http://schemas.openxmlformats.org/officeDocument/2006/relationships/customXml" Target="../ink/ink65.xml"/><Relationship Id="rId9" Type="http://schemas.openxmlformats.org/officeDocument/2006/relationships/image" Target="../media/image39.png"/><Relationship Id="rId14" Type="http://schemas.openxmlformats.org/officeDocument/2006/relationships/customXml" Target="../ink/ink70.xml"/><Relationship Id="rId22" Type="http://schemas.openxmlformats.org/officeDocument/2006/relationships/customXml" Target="../ink/ink74.xml"/><Relationship Id="rId27" Type="http://schemas.openxmlformats.org/officeDocument/2006/relationships/image" Target="../media/image55.png"/><Relationship Id="rId30" Type="http://schemas.openxmlformats.org/officeDocument/2006/relationships/customXml" Target="../ink/ink78.xml"/><Relationship Id="rId35" Type="http://schemas.openxmlformats.org/officeDocument/2006/relationships/image" Target="../media/image59.png"/><Relationship Id="rId43" Type="http://schemas.openxmlformats.org/officeDocument/2006/relationships/image" Target="../media/image68.png"/><Relationship Id="rId8" Type="http://schemas.openxmlformats.org/officeDocument/2006/relationships/customXml" Target="../ink/ink67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69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82.xml"/><Relationship Id="rId46" Type="http://schemas.openxmlformats.org/officeDocument/2006/relationships/customXml" Target="../ink/ink86.xml"/><Relationship Id="rId20" Type="http://schemas.openxmlformats.org/officeDocument/2006/relationships/customXml" Target="../ink/ink73.xml"/><Relationship Id="rId41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94.xml"/><Relationship Id="rId26" Type="http://schemas.openxmlformats.org/officeDocument/2006/relationships/customXml" Target="../ink/ink98.xml"/><Relationship Id="rId39" Type="http://schemas.openxmlformats.org/officeDocument/2006/relationships/image" Target="../media/image71.png"/><Relationship Id="rId21" Type="http://schemas.openxmlformats.org/officeDocument/2006/relationships/image" Target="../media/image49.png"/><Relationship Id="rId34" Type="http://schemas.openxmlformats.org/officeDocument/2006/relationships/customXml" Target="../ink/ink102.xml"/><Relationship Id="rId42" Type="http://schemas.openxmlformats.org/officeDocument/2006/relationships/customXml" Target="../ink/ink106.xml"/><Relationship Id="rId47" Type="http://schemas.openxmlformats.org/officeDocument/2006/relationships/image" Target="../media/image74.png"/><Relationship Id="rId50" Type="http://schemas.openxmlformats.org/officeDocument/2006/relationships/customXml" Target="../ink/ink110.xml"/><Relationship Id="rId55" Type="http://schemas.openxmlformats.org/officeDocument/2006/relationships/image" Target="../media/image78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93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97.xml"/><Relationship Id="rId32" Type="http://schemas.openxmlformats.org/officeDocument/2006/relationships/customXml" Target="../ink/ink101.xml"/><Relationship Id="rId37" Type="http://schemas.openxmlformats.org/officeDocument/2006/relationships/image" Target="../media/image60.png"/><Relationship Id="rId40" Type="http://schemas.openxmlformats.org/officeDocument/2006/relationships/customXml" Target="../ink/ink105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" Type="http://schemas.openxmlformats.org/officeDocument/2006/relationships/image" Target="../media/image37.png"/><Relationship Id="rId19" Type="http://schemas.openxmlformats.org/officeDocument/2006/relationships/image" Target="../media/image48.png"/><Relationship Id="rId4" Type="http://schemas.openxmlformats.org/officeDocument/2006/relationships/customXml" Target="../ink/ink87.xml"/><Relationship Id="rId9" Type="http://schemas.openxmlformats.org/officeDocument/2006/relationships/image" Target="../media/image39.png"/><Relationship Id="rId14" Type="http://schemas.openxmlformats.org/officeDocument/2006/relationships/customXml" Target="../ink/ink92.xml"/><Relationship Id="rId22" Type="http://schemas.openxmlformats.org/officeDocument/2006/relationships/customXml" Target="../ink/ink96.xml"/><Relationship Id="rId27" Type="http://schemas.openxmlformats.org/officeDocument/2006/relationships/image" Target="../media/image55.png"/><Relationship Id="rId30" Type="http://schemas.openxmlformats.org/officeDocument/2006/relationships/customXml" Target="../ink/ink100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09.xml"/><Relationship Id="rId56" Type="http://schemas.openxmlformats.org/officeDocument/2006/relationships/customXml" Target="../ink/ink113.xml"/><Relationship Id="rId8" Type="http://schemas.openxmlformats.org/officeDocument/2006/relationships/customXml" Target="../ink/ink89.xml"/><Relationship Id="rId51" Type="http://schemas.openxmlformats.org/officeDocument/2006/relationships/image" Target="../media/image76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91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04.xml"/><Relationship Id="rId46" Type="http://schemas.openxmlformats.org/officeDocument/2006/relationships/customXml" Target="../ink/ink108.xml"/><Relationship Id="rId20" Type="http://schemas.openxmlformats.org/officeDocument/2006/relationships/customXml" Target="../ink/ink95.xml"/><Relationship Id="rId41" Type="http://schemas.openxmlformats.org/officeDocument/2006/relationships/image" Target="../media/image67.png"/><Relationship Id="rId54" Type="http://schemas.openxmlformats.org/officeDocument/2006/relationships/customXml" Target="../ink/ink1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90.xml"/><Relationship Id="rId31" Type="http://schemas.openxmlformats.org/officeDocument/2006/relationships/image" Target="../media/image57.png"/><Relationship Id="rId44" Type="http://schemas.openxmlformats.org/officeDocument/2006/relationships/customXml" Target="../ink/ink107.xml"/><Relationship Id="rId52" Type="http://schemas.openxmlformats.org/officeDocument/2006/relationships/customXml" Target="../ink/ink111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121.xml"/><Relationship Id="rId26" Type="http://schemas.openxmlformats.org/officeDocument/2006/relationships/customXml" Target="../ink/ink125.xml"/><Relationship Id="rId39" Type="http://schemas.openxmlformats.org/officeDocument/2006/relationships/image" Target="../media/image71.png"/><Relationship Id="rId21" Type="http://schemas.openxmlformats.org/officeDocument/2006/relationships/image" Target="../media/image49.png"/><Relationship Id="rId34" Type="http://schemas.openxmlformats.org/officeDocument/2006/relationships/customXml" Target="../ink/ink129.xml"/><Relationship Id="rId42" Type="http://schemas.openxmlformats.org/officeDocument/2006/relationships/customXml" Target="../ink/ink133.xml"/><Relationship Id="rId47" Type="http://schemas.openxmlformats.org/officeDocument/2006/relationships/image" Target="../media/image74.png"/><Relationship Id="rId50" Type="http://schemas.openxmlformats.org/officeDocument/2006/relationships/customXml" Target="../ink/ink137.xml"/><Relationship Id="rId55" Type="http://schemas.openxmlformats.org/officeDocument/2006/relationships/image" Target="../media/image78.png"/><Relationship Id="rId63" Type="http://schemas.openxmlformats.org/officeDocument/2006/relationships/image" Target="../media/image86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120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124.xml"/><Relationship Id="rId32" Type="http://schemas.openxmlformats.org/officeDocument/2006/relationships/customXml" Target="../ink/ink128.xml"/><Relationship Id="rId37" Type="http://schemas.openxmlformats.org/officeDocument/2006/relationships/image" Target="../media/image60.png"/><Relationship Id="rId40" Type="http://schemas.openxmlformats.org/officeDocument/2006/relationships/customXml" Target="../ink/ink132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141.xml"/><Relationship Id="rId5" Type="http://schemas.openxmlformats.org/officeDocument/2006/relationships/image" Target="../media/image37.png"/><Relationship Id="rId61" Type="http://schemas.openxmlformats.org/officeDocument/2006/relationships/image" Target="../media/image85.png"/><Relationship Id="rId19" Type="http://schemas.openxmlformats.org/officeDocument/2006/relationships/image" Target="../media/image48.png"/><Relationship Id="rId14" Type="http://schemas.openxmlformats.org/officeDocument/2006/relationships/customXml" Target="../ink/ink119.xml"/><Relationship Id="rId22" Type="http://schemas.openxmlformats.org/officeDocument/2006/relationships/customXml" Target="../ink/ink123.xml"/><Relationship Id="rId27" Type="http://schemas.openxmlformats.org/officeDocument/2006/relationships/image" Target="../media/image55.png"/><Relationship Id="rId30" Type="http://schemas.openxmlformats.org/officeDocument/2006/relationships/customXml" Target="../ink/ink127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36.xml"/><Relationship Id="rId56" Type="http://schemas.openxmlformats.org/officeDocument/2006/relationships/customXml" Target="../ink/ink140.xml"/><Relationship Id="rId8" Type="http://schemas.openxmlformats.org/officeDocument/2006/relationships/customXml" Target="../ink/ink116.xml"/><Relationship Id="rId51" Type="http://schemas.openxmlformats.org/officeDocument/2006/relationships/image" Target="../media/image81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18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31.xml"/><Relationship Id="rId46" Type="http://schemas.openxmlformats.org/officeDocument/2006/relationships/customXml" Target="../ink/ink135.xml"/><Relationship Id="rId59" Type="http://schemas.openxmlformats.org/officeDocument/2006/relationships/image" Target="../media/image84.png"/><Relationship Id="rId20" Type="http://schemas.openxmlformats.org/officeDocument/2006/relationships/customXml" Target="../ink/ink122.xml"/><Relationship Id="rId41" Type="http://schemas.openxmlformats.org/officeDocument/2006/relationships/image" Target="../media/image67.png"/><Relationship Id="rId54" Type="http://schemas.openxmlformats.org/officeDocument/2006/relationships/customXml" Target="../ink/ink139.xml"/><Relationship Id="rId62" Type="http://schemas.openxmlformats.org/officeDocument/2006/relationships/customXml" Target="../ink/ink1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26.xml"/><Relationship Id="rId36" Type="http://schemas.openxmlformats.org/officeDocument/2006/relationships/customXml" Target="../ink/ink130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17.xml"/><Relationship Id="rId31" Type="http://schemas.openxmlformats.org/officeDocument/2006/relationships/image" Target="../media/image57.png"/><Relationship Id="rId44" Type="http://schemas.openxmlformats.org/officeDocument/2006/relationships/customXml" Target="../ink/ink134.xml"/><Relationship Id="rId52" Type="http://schemas.openxmlformats.org/officeDocument/2006/relationships/customXml" Target="../ink/ink138.xml"/><Relationship Id="rId60" Type="http://schemas.openxmlformats.org/officeDocument/2006/relationships/customXml" Target="../ink/ink142.xml"/><Relationship Id="rId4" Type="http://schemas.openxmlformats.org/officeDocument/2006/relationships/customXml" Target="../ink/ink114.xml"/><Relationship Id="rId9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5.xml"/><Relationship Id="rId21" Type="http://schemas.openxmlformats.org/officeDocument/2006/relationships/image" Target="../media/image49.png"/><Relationship Id="rId42" Type="http://schemas.openxmlformats.org/officeDocument/2006/relationships/customXml" Target="../ink/ink163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176.xml"/><Relationship Id="rId2" Type="http://schemas.openxmlformats.org/officeDocument/2006/relationships/image" Target="../media/image8.png"/><Relationship Id="rId16" Type="http://schemas.openxmlformats.org/officeDocument/2006/relationships/customXml" Target="../ink/ink150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154.xml"/><Relationship Id="rId32" Type="http://schemas.openxmlformats.org/officeDocument/2006/relationships/customXml" Target="../ink/ink158.xml"/><Relationship Id="rId37" Type="http://schemas.openxmlformats.org/officeDocument/2006/relationships/image" Target="../media/image60.png"/><Relationship Id="rId40" Type="http://schemas.openxmlformats.org/officeDocument/2006/relationships/customXml" Target="../ink/ink162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171.xml"/><Relationship Id="rId66" Type="http://schemas.openxmlformats.org/officeDocument/2006/relationships/customXml" Target="../ink/ink175.xml"/><Relationship Id="rId74" Type="http://schemas.openxmlformats.org/officeDocument/2006/relationships/customXml" Target="../ink/ink179.xml"/><Relationship Id="rId5" Type="http://schemas.openxmlformats.org/officeDocument/2006/relationships/image" Target="../media/image37.png"/><Relationship Id="rId61" Type="http://schemas.openxmlformats.org/officeDocument/2006/relationships/image" Target="../media/image88.png"/><Relationship Id="rId19" Type="http://schemas.openxmlformats.org/officeDocument/2006/relationships/image" Target="../media/image48.png"/><Relationship Id="rId14" Type="http://schemas.openxmlformats.org/officeDocument/2006/relationships/customXml" Target="../ink/ink149.xml"/><Relationship Id="rId22" Type="http://schemas.openxmlformats.org/officeDocument/2006/relationships/customXml" Target="../ink/ink153.xml"/><Relationship Id="rId27" Type="http://schemas.openxmlformats.org/officeDocument/2006/relationships/image" Target="../media/image55.png"/><Relationship Id="rId30" Type="http://schemas.openxmlformats.org/officeDocument/2006/relationships/customXml" Target="../ink/ink157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66.xml"/><Relationship Id="rId56" Type="http://schemas.openxmlformats.org/officeDocument/2006/relationships/customXml" Target="../ink/ink170.xml"/><Relationship Id="rId64" Type="http://schemas.openxmlformats.org/officeDocument/2006/relationships/customXml" Target="../ink/ink174.xml"/><Relationship Id="rId69" Type="http://schemas.openxmlformats.org/officeDocument/2006/relationships/image" Target="../media/image92.png"/><Relationship Id="rId8" Type="http://schemas.openxmlformats.org/officeDocument/2006/relationships/customXml" Target="../ink/ink146.xml"/><Relationship Id="rId51" Type="http://schemas.openxmlformats.org/officeDocument/2006/relationships/image" Target="../media/image81.png"/><Relationship Id="rId72" Type="http://schemas.openxmlformats.org/officeDocument/2006/relationships/customXml" Target="../ink/ink178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48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61.xml"/><Relationship Id="rId46" Type="http://schemas.openxmlformats.org/officeDocument/2006/relationships/customXml" Target="../ink/ink165.xml"/><Relationship Id="rId59" Type="http://schemas.openxmlformats.org/officeDocument/2006/relationships/image" Target="../media/image87.png"/><Relationship Id="rId67" Type="http://schemas.openxmlformats.org/officeDocument/2006/relationships/image" Target="../media/image91.png"/><Relationship Id="rId20" Type="http://schemas.openxmlformats.org/officeDocument/2006/relationships/customXml" Target="../ink/ink152.xml"/><Relationship Id="rId41" Type="http://schemas.openxmlformats.org/officeDocument/2006/relationships/image" Target="../media/image67.png"/><Relationship Id="rId54" Type="http://schemas.openxmlformats.org/officeDocument/2006/relationships/customXml" Target="../ink/ink169.xml"/><Relationship Id="rId62" Type="http://schemas.openxmlformats.org/officeDocument/2006/relationships/customXml" Target="../ink/ink173.xml"/><Relationship Id="rId70" Type="http://schemas.openxmlformats.org/officeDocument/2006/relationships/customXml" Target="../ink/ink177.xml"/><Relationship Id="rId75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5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56.xml"/><Relationship Id="rId36" Type="http://schemas.openxmlformats.org/officeDocument/2006/relationships/customXml" Target="../ink/ink160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47.xml"/><Relationship Id="rId31" Type="http://schemas.openxmlformats.org/officeDocument/2006/relationships/image" Target="../media/image57.png"/><Relationship Id="rId44" Type="http://schemas.openxmlformats.org/officeDocument/2006/relationships/customXml" Target="../ink/ink164.xml"/><Relationship Id="rId52" Type="http://schemas.openxmlformats.org/officeDocument/2006/relationships/customXml" Target="../ink/ink168.xml"/><Relationship Id="rId60" Type="http://schemas.openxmlformats.org/officeDocument/2006/relationships/customXml" Target="../ink/ink172.xml"/><Relationship Id="rId65" Type="http://schemas.openxmlformats.org/officeDocument/2006/relationships/image" Target="../media/image90.png"/><Relationship Id="rId73" Type="http://schemas.openxmlformats.org/officeDocument/2006/relationships/image" Target="../media/image94.png"/><Relationship Id="rId4" Type="http://schemas.openxmlformats.org/officeDocument/2006/relationships/customXml" Target="../ink/ink144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151.xml"/><Relationship Id="rId39" Type="http://schemas.openxmlformats.org/officeDocument/2006/relationships/image" Target="../media/image71.png"/><Relationship Id="rId34" Type="http://schemas.openxmlformats.org/officeDocument/2006/relationships/customXml" Target="../ink/ink159.xml"/><Relationship Id="rId50" Type="http://schemas.openxmlformats.org/officeDocument/2006/relationships/customXml" Target="../ink/ink167.xml"/><Relationship Id="rId55" Type="http://schemas.openxmlformats.org/officeDocument/2006/relationships/image" Target="../media/image78.png"/><Relationship Id="rId7" Type="http://schemas.openxmlformats.org/officeDocument/2006/relationships/image" Target="../media/image38.png"/><Relationship Id="rId71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1.xml"/><Relationship Id="rId21" Type="http://schemas.openxmlformats.org/officeDocument/2006/relationships/image" Target="../media/image49.png"/><Relationship Id="rId42" Type="http://schemas.openxmlformats.org/officeDocument/2006/relationships/customXml" Target="../ink/ink199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12.xml"/><Relationship Id="rId16" Type="http://schemas.openxmlformats.org/officeDocument/2006/relationships/customXml" Target="../ink/ink186.xml"/><Relationship Id="rId11" Type="http://schemas.openxmlformats.org/officeDocument/2006/relationships/image" Target="../media/image43.png"/><Relationship Id="rId24" Type="http://schemas.openxmlformats.org/officeDocument/2006/relationships/customXml" Target="../ink/ink190.xml"/><Relationship Id="rId32" Type="http://schemas.openxmlformats.org/officeDocument/2006/relationships/customXml" Target="../ink/ink194.xml"/><Relationship Id="rId37" Type="http://schemas.openxmlformats.org/officeDocument/2006/relationships/image" Target="../media/image60.png"/><Relationship Id="rId40" Type="http://schemas.openxmlformats.org/officeDocument/2006/relationships/customXml" Target="../ink/ink198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207.xml"/><Relationship Id="rId66" Type="http://schemas.openxmlformats.org/officeDocument/2006/relationships/customXml" Target="../ink/ink211.xml"/><Relationship Id="rId74" Type="http://schemas.openxmlformats.org/officeDocument/2006/relationships/customXml" Target="../ink/ink215.xml"/><Relationship Id="rId79" Type="http://schemas.openxmlformats.org/officeDocument/2006/relationships/image" Target="../media/image103.png"/><Relationship Id="rId5" Type="http://schemas.openxmlformats.org/officeDocument/2006/relationships/image" Target="../media/image37.png"/><Relationship Id="rId61" Type="http://schemas.openxmlformats.org/officeDocument/2006/relationships/image" Target="../media/image88.png"/><Relationship Id="rId19" Type="http://schemas.openxmlformats.org/officeDocument/2006/relationships/image" Target="../media/image48.png"/><Relationship Id="rId14" Type="http://schemas.openxmlformats.org/officeDocument/2006/relationships/customXml" Target="../ink/ink185.xml"/><Relationship Id="rId22" Type="http://schemas.openxmlformats.org/officeDocument/2006/relationships/customXml" Target="../ink/ink189.xml"/><Relationship Id="rId27" Type="http://schemas.openxmlformats.org/officeDocument/2006/relationships/image" Target="../media/image55.png"/><Relationship Id="rId30" Type="http://schemas.openxmlformats.org/officeDocument/2006/relationships/customXml" Target="../ink/ink193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02.xml"/><Relationship Id="rId56" Type="http://schemas.openxmlformats.org/officeDocument/2006/relationships/customXml" Target="../ink/ink206.xml"/><Relationship Id="rId64" Type="http://schemas.openxmlformats.org/officeDocument/2006/relationships/customXml" Target="../ink/ink210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182.xml"/><Relationship Id="rId51" Type="http://schemas.openxmlformats.org/officeDocument/2006/relationships/image" Target="../media/image81.png"/><Relationship Id="rId72" Type="http://schemas.openxmlformats.org/officeDocument/2006/relationships/customXml" Target="../ink/ink214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84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97.xml"/><Relationship Id="rId46" Type="http://schemas.openxmlformats.org/officeDocument/2006/relationships/customXml" Target="../ink/ink201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188.xml"/><Relationship Id="rId41" Type="http://schemas.openxmlformats.org/officeDocument/2006/relationships/image" Target="../media/image67.png"/><Relationship Id="rId54" Type="http://schemas.openxmlformats.org/officeDocument/2006/relationships/customXml" Target="../ink/ink205.xml"/><Relationship Id="rId62" Type="http://schemas.openxmlformats.org/officeDocument/2006/relationships/customXml" Target="../ink/ink209.xml"/><Relationship Id="rId70" Type="http://schemas.openxmlformats.org/officeDocument/2006/relationships/customXml" Target="../ink/ink213.xml"/><Relationship Id="rId75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1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92.xml"/><Relationship Id="rId36" Type="http://schemas.openxmlformats.org/officeDocument/2006/relationships/customXml" Target="../ink/ink196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83.xml"/><Relationship Id="rId31" Type="http://schemas.openxmlformats.org/officeDocument/2006/relationships/image" Target="../media/image57.png"/><Relationship Id="rId44" Type="http://schemas.openxmlformats.org/officeDocument/2006/relationships/customXml" Target="../ink/ink200.xml"/><Relationship Id="rId52" Type="http://schemas.openxmlformats.org/officeDocument/2006/relationships/customXml" Target="../ink/ink204.xml"/><Relationship Id="rId60" Type="http://schemas.openxmlformats.org/officeDocument/2006/relationships/customXml" Target="../ink/ink208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17.xml"/><Relationship Id="rId4" Type="http://schemas.openxmlformats.org/officeDocument/2006/relationships/customXml" Target="../ink/ink180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187.xml"/><Relationship Id="rId39" Type="http://schemas.openxmlformats.org/officeDocument/2006/relationships/image" Target="../media/image71.png"/><Relationship Id="rId34" Type="http://schemas.openxmlformats.org/officeDocument/2006/relationships/customXml" Target="../ink/ink195.xml"/><Relationship Id="rId50" Type="http://schemas.openxmlformats.org/officeDocument/2006/relationships/customXml" Target="../ink/ink203.xml"/><Relationship Id="rId55" Type="http://schemas.openxmlformats.org/officeDocument/2006/relationships/image" Target="../media/image78.png"/><Relationship Id="rId76" Type="http://schemas.openxmlformats.org/officeDocument/2006/relationships/customXml" Target="../ink/ink216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9.xml"/><Relationship Id="rId21" Type="http://schemas.openxmlformats.org/officeDocument/2006/relationships/image" Target="../media/image49.png"/><Relationship Id="rId42" Type="http://schemas.openxmlformats.org/officeDocument/2006/relationships/customXml" Target="../ink/ink23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50.xml"/><Relationship Id="rId84" Type="http://schemas.openxmlformats.org/officeDocument/2006/relationships/customXml" Target="../ink/ink258.xml"/><Relationship Id="rId16" Type="http://schemas.openxmlformats.org/officeDocument/2006/relationships/customXml" Target="../ink/ink224.xml"/><Relationship Id="rId11" Type="http://schemas.openxmlformats.org/officeDocument/2006/relationships/image" Target="../media/image43.png"/><Relationship Id="rId32" Type="http://schemas.openxmlformats.org/officeDocument/2006/relationships/customXml" Target="../ink/ink23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245.xml"/><Relationship Id="rId74" Type="http://schemas.openxmlformats.org/officeDocument/2006/relationships/customXml" Target="../ink/ink253.xml"/><Relationship Id="rId79" Type="http://schemas.openxmlformats.org/officeDocument/2006/relationships/image" Target="../media/image105.png"/><Relationship Id="rId5" Type="http://schemas.openxmlformats.org/officeDocument/2006/relationships/image" Target="../media/image37.png"/><Relationship Id="rId19" Type="http://schemas.openxmlformats.org/officeDocument/2006/relationships/image" Target="../media/image48.png"/><Relationship Id="rId14" Type="http://schemas.openxmlformats.org/officeDocument/2006/relationships/customXml" Target="../ink/ink223.xml"/><Relationship Id="rId22" Type="http://schemas.openxmlformats.org/officeDocument/2006/relationships/customXml" Target="../ink/ink227.xml"/><Relationship Id="rId27" Type="http://schemas.openxmlformats.org/officeDocument/2006/relationships/image" Target="../media/image55.png"/><Relationship Id="rId30" Type="http://schemas.openxmlformats.org/officeDocument/2006/relationships/customXml" Target="../ink/ink231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40.xml"/><Relationship Id="rId56" Type="http://schemas.openxmlformats.org/officeDocument/2006/relationships/customXml" Target="../ink/ink244.xml"/><Relationship Id="rId64" Type="http://schemas.openxmlformats.org/officeDocument/2006/relationships/customXml" Target="../ink/ink248.xml"/><Relationship Id="rId69" Type="http://schemas.openxmlformats.org/officeDocument/2006/relationships/image" Target="../media/image98.png"/><Relationship Id="rId77" Type="http://schemas.openxmlformats.org/officeDocument/2006/relationships/image" Target="../media/image104.png"/><Relationship Id="rId8" Type="http://schemas.openxmlformats.org/officeDocument/2006/relationships/customXml" Target="../ink/ink220.xml"/><Relationship Id="rId51" Type="http://schemas.openxmlformats.org/officeDocument/2006/relationships/image" Target="../media/image81.png"/><Relationship Id="rId72" Type="http://schemas.openxmlformats.org/officeDocument/2006/relationships/customXml" Target="../ink/ink252.xml"/><Relationship Id="rId80" Type="http://schemas.openxmlformats.org/officeDocument/2006/relationships/customXml" Target="../ink/ink256.xml"/><Relationship Id="rId85" Type="http://schemas.openxmlformats.org/officeDocument/2006/relationships/image" Target="../media/image108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222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235.xml"/><Relationship Id="rId46" Type="http://schemas.openxmlformats.org/officeDocument/2006/relationships/customXml" Target="../ink/ink239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226.xml"/><Relationship Id="rId41" Type="http://schemas.openxmlformats.org/officeDocument/2006/relationships/image" Target="../media/image67.png"/><Relationship Id="rId54" Type="http://schemas.openxmlformats.org/officeDocument/2006/relationships/customXml" Target="../ink/ink243.xml"/><Relationship Id="rId62" Type="http://schemas.openxmlformats.org/officeDocument/2006/relationships/customXml" Target="../ink/ink247.xml"/><Relationship Id="rId70" Type="http://schemas.openxmlformats.org/officeDocument/2006/relationships/customXml" Target="../ink/ink251.xml"/><Relationship Id="rId75" Type="http://schemas.openxmlformats.org/officeDocument/2006/relationships/image" Target="../media/image101.png"/><Relationship Id="rId83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9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230.xml"/><Relationship Id="rId36" Type="http://schemas.openxmlformats.org/officeDocument/2006/relationships/customXml" Target="../ink/ink234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221.xml"/><Relationship Id="rId31" Type="http://schemas.openxmlformats.org/officeDocument/2006/relationships/image" Target="../media/image57.png"/><Relationship Id="rId44" Type="http://schemas.openxmlformats.org/officeDocument/2006/relationships/customXml" Target="../ink/ink238.xml"/><Relationship Id="rId52" Type="http://schemas.openxmlformats.org/officeDocument/2006/relationships/customXml" Target="../ink/ink242.xml"/><Relationship Id="rId60" Type="http://schemas.openxmlformats.org/officeDocument/2006/relationships/customXml" Target="../ink/ink246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55.xml"/><Relationship Id="rId81" Type="http://schemas.openxmlformats.org/officeDocument/2006/relationships/image" Target="../media/image106.png"/><Relationship Id="rId4" Type="http://schemas.openxmlformats.org/officeDocument/2006/relationships/customXml" Target="../ink/ink218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225.xml"/><Relationship Id="rId39" Type="http://schemas.openxmlformats.org/officeDocument/2006/relationships/image" Target="../media/image71.png"/><Relationship Id="rId34" Type="http://schemas.openxmlformats.org/officeDocument/2006/relationships/customXml" Target="../ink/ink233.xml"/><Relationship Id="rId50" Type="http://schemas.openxmlformats.org/officeDocument/2006/relationships/customXml" Target="../ink/ink241.xml"/><Relationship Id="rId55" Type="http://schemas.openxmlformats.org/officeDocument/2006/relationships/image" Target="../media/image78.png"/><Relationship Id="rId76" Type="http://schemas.openxmlformats.org/officeDocument/2006/relationships/customXml" Target="../ink/ink254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228.xml"/><Relationship Id="rId40" Type="http://schemas.openxmlformats.org/officeDocument/2006/relationships/customXml" Target="../ink/ink236.xml"/><Relationship Id="rId45" Type="http://schemas.openxmlformats.org/officeDocument/2006/relationships/image" Target="../media/image73.png"/><Relationship Id="rId66" Type="http://schemas.openxmlformats.org/officeDocument/2006/relationships/customXml" Target="../ink/ink249.xml"/><Relationship Id="rId61" Type="http://schemas.openxmlformats.org/officeDocument/2006/relationships/image" Target="../media/image88.png"/><Relationship Id="rId82" Type="http://schemas.openxmlformats.org/officeDocument/2006/relationships/customXml" Target="../ink/ink257.xml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0.xml"/><Relationship Id="rId21" Type="http://schemas.openxmlformats.org/officeDocument/2006/relationships/image" Target="../media/image49.png"/><Relationship Id="rId42" Type="http://schemas.openxmlformats.org/officeDocument/2006/relationships/customXml" Target="../ink/ink27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91.xml"/><Relationship Id="rId84" Type="http://schemas.openxmlformats.org/officeDocument/2006/relationships/customXml" Target="../ink/ink299.xml"/><Relationship Id="rId89" Type="http://schemas.openxmlformats.org/officeDocument/2006/relationships/image" Target="../media/image115.png"/><Relationship Id="rId16" Type="http://schemas.openxmlformats.org/officeDocument/2006/relationships/customXml" Target="../ink/ink265.xml"/><Relationship Id="rId11" Type="http://schemas.openxmlformats.org/officeDocument/2006/relationships/image" Target="../media/image43.png"/><Relationship Id="rId32" Type="http://schemas.openxmlformats.org/officeDocument/2006/relationships/customXml" Target="../ink/ink27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286.xml"/><Relationship Id="rId74" Type="http://schemas.openxmlformats.org/officeDocument/2006/relationships/customXml" Target="../ink/ink294.xml"/><Relationship Id="rId79" Type="http://schemas.openxmlformats.org/officeDocument/2006/relationships/image" Target="../media/image110.png"/><Relationship Id="rId5" Type="http://schemas.openxmlformats.org/officeDocument/2006/relationships/image" Target="../media/image37.png"/><Relationship Id="rId14" Type="http://schemas.openxmlformats.org/officeDocument/2006/relationships/customXml" Target="../ink/ink264.xml"/><Relationship Id="rId22" Type="http://schemas.openxmlformats.org/officeDocument/2006/relationships/customXml" Target="../ink/ink268.xml"/><Relationship Id="rId27" Type="http://schemas.openxmlformats.org/officeDocument/2006/relationships/image" Target="../media/image55.png"/><Relationship Id="rId30" Type="http://schemas.openxmlformats.org/officeDocument/2006/relationships/customXml" Target="../ink/ink272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81.xml"/><Relationship Id="rId56" Type="http://schemas.openxmlformats.org/officeDocument/2006/relationships/customXml" Target="../ink/ink285.xml"/><Relationship Id="rId64" Type="http://schemas.openxmlformats.org/officeDocument/2006/relationships/customXml" Target="../ink/ink289.xml"/><Relationship Id="rId69" Type="http://schemas.openxmlformats.org/officeDocument/2006/relationships/image" Target="../media/image98.png"/><Relationship Id="rId77" Type="http://schemas.openxmlformats.org/officeDocument/2006/relationships/image" Target="../media/image109.png"/><Relationship Id="rId8" Type="http://schemas.openxmlformats.org/officeDocument/2006/relationships/customXml" Target="../ink/ink261.xml"/><Relationship Id="rId51" Type="http://schemas.openxmlformats.org/officeDocument/2006/relationships/image" Target="../media/image81.png"/><Relationship Id="rId72" Type="http://schemas.openxmlformats.org/officeDocument/2006/relationships/customXml" Target="../ink/ink293.xml"/><Relationship Id="rId80" Type="http://schemas.openxmlformats.org/officeDocument/2006/relationships/customXml" Target="../ink/ink297.xml"/><Relationship Id="rId85" Type="http://schemas.openxmlformats.org/officeDocument/2006/relationships/image" Target="../media/image113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263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276.xml"/><Relationship Id="rId46" Type="http://schemas.openxmlformats.org/officeDocument/2006/relationships/customXml" Target="../ink/ink280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267.xml"/><Relationship Id="rId41" Type="http://schemas.openxmlformats.org/officeDocument/2006/relationships/image" Target="../media/image67.png"/><Relationship Id="rId54" Type="http://schemas.openxmlformats.org/officeDocument/2006/relationships/customXml" Target="../ink/ink284.xml"/><Relationship Id="rId62" Type="http://schemas.openxmlformats.org/officeDocument/2006/relationships/customXml" Target="../ink/ink288.xml"/><Relationship Id="rId70" Type="http://schemas.openxmlformats.org/officeDocument/2006/relationships/customXml" Target="../ink/ink292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0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271.xml"/><Relationship Id="rId36" Type="http://schemas.openxmlformats.org/officeDocument/2006/relationships/customXml" Target="../ink/ink275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262.xml"/><Relationship Id="rId31" Type="http://schemas.openxmlformats.org/officeDocument/2006/relationships/image" Target="../media/image57.png"/><Relationship Id="rId44" Type="http://schemas.openxmlformats.org/officeDocument/2006/relationships/customXml" Target="../ink/ink279.xml"/><Relationship Id="rId52" Type="http://schemas.openxmlformats.org/officeDocument/2006/relationships/customXml" Target="../ink/ink283.xml"/><Relationship Id="rId60" Type="http://schemas.openxmlformats.org/officeDocument/2006/relationships/customXml" Target="../ink/ink287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96.xml"/><Relationship Id="rId81" Type="http://schemas.openxmlformats.org/officeDocument/2006/relationships/image" Target="../media/image111.png"/><Relationship Id="rId86" Type="http://schemas.openxmlformats.org/officeDocument/2006/relationships/customXml" Target="../ink/ink300.xml"/><Relationship Id="rId4" Type="http://schemas.openxmlformats.org/officeDocument/2006/relationships/customXml" Target="../ink/ink25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266.xml"/><Relationship Id="rId39" Type="http://schemas.openxmlformats.org/officeDocument/2006/relationships/image" Target="../media/image71.png"/><Relationship Id="rId34" Type="http://schemas.openxmlformats.org/officeDocument/2006/relationships/customXml" Target="../ink/ink274.xml"/><Relationship Id="rId50" Type="http://schemas.openxmlformats.org/officeDocument/2006/relationships/customXml" Target="../ink/ink282.xml"/><Relationship Id="rId55" Type="http://schemas.openxmlformats.org/officeDocument/2006/relationships/image" Target="../media/image78.png"/><Relationship Id="rId76" Type="http://schemas.openxmlformats.org/officeDocument/2006/relationships/customXml" Target="../ink/ink295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269.xml"/><Relationship Id="rId40" Type="http://schemas.openxmlformats.org/officeDocument/2006/relationships/customXml" Target="../ink/ink277.xml"/><Relationship Id="rId45" Type="http://schemas.openxmlformats.org/officeDocument/2006/relationships/image" Target="../media/image73.png"/><Relationship Id="rId66" Type="http://schemas.openxmlformats.org/officeDocument/2006/relationships/customXml" Target="../ink/ink290.xml"/><Relationship Id="rId87" Type="http://schemas.openxmlformats.org/officeDocument/2006/relationships/image" Target="../media/image114.png"/><Relationship Id="rId61" Type="http://schemas.openxmlformats.org/officeDocument/2006/relationships/image" Target="../media/image88.png"/><Relationship Id="rId82" Type="http://schemas.openxmlformats.org/officeDocument/2006/relationships/customXml" Target="../ink/ink298.xml"/><Relationship Id="rId19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3.xml"/><Relationship Id="rId21" Type="http://schemas.openxmlformats.org/officeDocument/2006/relationships/image" Target="../media/image49.png"/><Relationship Id="rId42" Type="http://schemas.openxmlformats.org/officeDocument/2006/relationships/customXml" Target="../ink/ink321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334.xml"/><Relationship Id="rId84" Type="http://schemas.openxmlformats.org/officeDocument/2006/relationships/customXml" Target="../ink/ink342.xml"/><Relationship Id="rId89" Type="http://schemas.openxmlformats.org/officeDocument/2006/relationships/image" Target="../media/image117.png"/><Relationship Id="rId16" Type="http://schemas.openxmlformats.org/officeDocument/2006/relationships/customXml" Target="../ink/ink308.xml"/><Relationship Id="rId11" Type="http://schemas.openxmlformats.org/officeDocument/2006/relationships/image" Target="../media/image43.png"/><Relationship Id="rId32" Type="http://schemas.openxmlformats.org/officeDocument/2006/relationships/customXml" Target="../ink/ink316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329.xml"/><Relationship Id="rId74" Type="http://schemas.openxmlformats.org/officeDocument/2006/relationships/customXml" Target="../ink/ink337.xml"/><Relationship Id="rId79" Type="http://schemas.openxmlformats.org/officeDocument/2006/relationships/image" Target="../media/image110.png"/><Relationship Id="rId5" Type="http://schemas.openxmlformats.org/officeDocument/2006/relationships/image" Target="../media/image37.png"/><Relationship Id="rId90" Type="http://schemas.openxmlformats.org/officeDocument/2006/relationships/customXml" Target="../ink/ink345.xml"/><Relationship Id="rId95" Type="http://schemas.openxmlformats.org/officeDocument/2006/relationships/image" Target="../media/image120.png"/><Relationship Id="rId22" Type="http://schemas.openxmlformats.org/officeDocument/2006/relationships/customXml" Target="../ink/ink311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324.xml"/><Relationship Id="rId64" Type="http://schemas.openxmlformats.org/officeDocument/2006/relationships/customXml" Target="../ink/ink332.xml"/><Relationship Id="rId69" Type="http://schemas.openxmlformats.org/officeDocument/2006/relationships/image" Target="../media/image98.png"/><Relationship Id="rId8" Type="http://schemas.openxmlformats.org/officeDocument/2006/relationships/customXml" Target="../ink/ink304.xml"/><Relationship Id="rId51" Type="http://schemas.openxmlformats.org/officeDocument/2006/relationships/image" Target="../media/image81.png"/><Relationship Id="rId72" Type="http://schemas.openxmlformats.org/officeDocument/2006/relationships/customXml" Target="../ink/ink336.xml"/><Relationship Id="rId80" Type="http://schemas.openxmlformats.org/officeDocument/2006/relationships/customXml" Target="../ink/ink340.xml"/><Relationship Id="rId85" Type="http://schemas.openxmlformats.org/officeDocument/2006/relationships/image" Target="../media/image113.png"/><Relationship Id="rId93" Type="http://schemas.openxmlformats.org/officeDocument/2006/relationships/image" Target="../media/image119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306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319.xml"/><Relationship Id="rId46" Type="http://schemas.openxmlformats.org/officeDocument/2006/relationships/customXml" Target="../ink/ink323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310.xml"/><Relationship Id="rId41" Type="http://schemas.openxmlformats.org/officeDocument/2006/relationships/image" Target="../media/image67.png"/><Relationship Id="rId54" Type="http://schemas.openxmlformats.org/officeDocument/2006/relationships/customXml" Target="../ink/ink327.xml"/><Relationship Id="rId62" Type="http://schemas.openxmlformats.org/officeDocument/2006/relationships/customXml" Target="../ink/ink331.xml"/><Relationship Id="rId70" Type="http://schemas.openxmlformats.org/officeDocument/2006/relationships/customXml" Target="../ink/ink335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44.xml"/><Relationship Id="rId91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3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314.xml"/><Relationship Id="rId36" Type="http://schemas.openxmlformats.org/officeDocument/2006/relationships/customXml" Target="../ink/ink318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305.xml"/><Relationship Id="rId31" Type="http://schemas.openxmlformats.org/officeDocument/2006/relationships/image" Target="../media/image57.png"/><Relationship Id="rId44" Type="http://schemas.openxmlformats.org/officeDocument/2006/relationships/customXml" Target="../ink/ink322.xml"/><Relationship Id="rId52" Type="http://schemas.openxmlformats.org/officeDocument/2006/relationships/customXml" Target="../ink/ink326.xml"/><Relationship Id="rId60" Type="http://schemas.openxmlformats.org/officeDocument/2006/relationships/customXml" Target="../ink/ink330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339.xml"/><Relationship Id="rId81" Type="http://schemas.openxmlformats.org/officeDocument/2006/relationships/image" Target="../media/image111.png"/><Relationship Id="rId86" Type="http://schemas.openxmlformats.org/officeDocument/2006/relationships/customXml" Target="../ink/ink343.xml"/><Relationship Id="rId94" Type="http://schemas.openxmlformats.org/officeDocument/2006/relationships/customXml" Target="../ink/ink347.xml"/><Relationship Id="rId4" Type="http://schemas.openxmlformats.org/officeDocument/2006/relationships/customXml" Target="../ink/ink302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309.xml"/><Relationship Id="rId39" Type="http://schemas.openxmlformats.org/officeDocument/2006/relationships/image" Target="../media/image71.png"/><Relationship Id="rId34" Type="http://schemas.openxmlformats.org/officeDocument/2006/relationships/customXml" Target="../ink/ink317.xml"/><Relationship Id="rId50" Type="http://schemas.openxmlformats.org/officeDocument/2006/relationships/customXml" Target="../ink/ink325.xml"/><Relationship Id="rId55" Type="http://schemas.openxmlformats.org/officeDocument/2006/relationships/image" Target="../media/image78.png"/><Relationship Id="rId76" Type="http://schemas.openxmlformats.org/officeDocument/2006/relationships/customXml" Target="../ink/ink338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346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312.xml"/><Relationship Id="rId40" Type="http://schemas.openxmlformats.org/officeDocument/2006/relationships/customXml" Target="../ink/ink320.xml"/><Relationship Id="rId45" Type="http://schemas.openxmlformats.org/officeDocument/2006/relationships/image" Target="../media/image73.png"/><Relationship Id="rId66" Type="http://schemas.openxmlformats.org/officeDocument/2006/relationships/customXml" Target="../ink/ink333.xml"/><Relationship Id="rId87" Type="http://schemas.openxmlformats.org/officeDocument/2006/relationships/image" Target="../media/image116.png"/><Relationship Id="rId61" Type="http://schemas.openxmlformats.org/officeDocument/2006/relationships/image" Target="../media/image88.png"/><Relationship Id="rId82" Type="http://schemas.openxmlformats.org/officeDocument/2006/relationships/customXml" Target="../ink/ink341.xml"/><Relationship Id="rId19" Type="http://schemas.openxmlformats.org/officeDocument/2006/relationships/image" Target="../media/image48.png"/><Relationship Id="rId14" Type="http://schemas.openxmlformats.org/officeDocument/2006/relationships/customXml" Target="../ink/ink307.xml"/><Relationship Id="rId30" Type="http://schemas.openxmlformats.org/officeDocument/2006/relationships/customXml" Target="../ink/ink315.xml"/><Relationship Id="rId35" Type="http://schemas.openxmlformats.org/officeDocument/2006/relationships/image" Target="../media/image59.png"/><Relationship Id="rId56" Type="http://schemas.openxmlformats.org/officeDocument/2006/relationships/customXml" Target="../ink/ink328.xml"/><Relationship Id="rId77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9.xml"/><Relationship Id="rId21" Type="http://schemas.openxmlformats.org/officeDocument/2006/relationships/image" Target="../media/image49.png"/><Relationship Id="rId42" Type="http://schemas.openxmlformats.org/officeDocument/2006/relationships/customXml" Target="../ink/ink36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380.xml"/><Relationship Id="rId84" Type="http://schemas.openxmlformats.org/officeDocument/2006/relationships/customXml" Target="../ink/ink388.xml"/><Relationship Id="rId89" Type="http://schemas.openxmlformats.org/officeDocument/2006/relationships/image" Target="../media/image117.png"/><Relationship Id="rId16" Type="http://schemas.openxmlformats.org/officeDocument/2006/relationships/customXml" Target="../ink/ink354.xml"/><Relationship Id="rId11" Type="http://schemas.openxmlformats.org/officeDocument/2006/relationships/image" Target="../media/image43.png"/><Relationship Id="rId32" Type="http://schemas.openxmlformats.org/officeDocument/2006/relationships/customXml" Target="../ink/ink36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375.xml"/><Relationship Id="rId74" Type="http://schemas.openxmlformats.org/officeDocument/2006/relationships/customXml" Target="../ink/ink383.xml"/><Relationship Id="rId79" Type="http://schemas.openxmlformats.org/officeDocument/2006/relationships/image" Target="../media/image110.png"/><Relationship Id="rId102" Type="http://schemas.openxmlformats.org/officeDocument/2006/relationships/customXml" Target="../ink/ink397.xml"/><Relationship Id="rId5" Type="http://schemas.openxmlformats.org/officeDocument/2006/relationships/image" Target="../media/image37.png"/><Relationship Id="rId90" Type="http://schemas.openxmlformats.org/officeDocument/2006/relationships/customXml" Target="../ink/ink391.xml"/><Relationship Id="rId95" Type="http://schemas.openxmlformats.org/officeDocument/2006/relationships/image" Target="../media/image123.png"/><Relationship Id="rId22" Type="http://schemas.openxmlformats.org/officeDocument/2006/relationships/customXml" Target="../ink/ink357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370.xml"/><Relationship Id="rId64" Type="http://schemas.openxmlformats.org/officeDocument/2006/relationships/customXml" Target="../ink/ink378.xml"/><Relationship Id="rId69" Type="http://schemas.openxmlformats.org/officeDocument/2006/relationships/image" Target="../media/image98.png"/><Relationship Id="rId80" Type="http://schemas.openxmlformats.org/officeDocument/2006/relationships/customXml" Target="../ink/ink386.xml"/><Relationship Id="rId85" Type="http://schemas.openxmlformats.org/officeDocument/2006/relationships/image" Target="../media/image113.png"/><Relationship Id="rId12" Type="http://schemas.openxmlformats.org/officeDocument/2006/relationships/customXml" Target="../ink/ink352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365.xml"/><Relationship Id="rId59" Type="http://schemas.openxmlformats.org/officeDocument/2006/relationships/image" Target="../media/image87.png"/><Relationship Id="rId103" Type="http://schemas.openxmlformats.org/officeDocument/2006/relationships/image" Target="../media/image127.png"/><Relationship Id="rId20" Type="http://schemas.openxmlformats.org/officeDocument/2006/relationships/customXml" Target="../ink/ink356.xml"/><Relationship Id="rId41" Type="http://schemas.openxmlformats.org/officeDocument/2006/relationships/image" Target="../media/image67.png"/><Relationship Id="rId54" Type="http://schemas.openxmlformats.org/officeDocument/2006/relationships/customXml" Target="../ink/ink373.xml"/><Relationship Id="rId62" Type="http://schemas.openxmlformats.org/officeDocument/2006/relationships/customXml" Target="../ink/ink377.xml"/><Relationship Id="rId70" Type="http://schemas.openxmlformats.org/officeDocument/2006/relationships/customXml" Target="../ink/ink381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90.xml"/><Relationship Id="rId91" Type="http://schemas.openxmlformats.org/officeDocument/2006/relationships/image" Target="../media/image121.png"/><Relationship Id="rId96" Type="http://schemas.openxmlformats.org/officeDocument/2006/relationships/customXml" Target="../ink/ink39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9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360.xml"/><Relationship Id="rId36" Type="http://schemas.openxmlformats.org/officeDocument/2006/relationships/customXml" Target="../ink/ink364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351.xml"/><Relationship Id="rId31" Type="http://schemas.openxmlformats.org/officeDocument/2006/relationships/image" Target="../media/image57.png"/><Relationship Id="rId44" Type="http://schemas.openxmlformats.org/officeDocument/2006/relationships/customXml" Target="../ink/ink368.xml"/><Relationship Id="rId52" Type="http://schemas.openxmlformats.org/officeDocument/2006/relationships/customXml" Target="../ink/ink372.xml"/><Relationship Id="rId60" Type="http://schemas.openxmlformats.org/officeDocument/2006/relationships/customXml" Target="../ink/ink376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385.xml"/><Relationship Id="rId81" Type="http://schemas.openxmlformats.org/officeDocument/2006/relationships/image" Target="../media/image111.png"/><Relationship Id="rId86" Type="http://schemas.openxmlformats.org/officeDocument/2006/relationships/customXml" Target="../ink/ink389.xml"/><Relationship Id="rId94" Type="http://schemas.openxmlformats.org/officeDocument/2006/relationships/customXml" Target="../ink/ink393.xml"/><Relationship Id="rId99" Type="http://schemas.openxmlformats.org/officeDocument/2006/relationships/image" Target="../media/image125.png"/><Relationship Id="rId101" Type="http://schemas.openxmlformats.org/officeDocument/2006/relationships/image" Target="../media/image126.png"/><Relationship Id="rId4" Type="http://schemas.openxmlformats.org/officeDocument/2006/relationships/customXml" Target="../ink/ink348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355.xml"/><Relationship Id="rId39" Type="http://schemas.openxmlformats.org/officeDocument/2006/relationships/image" Target="../media/image71.png"/><Relationship Id="rId34" Type="http://schemas.openxmlformats.org/officeDocument/2006/relationships/customXml" Target="../ink/ink363.xml"/><Relationship Id="rId50" Type="http://schemas.openxmlformats.org/officeDocument/2006/relationships/customXml" Target="../ink/ink371.xml"/><Relationship Id="rId55" Type="http://schemas.openxmlformats.org/officeDocument/2006/relationships/image" Target="../media/image78.png"/><Relationship Id="rId76" Type="http://schemas.openxmlformats.org/officeDocument/2006/relationships/customXml" Target="../ink/ink384.xml"/><Relationship Id="rId97" Type="http://schemas.openxmlformats.org/officeDocument/2006/relationships/image" Target="../media/image124.png"/><Relationship Id="rId104" Type="http://schemas.openxmlformats.org/officeDocument/2006/relationships/customXml" Target="../ink/ink398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392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358.xml"/><Relationship Id="rId40" Type="http://schemas.openxmlformats.org/officeDocument/2006/relationships/customXml" Target="../ink/ink366.xml"/><Relationship Id="rId45" Type="http://schemas.openxmlformats.org/officeDocument/2006/relationships/image" Target="../media/image73.png"/><Relationship Id="rId66" Type="http://schemas.openxmlformats.org/officeDocument/2006/relationships/customXml" Target="../ink/ink379.xml"/><Relationship Id="rId87" Type="http://schemas.openxmlformats.org/officeDocument/2006/relationships/image" Target="../media/image116.png"/><Relationship Id="rId61" Type="http://schemas.openxmlformats.org/officeDocument/2006/relationships/image" Target="../media/image88.png"/><Relationship Id="rId82" Type="http://schemas.openxmlformats.org/officeDocument/2006/relationships/customXml" Target="../ink/ink387.xml"/><Relationship Id="rId19" Type="http://schemas.openxmlformats.org/officeDocument/2006/relationships/image" Target="../media/image48.png"/><Relationship Id="rId14" Type="http://schemas.openxmlformats.org/officeDocument/2006/relationships/customXml" Target="../ink/ink353.xml"/><Relationship Id="rId30" Type="http://schemas.openxmlformats.org/officeDocument/2006/relationships/customXml" Target="../ink/ink361.xml"/><Relationship Id="rId35" Type="http://schemas.openxmlformats.org/officeDocument/2006/relationships/image" Target="../media/image59.png"/><Relationship Id="rId56" Type="http://schemas.openxmlformats.org/officeDocument/2006/relationships/customXml" Target="../ink/ink374.xml"/><Relationship Id="rId77" Type="http://schemas.openxmlformats.org/officeDocument/2006/relationships/image" Target="../media/image109.png"/><Relationship Id="rId100" Type="http://schemas.openxmlformats.org/officeDocument/2006/relationships/customXml" Target="../ink/ink396.xml"/><Relationship Id="rId105" Type="http://schemas.openxmlformats.org/officeDocument/2006/relationships/image" Target="../media/image128.png"/><Relationship Id="rId8" Type="http://schemas.openxmlformats.org/officeDocument/2006/relationships/customXml" Target="../ink/ink350.xml"/><Relationship Id="rId51" Type="http://schemas.openxmlformats.org/officeDocument/2006/relationships/image" Target="../media/image81.png"/><Relationship Id="rId72" Type="http://schemas.openxmlformats.org/officeDocument/2006/relationships/customXml" Target="../ink/ink382.xml"/><Relationship Id="rId93" Type="http://schemas.openxmlformats.org/officeDocument/2006/relationships/image" Target="../media/image122.png"/><Relationship Id="rId98" Type="http://schemas.openxmlformats.org/officeDocument/2006/relationships/customXml" Target="../ink/ink395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369.xml"/><Relationship Id="rId67" Type="http://schemas.openxmlformats.org/officeDocument/2006/relationships/image" Target="../media/image97.png"/></Relationships>
</file>

<file path=ppt/slides/_rels/slide6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0.xml"/><Relationship Id="rId21" Type="http://schemas.openxmlformats.org/officeDocument/2006/relationships/image" Target="../media/image49.png"/><Relationship Id="rId42" Type="http://schemas.openxmlformats.org/officeDocument/2006/relationships/customXml" Target="../ink/ink41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431.xml"/><Relationship Id="rId84" Type="http://schemas.openxmlformats.org/officeDocument/2006/relationships/customXml" Target="../ink/ink439.xml"/><Relationship Id="rId89" Type="http://schemas.openxmlformats.org/officeDocument/2006/relationships/image" Target="../media/image117.png"/><Relationship Id="rId16" Type="http://schemas.openxmlformats.org/officeDocument/2006/relationships/customXml" Target="../ink/ink405.xml"/><Relationship Id="rId107" Type="http://schemas.openxmlformats.org/officeDocument/2006/relationships/image" Target="../media/image134.png"/><Relationship Id="rId11" Type="http://schemas.openxmlformats.org/officeDocument/2006/relationships/image" Target="../media/image43.png"/><Relationship Id="rId32" Type="http://schemas.openxmlformats.org/officeDocument/2006/relationships/customXml" Target="../ink/ink41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426.xml"/><Relationship Id="rId74" Type="http://schemas.openxmlformats.org/officeDocument/2006/relationships/customXml" Target="../ink/ink434.xml"/><Relationship Id="rId79" Type="http://schemas.openxmlformats.org/officeDocument/2006/relationships/image" Target="../media/image110.png"/><Relationship Id="rId102" Type="http://schemas.openxmlformats.org/officeDocument/2006/relationships/customXml" Target="../ink/ink448.xml"/><Relationship Id="rId5" Type="http://schemas.openxmlformats.org/officeDocument/2006/relationships/image" Target="../media/image37.png"/><Relationship Id="rId90" Type="http://schemas.openxmlformats.org/officeDocument/2006/relationships/customXml" Target="../ink/ink442.xml"/><Relationship Id="rId95" Type="http://schemas.openxmlformats.org/officeDocument/2006/relationships/image" Target="../media/image123.png"/><Relationship Id="rId22" Type="http://schemas.openxmlformats.org/officeDocument/2006/relationships/customXml" Target="../ink/ink408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421.xml"/><Relationship Id="rId64" Type="http://schemas.openxmlformats.org/officeDocument/2006/relationships/customXml" Target="../ink/ink429.xml"/><Relationship Id="rId69" Type="http://schemas.openxmlformats.org/officeDocument/2006/relationships/image" Target="../media/image98.png"/><Relationship Id="rId80" Type="http://schemas.openxmlformats.org/officeDocument/2006/relationships/customXml" Target="../ink/ink437.xml"/><Relationship Id="rId85" Type="http://schemas.openxmlformats.org/officeDocument/2006/relationships/image" Target="../media/image113.png"/><Relationship Id="rId12" Type="http://schemas.openxmlformats.org/officeDocument/2006/relationships/customXml" Target="../ink/ink403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416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451.xml"/><Relationship Id="rId54" Type="http://schemas.openxmlformats.org/officeDocument/2006/relationships/customXml" Target="../ink/ink424.xml"/><Relationship Id="rId70" Type="http://schemas.openxmlformats.org/officeDocument/2006/relationships/customXml" Target="../ink/ink432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4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0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11.xml"/><Relationship Id="rId36" Type="http://schemas.openxmlformats.org/officeDocument/2006/relationships/customXml" Target="../ink/ink415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6" Type="http://schemas.openxmlformats.org/officeDocument/2006/relationships/customXml" Target="../ink/ink450.xml"/><Relationship Id="rId10" Type="http://schemas.openxmlformats.org/officeDocument/2006/relationships/customXml" Target="../ink/ink402.xml"/><Relationship Id="rId31" Type="http://schemas.openxmlformats.org/officeDocument/2006/relationships/image" Target="../media/image57.png"/><Relationship Id="rId44" Type="http://schemas.openxmlformats.org/officeDocument/2006/relationships/customXml" Target="../ink/ink419.xml"/><Relationship Id="rId52" Type="http://schemas.openxmlformats.org/officeDocument/2006/relationships/customXml" Target="../ink/ink423.xml"/><Relationship Id="rId60" Type="http://schemas.openxmlformats.org/officeDocument/2006/relationships/customXml" Target="../ink/ink427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436.xml"/><Relationship Id="rId81" Type="http://schemas.openxmlformats.org/officeDocument/2006/relationships/image" Target="../media/image111.png"/><Relationship Id="rId86" Type="http://schemas.openxmlformats.org/officeDocument/2006/relationships/customXml" Target="../ink/ink440.xml"/><Relationship Id="rId94" Type="http://schemas.openxmlformats.org/officeDocument/2006/relationships/customXml" Target="../ink/ink444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4" Type="http://schemas.openxmlformats.org/officeDocument/2006/relationships/customXml" Target="../ink/ink39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406.xml"/><Relationship Id="rId39" Type="http://schemas.openxmlformats.org/officeDocument/2006/relationships/image" Target="../media/image71.png"/><Relationship Id="rId109" Type="http://schemas.openxmlformats.org/officeDocument/2006/relationships/image" Target="../media/image135.png"/><Relationship Id="rId34" Type="http://schemas.openxmlformats.org/officeDocument/2006/relationships/customXml" Target="../ink/ink414.xml"/><Relationship Id="rId50" Type="http://schemas.openxmlformats.org/officeDocument/2006/relationships/customXml" Target="../ink/ink422.xml"/><Relationship Id="rId55" Type="http://schemas.openxmlformats.org/officeDocument/2006/relationships/image" Target="../media/image78.png"/><Relationship Id="rId76" Type="http://schemas.openxmlformats.org/officeDocument/2006/relationships/customXml" Target="../ink/ink435.xml"/><Relationship Id="rId97" Type="http://schemas.openxmlformats.org/officeDocument/2006/relationships/image" Target="../media/image129.png"/><Relationship Id="rId104" Type="http://schemas.openxmlformats.org/officeDocument/2006/relationships/customXml" Target="../ink/ink449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443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409.xml"/><Relationship Id="rId40" Type="http://schemas.openxmlformats.org/officeDocument/2006/relationships/customXml" Target="../ink/ink417.xml"/><Relationship Id="rId45" Type="http://schemas.openxmlformats.org/officeDocument/2006/relationships/image" Target="../media/image73.png"/><Relationship Id="rId66" Type="http://schemas.openxmlformats.org/officeDocument/2006/relationships/customXml" Target="../ink/ink430.xml"/><Relationship Id="rId87" Type="http://schemas.openxmlformats.org/officeDocument/2006/relationships/image" Target="../media/image116.png"/><Relationship Id="rId110" Type="http://schemas.openxmlformats.org/officeDocument/2006/relationships/customXml" Target="../ink/ink452.xml"/><Relationship Id="rId61" Type="http://schemas.openxmlformats.org/officeDocument/2006/relationships/image" Target="../media/image88.png"/><Relationship Id="rId82" Type="http://schemas.openxmlformats.org/officeDocument/2006/relationships/customXml" Target="../ink/ink438.xml"/><Relationship Id="rId19" Type="http://schemas.openxmlformats.org/officeDocument/2006/relationships/image" Target="../media/image48.png"/><Relationship Id="rId14" Type="http://schemas.openxmlformats.org/officeDocument/2006/relationships/customXml" Target="../ink/ink404.xml"/><Relationship Id="rId30" Type="http://schemas.openxmlformats.org/officeDocument/2006/relationships/customXml" Target="../ink/ink412.xml"/><Relationship Id="rId35" Type="http://schemas.openxmlformats.org/officeDocument/2006/relationships/image" Target="../media/image59.png"/><Relationship Id="rId56" Type="http://schemas.openxmlformats.org/officeDocument/2006/relationships/customXml" Target="../ink/ink425.xml"/><Relationship Id="rId77" Type="http://schemas.openxmlformats.org/officeDocument/2006/relationships/image" Target="../media/image109.png"/><Relationship Id="rId100" Type="http://schemas.openxmlformats.org/officeDocument/2006/relationships/customXml" Target="../ink/ink447.xml"/><Relationship Id="rId105" Type="http://schemas.openxmlformats.org/officeDocument/2006/relationships/image" Target="../media/image133.png"/><Relationship Id="rId8" Type="http://schemas.openxmlformats.org/officeDocument/2006/relationships/customXml" Target="../ink/ink401.xml"/><Relationship Id="rId51" Type="http://schemas.openxmlformats.org/officeDocument/2006/relationships/image" Target="../media/image81.png"/><Relationship Id="rId72" Type="http://schemas.openxmlformats.org/officeDocument/2006/relationships/customXml" Target="../ink/ink433.xml"/><Relationship Id="rId93" Type="http://schemas.openxmlformats.org/officeDocument/2006/relationships/image" Target="../media/image122.png"/><Relationship Id="rId98" Type="http://schemas.openxmlformats.org/officeDocument/2006/relationships/customXml" Target="../ink/ink446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420.xml"/><Relationship Id="rId67" Type="http://schemas.openxmlformats.org/officeDocument/2006/relationships/image" Target="../media/image97.png"/><Relationship Id="rId20" Type="http://schemas.openxmlformats.org/officeDocument/2006/relationships/customXml" Target="../ink/ink407.xml"/><Relationship Id="rId41" Type="http://schemas.openxmlformats.org/officeDocument/2006/relationships/image" Target="../media/image67.png"/><Relationship Id="rId62" Type="http://schemas.openxmlformats.org/officeDocument/2006/relationships/customXml" Target="../ink/ink428.xml"/><Relationship Id="rId83" Type="http://schemas.openxmlformats.org/officeDocument/2006/relationships/image" Target="../media/image112.png"/><Relationship Id="rId88" Type="http://schemas.openxmlformats.org/officeDocument/2006/relationships/customXml" Target="../ink/ink441.xml"/><Relationship Id="rId111" Type="http://schemas.openxmlformats.org/officeDocument/2006/relationships/image" Target="../media/image136.png"/></Relationships>
</file>

<file path=ppt/slides/_rels/slide6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4.xml"/><Relationship Id="rId21" Type="http://schemas.openxmlformats.org/officeDocument/2006/relationships/image" Target="../media/image49.png"/><Relationship Id="rId42" Type="http://schemas.openxmlformats.org/officeDocument/2006/relationships/customXml" Target="../ink/ink472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485.xml"/><Relationship Id="rId84" Type="http://schemas.openxmlformats.org/officeDocument/2006/relationships/customXml" Target="../ink/ink493.xml"/><Relationship Id="rId89" Type="http://schemas.openxmlformats.org/officeDocument/2006/relationships/image" Target="../media/image117.png"/><Relationship Id="rId112" Type="http://schemas.openxmlformats.org/officeDocument/2006/relationships/customXml" Target="../ink/ink507.xml"/><Relationship Id="rId16" Type="http://schemas.openxmlformats.org/officeDocument/2006/relationships/customXml" Target="../ink/ink459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467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480.xml"/><Relationship Id="rId74" Type="http://schemas.openxmlformats.org/officeDocument/2006/relationships/customXml" Target="../ink/ink488.xml"/><Relationship Id="rId79" Type="http://schemas.openxmlformats.org/officeDocument/2006/relationships/image" Target="../media/image110.png"/><Relationship Id="rId102" Type="http://schemas.openxmlformats.org/officeDocument/2006/relationships/customXml" Target="../ink/ink502.xml"/><Relationship Id="rId5" Type="http://schemas.openxmlformats.org/officeDocument/2006/relationships/image" Target="../media/image37.png"/><Relationship Id="rId90" Type="http://schemas.openxmlformats.org/officeDocument/2006/relationships/customXml" Target="../ink/ink496.xml"/><Relationship Id="rId95" Type="http://schemas.openxmlformats.org/officeDocument/2006/relationships/image" Target="../media/image123.png"/><Relationship Id="rId22" Type="http://schemas.openxmlformats.org/officeDocument/2006/relationships/customXml" Target="../ink/ink462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475.xml"/><Relationship Id="rId64" Type="http://schemas.openxmlformats.org/officeDocument/2006/relationships/customXml" Target="../ink/ink483.xml"/><Relationship Id="rId69" Type="http://schemas.openxmlformats.org/officeDocument/2006/relationships/image" Target="../media/image98.png"/><Relationship Id="rId113" Type="http://schemas.openxmlformats.org/officeDocument/2006/relationships/image" Target="../media/image140.png"/><Relationship Id="rId80" Type="http://schemas.openxmlformats.org/officeDocument/2006/relationships/customXml" Target="../ink/ink491.xml"/><Relationship Id="rId85" Type="http://schemas.openxmlformats.org/officeDocument/2006/relationships/image" Target="../media/image113.png"/><Relationship Id="rId12" Type="http://schemas.openxmlformats.org/officeDocument/2006/relationships/customXml" Target="../ink/ink457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470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505.xml"/><Relationship Id="rId54" Type="http://schemas.openxmlformats.org/officeDocument/2006/relationships/customXml" Target="../ink/ink478.xml"/><Relationship Id="rId70" Type="http://schemas.openxmlformats.org/officeDocument/2006/relationships/customXml" Target="../ink/ink486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4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4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65.xml"/><Relationship Id="rId36" Type="http://schemas.openxmlformats.org/officeDocument/2006/relationships/customXml" Target="../ink/ink469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6" Type="http://schemas.openxmlformats.org/officeDocument/2006/relationships/customXml" Target="../ink/ink504.xml"/><Relationship Id="rId114" Type="http://schemas.openxmlformats.org/officeDocument/2006/relationships/customXml" Target="../ink/ink508.xml"/><Relationship Id="rId10" Type="http://schemas.openxmlformats.org/officeDocument/2006/relationships/customXml" Target="../ink/ink456.xml"/><Relationship Id="rId31" Type="http://schemas.openxmlformats.org/officeDocument/2006/relationships/image" Target="../media/image57.png"/><Relationship Id="rId44" Type="http://schemas.openxmlformats.org/officeDocument/2006/relationships/customXml" Target="../ink/ink473.xml"/><Relationship Id="rId52" Type="http://schemas.openxmlformats.org/officeDocument/2006/relationships/customXml" Target="../ink/ink477.xml"/><Relationship Id="rId60" Type="http://schemas.openxmlformats.org/officeDocument/2006/relationships/customXml" Target="../ink/ink481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490.xml"/><Relationship Id="rId81" Type="http://schemas.openxmlformats.org/officeDocument/2006/relationships/image" Target="../media/image111.png"/><Relationship Id="rId86" Type="http://schemas.openxmlformats.org/officeDocument/2006/relationships/customXml" Target="../ink/ink494.xml"/><Relationship Id="rId94" Type="http://schemas.openxmlformats.org/officeDocument/2006/relationships/customXml" Target="../ink/ink498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4" Type="http://schemas.openxmlformats.org/officeDocument/2006/relationships/customXml" Target="../ink/ink453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460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468.xml"/><Relationship Id="rId50" Type="http://schemas.openxmlformats.org/officeDocument/2006/relationships/customXml" Target="../ink/ink476.xml"/><Relationship Id="rId55" Type="http://schemas.openxmlformats.org/officeDocument/2006/relationships/image" Target="../media/image78.png"/><Relationship Id="rId76" Type="http://schemas.openxmlformats.org/officeDocument/2006/relationships/customXml" Target="../ink/ink489.xml"/><Relationship Id="rId97" Type="http://schemas.openxmlformats.org/officeDocument/2006/relationships/image" Target="../media/image129.png"/><Relationship Id="rId104" Type="http://schemas.openxmlformats.org/officeDocument/2006/relationships/customXml" Target="../ink/ink503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497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463.xml"/><Relationship Id="rId40" Type="http://schemas.openxmlformats.org/officeDocument/2006/relationships/customXml" Target="../ink/ink471.xml"/><Relationship Id="rId45" Type="http://schemas.openxmlformats.org/officeDocument/2006/relationships/image" Target="../media/image73.png"/><Relationship Id="rId66" Type="http://schemas.openxmlformats.org/officeDocument/2006/relationships/customXml" Target="../ink/ink484.xml"/><Relationship Id="rId87" Type="http://schemas.openxmlformats.org/officeDocument/2006/relationships/image" Target="../media/image116.png"/><Relationship Id="rId110" Type="http://schemas.openxmlformats.org/officeDocument/2006/relationships/customXml" Target="../ink/ink506.xml"/><Relationship Id="rId115" Type="http://schemas.openxmlformats.org/officeDocument/2006/relationships/image" Target="../media/image141.png"/><Relationship Id="rId61" Type="http://schemas.openxmlformats.org/officeDocument/2006/relationships/image" Target="../media/image88.png"/><Relationship Id="rId82" Type="http://schemas.openxmlformats.org/officeDocument/2006/relationships/customXml" Target="../ink/ink492.xml"/><Relationship Id="rId19" Type="http://schemas.openxmlformats.org/officeDocument/2006/relationships/image" Target="../media/image48.png"/><Relationship Id="rId14" Type="http://schemas.openxmlformats.org/officeDocument/2006/relationships/customXml" Target="../ink/ink458.xml"/><Relationship Id="rId30" Type="http://schemas.openxmlformats.org/officeDocument/2006/relationships/customXml" Target="../ink/ink466.xml"/><Relationship Id="rId35" Type="http://schemas.openxmlformats.org/officeDocument/2006/relationships/image" Target="../media/image59.png"/><Relationship Id="rId56" Type="http://schemas.openxmlformats.org/officeDocument/2006/relationships/customXml" Target="../ink/ink479.xml"/><Relationship Id="rId77" Type="http://schemas.openxmlformats.org/officeDocument/2006/relationships/image" Target="../media/image109.png"/><Relationship Id="rId100" Type="http://schemas.openxmlformats.org/officeDocument/2006/relationships/customXml" Target="../ink/ink501.xml"/><Relationship Id="rId105" Type="http://schemas.openxmlformats.org/officeDocument/2006/relationships/image" Target="../media/image133.png"/><Relationship Id="rId8" Type="http://schemas.openxmlformats.org/officeDocument/2006/relationships/customXml" Target="../ink/ink455.xml"/><Relationship Id="rId51" Type="http://schemas.openxmlformats.org/officeDocument/2006/relationships/image" Target="../media/image81.png"/><Relationship Id="rId72" Type="http://schemas.openxmlformats.org/officeDocument/2006/relationships/customXml" Target="../ink/ink487.xml"/><Relationship Id="rId93" Type="http://schemas.openxmlformats.org/officeDocument/2006/relationships/image" Target="../media/image122.png"/><Relationship Id="rId98" Type="http://schemas.openxmlformats.org/officeDocument/2006/relationships/customXml" Target="../ink/ink500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474.xml"/><Relationship Id="rId67" Type="http://schemas.openxmlformats.org/officeDocument/2006/relationships/image" Target="../media/image97.png"/><Relationship Id="rId20" Type="http://schemas.openxmlformats.org/officeDocument/2006/relationships/customXml" Target="../ink/ink461.xml"/><Relationship Id="rId41" Type="http://schemas.openxmlformats.org/officeDocument/2006/relationships/image" Target="../media/image67.png"/><Relationship Id="rId62" Type="http://schemas.openxmlformats.org/officeDocument/2006/relationships/customXml" Target="../ink/ink482.xml"/><Relationship Id="rId83" Type="http://schemas.openxmlformats.org/officeDocument/2006/relationships/image" Target="../media/image112.png"/><Relationship Id="rId88" Type="http://schemas.openxmlformats.org/officeDocument/2006/relationships/customXml" Target="../ink/ink495.xml"/><Relationship Id="rId111" Type="http://schemas.openxmlformats.org/officeDocument/2006/relationships/image" Target="../media/image139.png"/></Relationships>
</file>

<file path=ppt/slides/_rels/slide6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0.xml"/><Relationship Id="rId117" Type="http://schemas.openxmlformats.org/officeDocument/2006/relationships/image" Target="../media/image144.png"/><Relationship Id="rId21" Type="http://schemas.openxmlformats.org/officeDocument/2006/relationships/image" Target="../media/image49.png"/><Relationship Id="rId42" Type="http://schemas.openxmlformats.org/officeDocument/2006/relationships/customXml" Target="../ink/ink52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541.xml"/><Relationship Id="rId84" Type="http://schemas.openxmlformats.org/officeDocument/2006/relationships/customXml" Target="../ink/ink549.xml"/><Relationship Id="rId89" Type="http://schemas.openxmlformats.org/officeDocument/2006/relationships/image" Target="../media/image117.png"/><Relationship Id="rId112" Type="http://schemas.openxmlformats.org/officeDocument/2006/relationships/customXml" Target="../ink/ink563.xml"/><Relationship Id="rId16" Type="http://schemas.openxmlformats.org/officeDocument/2006/relationships/customXml" Target="../ink/ink515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52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536.xml"/><Relationship Id="rId74" Type="http://schemas.openxmlformats.org/officeDocument/2006/relationships/customXml" Target="../ink/ink544.xml"/><Relationship Id="rId79" Type="http://schemas.openxmlformats.org/officeDocument/2006/relationships/image" Target="../media/image110.png"/><Relationship Id="rId102" Type="http://schemas.openxmlformats.org/officeDocument/2006/relationships/customXml" Target="../ink/ink558.xml"/><Relationship Id="rId5" Type="http://schemas.openxmlformats.org/officeDocument/2006/relationships/image" Target="../media/image37.png"/><Relationship Id="rId90" Type="http://schemas.openxmlformats.org/officeDocument/2006/relationships/customXml" Target="../ink/ink552.xml"/><Relationship Id="rId95" Type="http://schemas.openxmlformats.org/officeDocument/2006/relationships/image" Target="../media/image123.png"/><Relationship Id="rId22" Type="http://schemas.openxmlformats.org/officeDocument/2006/relationships/customXml" Target="../ink/ink518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531.xml"/><Relationship Id="rId64" Type="http://schemas.openxmlformats.org/officeDocument/2006/relationships/customXml" Target="../ink/ink539.xml"/><Relationship Id="rId69" Type="http://schemas.openxmlformats.org/officeDocument/2006/relationships/image" Target="../media/image98.png"/><Relationship Id="rId113" Type="http://schemas.openxmlformats.org/officeDocument/2006/relationships/image" Target="../media/image142.png"/><Relationship Id="rId118" Type="http://schemas.openxmlformats.org/officeDocument/2006/relationships/customXml" Target="../ink/ink566.xml"/><Relationship Id="rId80" Type="http://schemas.openxmlformats.org/officeDocument/2006/relationships/customXml" Target="../ink/ink547.xml"/><Relationship Id="rId85" Type="http://schemas.openxmlformats.org/officeDocument/2006/relationships/image" Target="../media/image113.png"/><Relationship Id="rId12" Type="http://schemas.openxmlformats.org/officeDocument/2006/relationships/customXml" Target="../ink/ink513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526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561.xml"/><Relationship Id="rId54" Type="http://schemas.openxmlformats.org/officeDocument/2006/relationships/customXml" Target="../ink/ink534.xml"/><Relationship Id="rId70" Type="http://schemas.openxmlformats.org/officeDocument/2006/relationships/customXml" Target="../ink/ink542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5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0.xml"/><Relationship Id="rId23" Type="http://schemas.openxmlformats.org/officeDocument/2006/relationships/image" Target="../media/image53.png"/><Relationship Id="rId28" Type="http://schemas.openxmlformats.org/officeDocument/2006/relationships/customXml" Target="../ink/ink521.xml"/><Relationship Id="rId49" Type="http://schemas.openxmlformats.org/officeDocument/2006/relationships/image" Target="../media/image80.png"/><Relationship Id="rId114" Type="http://schemas.openxmlformats.org/officeDocument/2006/relationships/customXml" Target="../ink/ink564.xml"/><Relationship Id="rId119" Type="http://schemas.openxmlformats.org/officeDocument/2006/relationships/image" Target="../media/image145.png"/><Relationship Id="rId44" Type="http://schemas.openxmlformats.org/officeDocument/2006/relationships/customXml" Target="../ink/ink529.xml"/><Relationship Id="rId60" Type="http://schemas.openxmlformats.org/officeDocument/2006/relationships/customXml" Target="../ink/ink537.xml"/><Relationship Id="rId65" Type="http://schemas.openxmlformats.org/officeDocument/2006/relationships/image" Target="../media/image96.png"/><Relationship Id="rId81" Type="http://schemas.openxmlformats.org/officeDocument/2006/relationships/image" Target="../media/image111.png"/><Relationship Id="rId86" Type="http://schemas.openxmlformats.org/officeDocument/2006/relationships/customXml" Target="../ink/ink550.xml"/><Relationship Id="rId4" Type="http://schemas.openxmlformats.org/officeDocument/2006/relationships/customXml" Target="../ink/ink50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516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524.xml"/><Relationship Id="rId50" Type="http://schemas.openxmlformats.org/officeDocument/2006/relationships/customXml" Target="../ink/ink532.xml"/><Relationship Id="rId55" Type="http://schemas.openxmlformats.org/officeDocument/2006/relationships/image" Target="../media/image78.png"/><Relationship Id="rId76" Type="http://schemas.openxmlformats.org/officeDocument/2006/relationships/customXml" Target="../ink/ink545.xml"/><Relationship Id="rId97" Type="http://schemas.openxmlformats.org/officeDocument/2006/relationships/image" Target="../media/image129.png"/><Relationship Id="rId104" Type="http://schemas.openxmlformats.org/officeDocument/2006/relationships/customXml" Target="../ink/ink559.xml"/><Relationship Id="rId120" Type="http://schemas.openxmlformats.org/officeDocument/2006/relationships/customXml" Target="../ink/ink567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553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519.xml"/><Relationship Id="rId40" Type="http://schemas.openxmlformats.org/officeDocument/2006/relationships/customXml" Target="../ink/ink527.xml"/><Relationship Id="rId45" Type="http://schemas.openxmlformats.org/officeDocument/2006/relationships/image" Target="../media/image73.png"/><Relationship Id="rId66" Type="http://schemas.openxmlformats.org/officeDocument/2006/relationships/customXml" Target="../ink/ink540.xml"/><Relationship Id="rId87" Type="http://schemas.openxmlformats.org/officeDocument/2006/relationships/image" Target="../media/image116.png"/><Relationship Id="rId110" Type="http://schemas.openxmlformats.org/officeDocument/2006/relationships/customXml" Target="../ink/ink562.xml"/><Relationship Id="rId115" Type="http://schemas.openxmlformats.org/officeDocument/2006/relationships/image" Target="../media/image143.png"/><Relationship Id="rId61" Type="http://schemas.openxmlformats.org/officeDocument/2006/relationships/image" Target="../media/image88.png"/><Relationship Id="rId82" Type="http://schemas.openxmlformats.org/officeDocument/2006/relationships/customXml" Target="../ink/ink548.xml"/><Relationship Id="rId19" Type="http://schemas.openxmlformats.org/officeDocument/2006/relationships/image" Target="../media/image48.png"/><Relationship Id="rId14" Type="http://schemas.openxmlformats.org/officeDocument/2006/relationships/customXml" Target="../ink/ink514.xml"/><Relationship Id="rId30" Type="http://schemas.openxmlformats.org/officeDocument/2006/relationships/customXml" Target="../ink/ink522.xml"/><Relationship Id="rId35" Type="http://schemas.openxmlformats.org/officeDocument/2006/relationships/image" Target="../media/image59.png"/><Relationship Id="rId56" Type="http://schemas.openxmlformats.org/officeDocument/2006/relationships/customXml" Target="../ink/ink535.xml"/><Relationship Id="rId77" Type="http://schemas.openxmlformats.org/officeDocument/2006/relationships/image" Target="../media/image109.png"/><Relationship Id="rId100" Type="http://schemas.openxmlformats.org/officeDocument/2006/relationships/customXml" Target="../ink/ink557.xml"/><Relationship Id="rId105" Type="http://schemas.openxmlformats.org/officeDocument/2006/relationships/image" Target="../media/image133.png"/><Relationship Id="rId8" Type="http://schemas.openxmlformats.org/officeDocument/2006/relationships/customXml" Target="../ink/ink511.xml"/><Relationship Id="rId51" Type="http://schemas.openxmlformats.org/officeDocument/2006/relationships/image" Target="../media/image81.png"/><Relationship Id="rId72" Type="http://schemas.openxmlformats.org/officeDocument/2006/relationships/customXml" Target="../ink/ink543.xml"/><Relationship Id="rId93" Type="http://schemas.openxmlformats.org/officeDocument/2006/relationships/image" Target="../media/image122.png"/><Relationship Id="rId98" Type="http://schemas.openxmlformats.org/officeDocument/2006/relationships/customXml" Target="../ink/ink556.xml"/><Relationship Id="rId121" Type="http://schemas.openxmlformats.org/officeDocument/2006/relationships/image" Target="../media/image146.png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530.xml"/><Relationship Id="rId67" Type="http://schemas.openxmlformats.org/officeDocument/2006/relationships/image" Target="../media/image97.png"/><Relationship Id="rId116" Type="http://schemas.openxmlformats.org/officeDocument/2006/relationships/customXml" Target="../ink/ink565.xml"/><Relationship Id="rId20" Type="http://schemas.openxmlformats.org/officeDocument/2006/relationships/customXml" Target="../ink/ink517.xml"/><Relationship Id="rId41" Type="http://schemas.openxmlformats.org/officeDocument/2006/relationships/image" Target="../media/image67.png"/><Relationship Id="rId62" Type="http://schemas.openxmlformats.org/officeDocument/2006/relationships/customXml" Target="../ink/ink538.xml"/><Relationship Id="rId83" Type="http://schemas.openxmlformats.org/officeDocument/2006/relationships/image" Target="../media/image112.png"/><Relationship Id="rId88" Type="http://schemas.openxmlformats.org/officeDocument/2006/relationships/customXml" Target="../ink/ink551.xml"/><Relationship Id="rId111" Type="http://schemas.openxmlformats.org/officeDocument/2006/relationships/image" Target="../media/image139.png"/><Relationship Id="rId15" Type="http://schemas.openxmlformats.org/officeDocument/2006/relationships/image" Target="../media/image42.png"/><Relationship Id="rId36" Type="http://schemas.openxmlformats.org/officeDocument/2006/relationships/customXml" Target="../ink/ink525.xml"/><Relationship Id="rId57" Type="http://schemas.openxmlformats.org/officeDocument/2006/relationships/image" Target="../media/image83.png"/><Relationship Id="rId106" Type="http://schemas.openxmlformats.org/officeDocument/2006/relationships/customXml" Target="../ink/ink560.xml"/><Relationship Id="rId10" Type="http://schemas.openxmlformats.org/officeDocument/2006/relationships/customXml" Target="../ink/ink512.xml"/><Relationship Id="rId31" Type="http://schemas.openxmlformats.org/officeDocument/2006/relationships/image" Target="../media/image57.png"/><Relationship Id="rId52" Type="http://schemas.openxmlformats.org/officeDocument/2006/relationships/customXml" Target="../ink/ink533.xml"/><Relationship Id="rId73" Type="http://schemas.openxmlformats.org/officeDocument/2006/relationships/image" Target="../media/image100.png"/><Relationship Id="rId78" Type="http://schemas.openxmlformats.org/officeDocument/2006/relationships/customXml" Target="../ink/ink546.xml"/><Relationship Id="rId94" Type="http://schemas.openxmlformats.org/officeDocument/2006/relationships/customXml" Target="../ink/ink554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/Relationships>
</file>

<file path=ppt/slides/_rels/slide6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9.xml"/><Relationship Id="rId117" Type="http://schemas.openxmlformats.org/officeDocument/2006/relationships/image" Target="../media/image147.png"/><Relationship Id="rId21" Type="http://schemas.openxmlformats.org/officeDocument/2006/relationships/image" Target="../media/image49.png"/><Relationship Id="rId42" Type="http://schemas.openxmlformats.org/officeDocument/2006/relationships/customXml" Target="../ink/ink58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600.xml"/><Relationship Id="rId84" Type="http://schemas.openxmlformats.org/officeDocument/2006/relationships/customXml" Target="../ink/ink608.xml"/><Relationship Id="rId89" Type="http://schemas.openxmlformats.org/officeDocument/2006/relationships/image" Target="../media/image117.png"/><Relationship Id="rId112" Type="http://schemas.openxmlformats.org/officeDocument/2006/relationships/customXml" Target="../ink/ink622.xml"/><Relationship Id="rId16" Type="http://schemas.openxmlformats.org/officeDocument/2006/relationships/customXml" Target="../ink/ink574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58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595.xml"/><Relationship Id="rId74" Type="http://schemas.openxmlformats.org/officeDocument/2006/relationships/customXml" Target="../ink/ink603.xml"/><Relationship Id="rId79" Type="http://schemas.openxmlformats.org/officeDocument/2006/relationships/image" Target="../media/image110.png"/><Relationship Id="rId102" Type="http://schemas.openxmlformats.org/officeDocument/2006/relationships/customXml" Target="../ink/ink617.xml"/><Relationship Id="rId123" Type="http://schemas.openxmlformats.org/officeDocument/2006/relationships/image" Target="../media/image150.png"/><Relationship Id="rId5" Type="http://schemas.openxmlformats.org/officeDocument/2006/relationships/image" Target="../media/image37.png"/><Relationship Id="rId90" Type="http://schemas.openxmlformats.org/officeDocument/2006/relationships/customXml" Target="../ink/ink611.xml"/><Relationship Id="rId95" Type="http://schemas.openxmlformats.org/officeDocument/2006/relationships/image" Target="../media/image123.png"/><Relationship Id="rId22" Type="http://schemas.openxmlformats.org/officeDocument/2006/relationships/customXml" Target="../ink/ink577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590.xml"/><Relationship Id="rId64" Type="http://schemas.openxmlformats.org/officeDocument/2006/relationships/customXml" Target="../ink/ink598.xml"/><Relationship Id="rId69" Type="http://schemas.openxmlformats.org/officeDocument/2006/relationships/image" Target="../media/image98.png"/><Relationship Id="rId113" Type="http://schemas.openxmlformats.org/officeDocument/2006/relationships/image" Target="../media/image142.png"/><Relationship Id="rId118" Type="http://schemas.openxmlformats.org/officeDocument/2006/relationships/customXml" Target="../ink/ink625.xml"/><Relationship Id="rId80" Type="http://schemas.openxmlformats.org/officeDocument/2006/relationships/customXml" Target="../ink/ink606.xml"/><Relationship Id="rId85" Type="http://schemas.openxmlformats.org/officeDocument/2006/relationships/image" Target="../media/image113.png"/><Relationship Id="rId12" Type="http://schemas.openxmlformats.org/officeDocument/2006/relationships/customXml" Target="../ink/ink572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585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620.xml"/><Relationship Id="rId124" Type="http://schemas.openxmlformats.org/officeDocument/2006/relationships/customXml" Target="../ink/ink628.xml"/><Relationship Id="rId54" Type="http://schemas.openxmlformats.org/officeDocument/2006/relationships/customXml" Target="../ink/ink593.xml"/><Relationship Id="rId70" Type="http://schemas.openxmlformats.org/officeDocument/2006/relationships/customXml" Target="../ink/ink601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6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9.xml"/><Relationship Id="rId23" Type="http://schemas.openxmlformats.org/officeDocument/2006/relationships/image" Target="../media/image53.png"/><Relationship Id="rId28" Type="http://schemas.openxmlformats.org/officeDocument/2006/relationships/customXml" Target="../ink/ink580.xml"/><Relationship Id="rId49" Type="http://schemas.openxmlformats.org/officeDocument/2006/relationships/image" Target="../media/image80.png"/><Relationship Id="rId114" Type="http://schemas.openxmlformats.org/officeDocument/2006/relationships/customXml" Target="../ink/ink623.xml"/><Relationship Id="rId119" Type="http://schemas.openxmlformats.org/officeDocument/2006/relationships/image" Target="../media/image148.png"/><Relationship Id="rId44" Type="http://schemas.openxmlformats.org/officeDocument/2006/relationships/customXml" Target="../ink/ink588.xml"/><Relationship Id="rId60" Type="http://schemas.openxmlformats.org/officeDocument/2006/relationships/customXml" Target="../ink/ink596.xml"/><Relationship Id="rId65" Type="http://schemas.openxmlformats.org/officeDocument/2006/relationships/image" Target="../media/image96.png"/><Relationship Id="rId81" Type="http://schemas.openxmlformats.org/officeDocument/2006/relationships/image" Target="../media/image111.png"/><Relationship Id="rId86" Type="http://schemas.openxmlformats.org/officeDocument/2006/relationships/customXml" Target="../ink/ink609.xml"/><Relationship Id="rId13" Type="http://schemas.openxmlformats.org/officeDocument/2006/relationships/image" Target="../media/image41.png"/><Relationship Id="rId18" Type="http://schemas.openxmlformats.org/officeDocument/2006/relationships/customXml" Target="../ink/ink575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583.xml"/><Relationship Id="rId50" Type="http://schemas.openxmlformats.org/officeDocument/2006/relationships/customXml" Target="../ink/ink591.xml"/><Relationship Id="rId55" Type="http://schemas.openxmlformats.org/officeDocument/2006/relationships/image" Target="../media/image78.png"/><Relationship Id="rId76" Type="http://schemas.openxmlformats.org/officeDocument/2006/relationships/customXml" Target="../ink/ink604.xml"/><Relationship Id="rId97" Type="http://schemas.openxmlformats.org/officeDocument/2006/relationships/image" Target="../media/image129.png"/><Relationship Id="rId104" Type="http://schemas.openxmlformats.org/officeDocument/2006/relationships/customXml" Target="../ink/ink618.xml"/><Relationship Id="rId120" Type="http://schemas.openxmlformats.org/officeDocument/2006/relationships/customXml" Target="../ink/ink626.xml"/><Relationship Id="rId125" Type="http://schemas.openxmlformats.org/officeDocument/2006/relationships/image" Target="../media/image151.png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612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578.xml"/><Relationship Id="rId40" Type="http://schemas.openxmlformats.org/officeDocument/2006/relationships/customXml" Target="../ink/ink586.xml"/><Relationship Id="rId45" Type="http://schemas.openxmlformats.org/officeDocument/2006/relationships/image" Target="../media/image73.png"/><Relationship Id="rId66" Type="http://schemas.openxmlformats.org/officeDocument/2006/relationships/customXml" Target="../ink/ink599.xml"/><Relationship Id="rId87" Type="http://schemas.openxmlformats.org/officeDocument/2006/relationships/image" Target="../media/image116.png"/><Relationship Id="rId110" Type="http://schemas.openxmlformats.org/officeDocument/2006/relationships/customXml" Target="../ink/ink621.xml"/><Relationship Id="rId115" Type="http://schemas.openxmlformats.org/officeDocument/2006/relationships/image" Target="../media/image143.png"/><Relationship Id="rId61" Type="http://schemas.openxmlformats.org/officeDocument/2006/relationships/image" Target="../media/image88.png"/><Relationship Id="rId82" Type="http://schemas.openxmlformats.org/officeDocument/2006/relationships/customXml" Target="../ink/ink607.xml"/><Relationship Id="rId19" Type="http://schemas.openxmlformats.org/officeDocument/2006/relationships/image" Target="../media/image48.png"/><Relationship Id="rId14" Type="http://schemas.openxmlformats.org/officeDocument/2006/relationships/customXml" Target="../ink/ink573.xml"/><Relationship Id="rId30" Type="http://schemas.openxmlformats.org/officeDocument/2006/relationships/customXml" Target="../ink/ink581.xml"/><Relationship Id="rId35" Type="http://schemas.openxmlformats.org/officeDocument/2006/relationships/image" Target="../media/image59.png"/><Relationship Id="rId56" Type="http://schemas.openxmlformats.org/officeDocument/2006/relationships/customXml" Target="../ink/ink594.xml"/><Relationship Id="rId77" Type="http://schemas.openxmlformats.org/officeDocument/2006/relationships/image" Target="../media/image109.png"/><Relationship Id="rId100" Type="http://schemas.openxmlformats.org/officeDocument/2006/relationships/customXml" Target="../ink/ink616.xml"/><Relationship Id="rId105" Type="http://schemas.openxmlformats.org/officeDocument/2006/relationships/image" Target="../media/image133.png"/><Relationship Id="rId126" Type="http://schemas.openxmlformats.org/officeDocument/2006/relationships/customXml" Target="../ink/ink629.xml"/><Relationship Id="rId8" Type="http://schemas.openxmlformats.org/officeDocument/2006/relationships/customXml" Target="../ink/ink570.xml"/><Relationship Id="rId51" Type="http://schemas.openxmlformats.org/officeDocument/2006/relationships/image" Target="../media/image81.png"/><Relationship Id="rId72" Type="http://schemas.openxmlformats.org/officeDocument/2006/relationships/customXml" Target="../ink/ink602.xml"/><Relationship Id="rId93" Type="http://schemas.openxmlformats.org/officeDocument/2006/relationships/image" Target="../media/image122.png"/><Relationship Id="rId98" Type="http://schemas.openxmlformats.org/officeDocument/2006/relationships/customXml" Target="../ink/ink615.xml"/><Relationship Id="rId121" Type="http://schemas.openxmlformats.org/officeDocument/2006/relationships/image" Target="../media/image149.png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589.xml"/><Relationship Id="rId67" Type="http://schemas.openxmlformats.org/officeDocument/2006/relationships/image" Target="../media/image97.png"/><Relationship Id="rId116" Type="http://schemas.openxmlformats.org/officeDocument/2006/relationships/customXml" Target="../ink/ink624.xml"/><Relationship Id="rId20" Type="http://schemas.openxmlformats.org/officeDocument/2006/relationships/customXml" Target="../ink/ink576.xml"/><Relationship Id="rId41" Type="http://schemas.openxmlformats.org/officeDocument/2006/relationships/image" Target="../media/image67.png"/><Relationship Id="rId62" Type="http://schemas.openxmlformats.org/officeDocument/2006/relationships/customXml" Target="../ink/ink597.xml"/><Relationship Id="rId83" Type="http://schemas.openxmlformats.org/officeDocument/2006/relationships/image" Target="../media/image112.png"/><Relationship Id="rId88" Type="http://schemas.openxmlformats.org/officeDocument/2006/relationships/customXml" Target="../ink/ink610.xml"/><Relationship Id="rId111" Type="http://schemas.openxmlformats.org/officeDocument/2006/relationships/image" Target="../media/image139.png"/><Relationship Id="rId15" Type="http://schemas.openxmlformats.org/officeDocument/2006/relationships/image" Target="../media/image42.png"/><Relationship Id="rId36" Type="http://schemas.openxmlformats.org/officeDocument/2006/relationships/customXml" Target="../ink/ink584.xml"/><Relationship Id="rId57" Type="http://schemas.openxmlformats.org/officeDocument/2006/relationships/image" Target="../media/image83.png"/><Relationship Id="rId106" Type="http://schemas.openxmlformats.org/officeDocument/2006/relationships/customXml" Target="../ink/ink619.xml"/><Relationship Id="rId127" Type="http://schemas.openxmlformats.org/officeDocument/2006/relationships/image" Target="../media/image152.png"/><Relationship Id="rId10" Type="http://schemas.openxmlformats.org/officeDocument/2006/relationships/customXml" Target="../ink/ink571.xml"/><Relationship Id="rId31" Type="http://schemas.openxmlformats.org/officeDocument/2006/relationships/image" Target="../media/image57.png"/><Relationship Id="rId52" Type="http://schemas.openxmlformats.org/officeDocument/2006/relationships/customXml" Target="../ink/ink592.xml"/><Relationship Id="rId73" Type="http://schemas.openxmlformats.org/officeDocument/2006/relationships/image" Target="../media/image100.png"/><Relationship Id="rId78" Type="http://schemas.openxmlformats.org/officeDocument/2006/relationships/customXml" Target="../ink/ink605.xml"/><Relationship Id="rId94" Type="http://schemas.openxmlformats.org/officeDocument/2006/relationships/customXml" Target="../ink/ink613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122" Type="http://schemas.openxmlformats.org/officeDocument/2006/relationships/customXml" Target="../ink/ink627.xml"/><Relationship Id="rId4" Type="http://schemas.openxmlformats.org/officeDocument/2006/relationships/customXml" Target="../ink/ink568.xml"/><Relationship Id="rId9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117" Type="http://schemas.openxmlformats.org/officeDocument/2006/relationships/customXml" Target="../ink/ink687.xml"/><Relationship Id="rId21" Type="http://schemas.openxmlformats.org/officeDocument/2006/relationships/customXml" Target="../ink/ink639.xml"/><Relationship Id="rId42" Type="http://schemas.openxmlformats.org/officeDocument/2006/relationships/image" Target="../media/image72.png"/><Relationship Id="rId47" Type="http://schemas.openxmlformats.org/officeDocument/2006/relationships/customXml" Target="../ink/ink652.xml"/><Relationship Id="rId63" Type="http://schemas.openxmlformats.org/officeDocument/2006/relationships/customXml" Target="../ink/ink660.xml"/><Relationship Id="rId68" Type="http://schemas.openxmlformats.org/officeDocument/2006/relationships/image" Target="../media/image98.png"/><Relationship Id="rId84" Type="http://schemas.openxmlformats.org/officeDocument/2006/relationships/image" Target="../media/image113.png"/><Relationship Id="rId89" Type="http://schemas.openxmlformats.org/officeDocument/2006/relationships/customXml" Target="../ink/ink673.xml"/><Relationship Id="rId112" Type="http://schemas.openxmlformats.org/officeDocument/2006/relationships/image" Target="../media/image142.png"/><Relationship Id="rId16" Type="http://schemas.openxmlformats.org/officeDocument/2006/relationships/image" Target="../media/image47.png"/><Relationship Id="rId107" Type="http://schemas.openxmlformats.org/officeDocument/2006/relationships/customXml" Target="../ink/ink682.xml"/><Relationship Id="rId11" Type="http://schemas.openxmlformats.org/officeDocument/2006/relationships/customXml" Target="../ink/ink634.xml"/><Relationship Id="rId32" Type="http://schemas.openxmlformats.org/officeDocument/2006/relationships/image" Target="../media/image58.png"/><Relationship Id="rId37" Type="http://schemas.openxmlformats.org/officeDocument/2006/relationships/customXml" Target="../ink/ink647.xml"/><Relationship Id="rId53" Type="http://schemas.openxmlformats.org/officeDocument/2006/relationships/customXml" Target="../ink/ink655.xml"/><Relationship Id="rId58" Type="http://schemas.openxmlformats.org/officeDocument/2006/relationships/image" Target="../media/image87.png"/><Relationship Id="rId74" Type="http://schemas.openxmlformats.org/officeDocument/2006/relationships/image" Target="../media/image101.png"/><Relationship Id="rId79" Type="http://schemas.openxmlformats.org/officeDocument/2006/relationships/customXml" Target="../ink/ink668.xml"/><Relationship Id="rId102" Type="http://schemas.openxmlformats.org/officeDocument/2006/relationships/image" Target="../media/image132.png"/><Relationship Id="rId123" Type="http://schemas.openxmlformats.org/officeDocument/2006/relationships/customXml" Target="../ink/ink690.xml"/><Relationship Id="rId5" Type="http://schemas.openxmlformats.org/officeDocument/2006/relationships/customXml" Target="../ink/ink631.xml"/><Relationship Id="rId90" Type="http://schemas.openxmlformats.org/officeDocument/2006/relationships/image" Target="../media/image121.png"/><Relationship Id="rId95" Type="http://schemas.openxmlformats.org/officeDocument/2006/relationships/customXml" Target="../ink/ink676.xml"/><Relationship Id="rId22" Type="http://schemas.openxmlformats.org/officeDocument/2006/relationships/image" Target="../media/image53.png"/><Relationship Id="rId27" Type="http://schemas.openxmlformats.org/officeDocument/2006/relationships/customXml" Target="../ink/ink642.xml"/><Relationship Id="rId43" Type="http://schemas.openxmlformats.org/officeDocument/2006/relationships/customXml" Target="../ink/ink650.xml"/><Relationship Id="rId48" Type="http://schemas.openxmlformats.org/officeDocument/2006/relationships/image" Target="../media/image80.png"/><Relationship Id="rId64" Type="http://schemas.openxmlformats.org/officeDocument/2006/relationships/image" Target="../media/image96.png"/><Relationship Id="rId69" Type="http://schemas.openxmlformats.org/officeDocument/2006/relationships/customXml" Target="../ink/ink663.xml"/><Relationship Id="rId113" Type="http://schemas.openxmlformats.org/officeDocument/2006/relationships/customXml" Target="../ink/ink685.xml"/><Relationship Id="rId118" Type="http://schemas.openxmlformats.org/officeDocument/2006/relationships/image" Target="../media/image148.png"/><Relationship Id="rId80" Type="http://schemas.openxmlformats.org/officeDocument/2006/relationships/image" Target="../media/image111.png"/><Relationship Id="rId85" Type="http://schemas.openxmlformats.org/officeDocument/2006/relationships/customXml" Target="../ink/ink671.xml"/><Relationship Id="rId12" Type="http://schemas.openxmlformats.org/officeDocument/2006/relationships/image" Target="../media/image41.png"/><Relationship Id="rId17" Type="http://schemas.openxmlformats.org/officeDocument/2006/relationships/customXml" Target="../ink/ink637.xml"/><Relationship Id="rId33" Type="http://schemas.openxmlformats.org/officeDocument/2006/relationships/customXml" Target="../ink/ink645.xml"/><Relationship Id="rId38" Type="http://schemas.openxmlformats.org/officeDocument/2006/relationships/image" Target="../media/image71.png"/><Relationship Id="rId59" Type="http://schemas.openxmlformats.org/officeDocument/2006/relationships/customXml" Target="../ink/ink658.xml"/><Relationship Id="rId103" Type="http://schemas.openxmlformats.org/officeDocument/2006/relationships/customXml" Target="../ink/ink680.xml"/><Relationship Id="rId108" Type="http://schemas.openxmlformats.org/officeDocument/2006/relationships/image" Target="../media/image138.png"/><Relationship Id="rId124" Type="http://schemas.openxmlformats.org/officeDocument/2006/relationships/image" Target="../media/image154.png"/><Relationship Id="rId54" Type="http://schemas.openxmlformats.org/officeDocument/2006/relationships/image" Target="../media/image78.png"/><Relationship Id="rId70" Type="http://schemas.openxmlformats.org/officeDocument/2006/relationships/image" Target="../media/image99.png"/><Relationship Id="rId75" Type="http://schemas.openxmlformats.org/officeDocument/2006/relationships/customXml" Target="../ink/ink666.xml"/><Relationship Id="rId91" Type="http://schemas.openxmlformats.org/officeDocument/2006/relationships/customXml" Target="../ink/ink674.xml"/><Relationship Id="rId9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23" Type="http://schemas.openxmlformats.org/officeDocument/2006/relationships/customXml" Target="../ink/ink640.xml"/><Relationship Id="rId28" Type="http://schemas.openxmlformats.org/officeDocument/2006/relationships/image" Target="../media/image56.png"/><Relationship Id="rId49" Type="http://schemas.openxmlformats.org/officeDocument/2006/relationships/customXml" Target="../ink/ink653.xml"/><Relationship Id="rId114" Type="http://schemas.openxmlformats.org/officeDocument/2006/relationships/image" Target="../media/image143.png"/><Relationship Id="rId119" Type="http://schemas.openxmlformats.org/officeDocument/2006/relationships/customXml" Target="../ink/ink688.xml"/><Relationship Id="rId44" Type="http://schemas.openxmlformats.org/officeDocument/2006/relationships/image" Target="../media/image73.png"/><Relationship Id="rId60" Type="http://schemas.openxmlformats.org/officeDocument/2006/relationships/image" Target="../media/image88.png"/><Relationship Id="rId65" Type="http://schemas.openxmlformats.org/officeDocument/2006/relationships/customXml" Target="../ink/ink661.xml"/><Relationship Id="rId81" Type="http://schemas.openxmlformats.org/officeDocument/2006/relationships/customXml" Target="../ink/ink669.xml"/><Relationship Id="rId86" Type="http://schemas.openxmlformats.org/officeDocument/2006/relationships/image" Target="../media/image116.png"/><Relationship Id="rId13" Type="http://schemas.openxmlformats.org/officeDocument/2006/relationships/customXml" Target="../ink/ink635.xml"/><Relationship Id="rId18" Type="http://schemas.openxmlformats.org/officeDocument/2006/relationships/image" Target="../media/image48.png"/><Relationship Id="rId39" Type="http://schemas.openxmlformats.org/officeDocument/2006/relationships/customXml" Target="../ink/ink648.xml"/><Relationship Id="rId109" Type="http://schemas.openxmlformats.org/officeDocument/2006/relationships/customXml" Target="../ink/ink683.xml"/><Relationship Id="rId34" Type="http://schemas.openxmlformats.org/officeDocument/2006/relationships/image" Target="../media/image59.png"/><Relationship Id="rId50" Type="http://schemas.openxmlformats.org/officeDocument/2006/relationships/image" Target="../media/image81.png"/><Relationship Id="rId55" Type="http://schemas.openxmlformats.org/officeDocument/2006/relationships/customXml" Target="../ink/ink656.xml"/><Relationship Id="rId76" Type="http://schemas.openxmlformats.org/officeDocument/2006/relationships/image" Target="../media/image109.png"/><Relationship Id="rId97" Type="http://schemas.openxmlformats.org/officeDocument/2006/relationships/customXml" Target="../ink/ink677.xml"/><Relationship Id="rId104" Type="http://schemas.openxmlformats.org/officeDocument/2006/relationships/image" Target="../media/image133.png"/><Relationship Id="rId120" Type="http://schemas.openxmlformats.org/officeDocument/2006/relationships/image" Target="../media/image149.png"/><Relationship Id="rId125" Type="http://schemas.openxmlformats.org/officeDocument/2006/relationships/customXml" Target="../ink/ink691.xml"/><Relationship Id="rId7" Type="http://schemas.openxmlformats.org/officeDocument/2006/relationships/customXml" Target="../ink/ink632.xml"/><Relationship Id="rId71" Type="http://schemas.openxmlformats.org/officeDocument/2006/relationships/customXml" Target="../ink/ink664.xml"/><Relationship Id="rId92" Type="http://schemas.openxmlformats.org/officeDocument/2006/relationships/image" Target="../media/image122.png"/><Relationship Id="rId2" Type="http://schemas.openxmlformats.org/officeDocument/2006/relationships/image" Target="../media/image8.png"/><Relationship Id="rId29" Type="http://schemas.openxmlformats.org/officeDocument/2006/relationships/customXml" Target="../ink/ink643.xml"/><Relationship Id="rId24" Type="http://schemas.openxmlformats.org/officeDocument/2006/relationships/image" Target="../media/image54.png"/><Relationship Id="rId40" Type="http://schemas.openxmlformats.org/officeDocument/2006/relationships/image" Target="../media/image67.png"/><Relationship Id="rId45" Type="http://schemas.openxmlformats.org/officeDocument/2006/relationships/customXml" Target="../ink/ink651.xml"/><Relationship Id="rId66" Type="http://schemas.openxmlformats.org/officeDocument/2006/relationships/image" Target="../media/image97.png"/><Relationship Id="rId87" Type="http://schemas.openxmlformats.org/officeDocument/2006/relationships/customXml" Target="../ink/ink672.xml"/><Relationship Id="rId110" Type="http://schemas.openxmlformats.org/officeDocument/2006/relationships/image" Target="../media/image139.png"/><Relationship Id="rId115" Type="http://schemas.openxmlformats.org/officeDocument/2006/relationships/customXml" Target="../ink/ink686.xml"/><Relationship Id="rId61" Type="http://schemas.openxmlformats.org/officeDocument/2006/relationships/customXml" Target="../ink/ink659.xml"/><Relationship Id="rId82" Type="http://schemas.openxmlformats.org/officeDocument/2006/relationships/image" Target="../media/image112.png"/><Relationship Id="rId19" Type="http://schemas.openxmlformats.org/officeDocument/2006/relationships/customXml" Target="../ink/ink638.xml"/><Relationship Id="rId14" Type="http://schemas.openxmlformats.org/officeDocument/2006/relationships/image" Target="../media/image42.png"/><Relationship Id="rId30" Type="http://schemas.openxmlformats.org/officeDocument/2006/relationships/image" Target="../media/image57.png"/><Relationship Id="rId35" Type="http://schemas.openxmlformats.org/officeDocument/2006/relationships/customXml" Target="../ink/ink646.xml"/><Relationship Id="rId56" Type="http://schemas.openxmlformats.org/officeDocument/2006/relationships/image" Target="../media/image83.png"/><Relationship Id="rId77" Type="http://schemas.openxmlformats.org/officeDocument/2006/relationships/customXml" Target="../ink/ink667.xml"/><Relationship Id="rId100" Type="http://schemas.openxmlformats.org/officeDocument/2006/relationships/image" Target="../media/image131.png"/><Relationship Id="rId105" Type="http://schemas.openxmlformats.org/officeDocument/2006/relationships/customXml" Target="../ink/ink681.xml"/><Relationship Id="rId126" Type="http://schemas.openxmlformats.org/officeDocument/2006/relationships/image" Target="../media/image155.png"/><Relationship Id="rId8" Type="http://schemas.openxmlformats.org/officeDocument/2006/relationships/image" Target="../media/image39.png"/><Relationship Id="rId51" Type="http://schemas.openxmlformats.org/officeDocument/2006/relationships/customXml" Target="../ink/ink654.xml"/><Relationship Id="rId72" Type="http://schemas.openxmlformats.org/officeDocument/2006/relationships/image" Target="../media/image100.png"/><Relationship Id="rId93" Type="http://schemas.openxmlformats.org/officeDocument/2006/relationships/customXml" Target="../ink/ink675.xml"/><Relationship Id="rId98" Type="http://schemas.openxmlformats.org/officeDocument/2006/relationships/image" Target="../media/image130.png"/><Relationship Id="rId121" Type="http://schemas.openxmlformats.org/officeDocument/2006/relationships/customXml" Target="../ink/ink689.xml"/><Relationship Id="rId3" Type="http://schemas.openxmlformats.org/officeDocument/2006/relationships/customXml" Target="../ink/ink630.xml"/><Relationship Id="rId25" Type="http://schemas.openxmlformats.org/officeDocument/2006/relationships/customXml" Target="../ink/ink641.xml"/><Relationship Id="rId46" Type="http://schemas.openxmlformats.org/officeDocument/2006/relationships/image" Target="../media/image74.png"/><Relationship Id="rId67" Type="http://schemas.openxmlformats.org/officeDocument/2006/relationships/customXml" Target="../ink/ink662.xml"/><Relationship Id="rId116" Type="http://schemas.openxmlformats.org/officeDocument/2006/relationships/image" Target="../media/image147.png"/><Relationship Id="rId20" Type="http://schemas.openxmlformats.org/officeDocument/2006/relationships/image" Target="../media/image49.png"/><Relationship Id="rId41" Type="http://schemas.openxmlformats.org/officeDocument/2006/relationships/customXml" Target="../ink/ink649.xml"/><Relationship Id="rId62" Type="http://schemas.openxmlformats.org/officeDocument/2006/relationships/image" Target="../media/image89.png"/><Relationship Id="rId83" Type="http://schemas.openxmlformats.org/officeDocument/2006/relationships/customXml" Target="../ink/ink670.xml"/><Relationship Id="rId88" Type="http://schemas.openxmlformats.org/officeDocument/2006/relationships/image" Target="../media/image117.png"/><Relationship Id="rId111" Type="http://schemas.openxmlformats.org/officeDocument/2006/relationships/customXml" Target="../ink/ink684.xml"/><Relationship Id="rId15" Type="http://schemas.openxmlformats.org/officeDocument/2006/relationships/customXml" Target="../ink/ink636.xml"/><Relationship Id="rId36" Type="http://schemas.openxmlformats.org/officeDocument/2006/relationships/image" Target="../media/image60.png"/><Relationship Id="rId57" Type="http://schemas.openxmlformats.org/officeDocument/2006/relationships/customXml" Target="../ink/ink657.xml"/><Relationship Id="rId106" Type="http://schemas.openxmlformats.org/officeDocument/2006/relationships/image" Target="../media/image137.png"/><Relationship Id="rId10" Type="http://schemas.openxmlformats.org/officeDocument/2006/relationships/image" Target="../media/image43.png"/><Relationship Id="rId31" Type="http://schemas.openxmlformats.org/officeDocument/2006/relationships/customXml" Target="../ink/ink644.xml"/><Relationship Id="rId52" Type="http://schemas.openxmlformats.org/officeDocument/2006/relationships/image" Target="../media/image82.png"/><Relationship Id="rId73" Type="http://schemas.openxmlformats.org/officeDocument/2006/relationships/customXml" Target="../ink/ink665.xml"/><Relationship Id="rId78" Type="http://schemas.openxmlformats.org/officeDocument/2006/relationships/image" Target="../media/image110.png"/><Relationship Id="rId94" Type="http://schemas.openxmlformats.org/officeDocument/2006/relationships/image" Target="../media/image123.png"/><Relationship Id="rId99" Type="http://schemas.openxmlformats.org/officeDocument/2006/relationships/customXml" Target="../ink/ink678.xml"/><Relationship Id="rId101" Type="http://schemas.openxmlformats.org/officeDocument/2006/relationships/customXml" Target="../ink/ink679.xml"/><Relationship Id="rId122" Type="http://schemas.openxmlformats.org/officeDocument/2006/relationships/image" Target="../media/image153.png"/><Relationship Id="rId4" Type="http://schemas.openxmlformats.org/officeDocument/2006/relationships/image" Target="../media/image37.png"/><Relationship Id="rId9" Type="http://schemas.openxmlformats.org/officeDocument/2006/relationships/customXml" Target="../ink/ink63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8E2D1-F515-F457-2C09-5043AF45C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Dynamic Programming</a:t>
            </a: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1F83B865-38AB-DCA3-A20E-0BC32C98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5" r="47614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D78A-7A12-D972-6256-F3E6A0E2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D3C2BF-9336-4966-B075-ED38CBBBC224}"/>
                  </a:ext>
                </a:extLst>
              </p:cNvPr>
              <p:cNvSpPr txBox="1"/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1, 1, 2, 3, 5, 8, 13, 21 , 34…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D3C2BF-9336-4966-B075-ED38CBBBC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54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3099-4347-46EA-05CC-0B50442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63AF-7CBB-6FC5-C332-2CE0F930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B1F7E4-60D1-4F07-C7EF-EC150463FDA6}"/>
                  </a:ext>
                </a:extLst>
              </p:cNvPr>
              <p:cNvSpPr txBox="1"/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1, 1, 2, 3, 5, 8, 13, 21 , 34…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B1F7E4-60D1-4F07-C7EF-EC150463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E55EF-888E-75F9-BFD2-23A91B4EAFD3}"/>
                  </a:ext>
                </a:extLst>
              </p:cNvPr>
              <p:cNvSpPr txBox="1"/>
              <p:nvPr/>
            </p:nvSpPr>
            <p:spPr>
              <a:xfrm>
                <a:off x="914400" y="3436595"/>
                <a:ext cx="277063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E55EF-888E-75F9-BFD2-23A91B4EA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36595"/>
                <a:ext cx="277063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0C3D2-5DE6-00C5-6E8B-895E3F5161F2}"/>
                  </a:ext>
                </a:extLst>
              </p:cNvPr>
              <p:cNvSpPr txBox="1"/>
              <p:nvPr/>
            </p:nvSpPr>
            <p:spPr>
              <a:xfrm>
                <a:off x="914400" y="4052148"/>
                <a:ext cx="277063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0C3D2-5DE6-00C5-6E8B-895E3F51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052148"/>
                <a:ext cx="277063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4D49-675B-CBF1-D744-9A8E73D1C16A}"/>
                  </a:ext>
                </a:extLst>
              </p:cNvPr>
              <p:cNvSpPr txBox="1"/>
              <p:nvPr/>
            </p:nvSpPr>
            <p:spPr>
              <a:xfrm>
                <a:off x="838200" y="4975477"/>
                <a:ext cx="837767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4D49-675B-CBF1-D744-9A8E73D1C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75477"/>
                <a:ext cx="837767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7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A66E35-E3C5-6FF7-6009-42DEC545B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33095"/>
            <a:ext cx="10905066" cy="519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6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873BE4E-1022-C314-C388-21960D55E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F7D89B-9779-1A9A-BFF8-0350D5536B55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https://www.artofcse.com/learning/introduction-to-dynamic-programming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2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9B727-4787-F05F-140C-517C4406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0969DDB-6075-4D8A-84B3-F5BC76515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CBF00B2-88FA-9D35-466D-B6C1103AF27D}"/>
              </a:ext>
            </a:extLst>
          </p:cNvPr>
          <p:cNvSpPr/>
          <p:nvPr/>
        </p:nvSpPr>
        <p:spPr>
          <a:xfrm>
            <a:off x="8469086" y="1458686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AEABB6F-4179-1436-2B93-C6EE50AA7079}"/>
              </a:ext>
            </a:extLst>
          </p:cNvPr>
          <p:cNvSpPr/>
          <p:nvPr/>
        </p:nvSpPr>
        <p:spPr>
          <a:xfrm>
            <a:off x="2168435" y="2852057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4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290BF-7D66-2FAF-EA4A-0091CAC5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7685DB3-69E3-F518-A059-4BA62A35D7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44D684B-DD0F-27D5-CE2F-B5723DF2A2B8}"/>
              </a:ext>
            </a:extLst>
          </p:cNvPr>
          <p:cNvSpPr/>
          <p:nvPr/>
        </p:nvSpPr>
        <p:spPr>
          <a:xfrm>
            <a:off x="8469086" y="1458686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233901-8804-0AD9-01E2-815EE11A9DC9}"/>
              </a:ext>
            </a:extLst>
          </p:cNvPr>
          <p:cNvSpPr/>
          <p:nvPr/>
        </p:nvSpPr>
        <p:spPr>
          <a:xfrm>
            <a:off x="2168435" y="2852057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472F7E-0171-0863-56D5-BD26A64060D9}"/>
              </a:ext>
            </a:extLst>
          </p:cNvPr>
          <p:cNvSpPr/>
          <p:nvPr/>
        </p:nvSpPr>
        <p:spPr>
          <a:xfrm>
            <a:off x="1477152" y="4158344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ED50B6-34FD-14E9-510B-9C7D1177BA86}"/>
              </a:ext>
            </a:extLst>
          </p:cNvPr>
          <p:cNvSpPr/>
          <p:nvPr/>
        </p:nvSpPr>
        <p:spPr>
          <a:xfrm>
            <a:off x="4839400" y="2950028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F6328-380B-9217-4E5B-DAF732543036}"/>
              </a:ext>
            </a:extLst>
          </p:cNvPr>
          <p:cNvSpPr/>
          <p:nvPr/>
        </p:nvSpPr>
        <p:spPr>
          <a:xfrm>
            <a:off x="7409866" y="2928258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7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E5E66-1128-95F4-5192-AB0B749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D.R.Y. – Don’t Repeat Yourself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4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F62C5-AFFD-546E-F4F4-57C97F16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A9F6-19E9-2217-6FA1-AEF4CEC1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solution we need!</a:t>
            </a:r>
          </a:p>
        </p:txBody>
      </p:sp>
    </p:spTree>
    <p:extLst>
      <p:ext uri="{BB962C8B-B14F-4D97-AF65-F5344CB8AC3E}">
        <p14:creationId xmlns:p14="http://schemas.microsoft.com/office/powerpoint/2010/main" val="240147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CBE20-3F21-E68B-BFA3-7DECBE0FB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BBCA49-B929-0326-E8B8-B3D12CB882AA}"/>
              </a:ext>
            </a:extLst>
          </p:cNvPr>
          <p:cNvSpPr/>
          <p:nvPr/>
        </p:nvSpPr>
        <p:spPr>
          <a:xfrm>
            <a:off x="1284514" y="1034143"/>
            <a:ext cx="9840686" cy="536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7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6D6D-5FBB-8D96-A574-FC67F7E2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B0FA8-6776-E577-C118-0430D91FA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F74F9F-B7CF-C3D9-4434-D69922A41FCB}"/>
              </a:ext>
            </a:extLst>
          </p:cNvPr>
          <p:cNvSpPr/>
          <p:nvPr/>
        </p:nvSpPr>
        <p:spPr>
          <a:xfrm>
            <a:off x="1317171" y="2427514"/>
            <a:ext cx="9840686" cy="39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7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E8B5-4FEC-65EF-9A37-6D06F759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A05F3-B85C-9C3B-F4B7-3FC86786F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19F776-D2E5-FCD9-BC15-0BB0E4F6A0B0}"/>
              </a:ext>
            </a:extLst>
          </p:cNvPr>
          <p:cNvSpPr/>
          <p:nvPr/>
        </p:nvSpPr>
        <p:spPr>
          <a:xfrm>
            <a:off x="1317171" y="4180114"/>
            <a:ext cx="9840686" cy="2220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8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3B88-0D9A-A62C-D31B-59791276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78DD6-9899-9A13-A291-004915FF0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A7D16E-C7F0-A00A-69C0-A57C4A5C5ED5}"/>
              </a:ext>
            </a:extLst>
          </p:cNvPr>
          <p:cNvSpPr/>
          <p:nvPr/>
        </p:nvSpPr>
        <p:spPr>
          <a:xfrm>
            <a:off x="1317171" y="5018314"/>
            <a:ext cx="9840686" cy="1382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97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52E3-A138-3B31-782D-5631F9FB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61A93-A63F-7840-44BC-C446184D3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</p:spTree>
    <p:extLst>
      <p:ext uri="{BB962C8B-B14F-4D97-AF65-F5344CB8AC3E}">
        <p14:creationId xmlns:p14="http://schemas.microsoft.com/office/powerpoint/2010/main" val="353717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FBA8D-BB9F-0747-9EF9-6BD14AB8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Optimization problems</a:t>
            </a:r>
          </a:p>
        </p:txBody>
      </p:sp>
    </p:spTree>
    <p:extLst>
      <p:ext uri="{BB962C8B-B14F-4D97-AF65-F5344CB8AC3E}">
        <p14:creationId xmlns:p14="http://schemas.microsoft.com/office/powerpoint/2010/main" val="254459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948E4-0A60-25C9-2AA2-9A94B98A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Coin Change problem</a:t>
            </a:r>
          </a:p>
        </p:txBody>
      </p:sp>
      <p:pic>
        <p:nvPicPr>
          <p:cNvPr id="6" name="Graphic 5" descr="Coins">
            <a:extLst>
              <a:ext uri="{FF2B5EF4-FFF2-40B4-BE49-F238E27FC236}">
                <a16:creationId xmlns:a16="http://schemas.microsoft.com/office/drawing/2014/main" id="{6BD86AEA-26B5-158B-E966-6CEE135DD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Coins">
            <a:extLst>
              <a:ext uri="{FF2B5EF4-FFF2-40B4-BE49-F238E27FC236}">
                <a16:creationId xmlns:a16="http://schemas.microsoft.com/office/drawing/2014/main" id="{51C782E5-D17B-4840-869B-5AB1A54E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86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67786-17B7-8D27-C5CE-3B25EA55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8202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CB8B0-DFC3-4B9B-1476-5C7608FB93A4}"/>
                  </a:ext>
                </a:extLst>
              </p:cNvPr>
              <p:cNvSpPr txBox="1"/>
              <p:nvPr/>
            </p:nvSpPr>
            <p:spPr>
              <a:xfrm>
                <a:off x="816428" y="838200"/>
                <a:ext cx="32170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𝑐𝑜𝑖𝑛𝑠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=[1, 2, 5]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CB8B0-DFC3-4B9B-1476-5C7608FB9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28" y="838200"/>
                <a:ext cx="3217099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CF3032-4081-4A11-B275-840314803904}"/>
                  </a:ext>
                </a:extLst>
              </p:cNvPr>
              <p:cNvSpPr txBox="1"/>
              <p:nvPr/>
            </p:nvSpPr>
            <p:spPr>
              <a:xfrm>
                <a:off x="816427" y="1567543"/>
                <a:ext cx="428175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𝑎𝑚𝑜𝑢𝑛𝑡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CF3032-4081-4A11-B275-84031480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27" y="1567543"/>
                <a:ext cx="428175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245000-63F0-B8CF-CDE5-B708A2D1855B}"/>
              </a:ext>
            </a:extLst>
          </p:cNvPr>
          <p:cNvSpPr txBox="1"/>
          <p:nvPr/>
        </p:nvSpPr>
        <p:spPr>
          <a:xfrm>
            <a:off x="685800" y="191869"/>
            <a:ext cx="5079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https://www.youtube.com/watch?v=jgiZlGzXMBw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91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90509-47C2-9F6D-3D3B-63DB66B2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Two approaches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72A1B6-479F-05C0-2F1B-6F0B78586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151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899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children coloring on a large white paper&#10;&#10;AI-generated content may be incorrect.">
            <a:extLst>
              <a:ext uri="{FF2B5EF4-FFF2-40B4-BE49-F238E27FC236}">
                <a16:creationId xmlns:a16="http://schemas.microsoft.com/office/drawing/2014/main" id="{17C36405-07CD-B97B-C878-E91F0ED8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9FBD9-ADD4-F0D7-F7C3-0D5CDF62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2154885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826B7-5B7F-F2C1-16F7-53B040506C50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https://www.youtube.com/watch?v=KnWorqyDSLA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number and equation on a dark background&#10;&#10;AI-generated content may be incorrect.">
            <a:extLst>
              <a:ext uri="{FF2B5EF4-FFF2-40B4-BE49-F238E27FC236}">
                <a16:creationId xmlns:a16="http://schemas.microsoft.com/office/drawing/2014/main" id="{9480E256-7359-151E-C9CD-7711F17BD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" y="1381620"/>
            <a:ext cx="1093622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93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F31B-DF53-1341-975D-11A7B1DF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443E65-D43F-FF8F-8A3A-22C2064A3B09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90388-2EAA-72E6-F464-E2DC37474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57" y="983789"/>
            <a:ext cx="10297885" cy="55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3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5DB9-346F-CB80-AA93-4CB59321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77FBD-D741-EEFF-8609-F3B9D6B001C7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A3EF5-F429-C628-6C89-A06C2F1E1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57" y="1088693"/>
            <a:ext cx="10297885" cy="531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84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0CDF-0A45-C537-5BE6-DAE638D6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BA59CB-A3B4-B407-9B24-D0CA1B102623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3C952-804A-525D-64CE-90109F0A0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629" y="1088693"/>
            <a:ext cx="10225370" cy="54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DDAA-00BE-00B4-226D-8202D2CB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5E31D1-788F-9665-25B9-3F12E2FB8502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EB6418-5F70-D190-D3C1-8B5628E3C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692" y="1088693"/>
            <a:ext cx="10137243" cy="54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99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E4D9-59A0-CD3B-165E-B2FEE3C8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ED23E1-3514-8744-6C0B-C97619C3C68E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29A06-F49C-4184-CD0F-F21629E62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345B35-DC6E-6493-7FBA-0125058832DD}"/>
              </a:ext>
            </a:extLst>
          </p:cNvPr>
          <p:cNvSpPr/>
          <p:nvPr/>
        </p:nvSpPr>
        <p:spPr>
          <a:xfrm>
            <a:off x="187548" y="3193324"/>
            <a:ext cx="12275820" cy="39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32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15F8-1205-A6E0-8749-EF2D511D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5C320E-A27C-3A2B-D4D2-3BFD5CFD8F32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581E1-4ED5-1465-7771-A161FB3F4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EB0E8A-9D31-1518-DB88-473CD5523027}"/>
              </a:ext>
            </a:extLst>
          </p:cNvPr>
          <p:cNvSpPr/>
          <p:nvPr/>
        </p:nvSpPr>
        <p:spPr>
          <a:xfrm>
            <a:off x="187548" y="4297680"/>
            <a:ext cx="12275820" cy="284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1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CBFC-434C-1308-060F-F5161508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E14D45-F78A-425C-E4A7-E64D0ADBFFF4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93087-BDFA-BF04-C70E-3EF1400CA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2A9D52-CFFA-EEEC-3676-8AAD6ECC5013}"/>
              </a:ext>
            </a:extLst>
          </p:cNvPr>
          <p:cNvSpPr/>
          <p:nvPr/>
        </p:nvSpPr>
        <p:spPr>
          <a:xfrm>
            <a:off x="187548" y="5223510"/>
            <a:ext cx="12275820" cy="192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85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0F9E-EC33-160B-74B0-7DFFDE9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3C72E8-72DB-CF67-AFEB-7F021081EF53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CE42E-5933-921A-5BC4-609038F5A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85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34164-6788-69C3-8751-59222137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Knapsack 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90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8EC132-1155-413C-1A64-B84CFC8B7144}"/>
              </a:ext>
            </a:extLst>
          </p:cNvPr>
          <p:cNvSpPr txBox="1"/>
          <p:nvPr/>
        </p:nvSpPr>
        <p:spPr>
          <a:xfrm>
            <a:off x="891540" y="491490"/>
            <a:ext cx="5204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https://www.youtube.com/watch?v=qxWu-SeAqe4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group of bags with numbers&#10;&#10;AI-generated content may be incorrect.">
            <a:extLst>
              <a:ext uri="{FF2B5EF4-FFF2-40B4-BE49-F238E27FC236}">
                <a16:creationId xmlns:a16="http://schemas.microsoft.com/office/drawing/2014/main" id="{21D83250-847B-B205-1972-97508B4C3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79" y="911356"/>
            <a:ext cx="10530611" cy="56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66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F963-BD32-C95E-FD5E-95A5BB04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78F0C-178F-D16F-DFEC-3BFB7EF63E63}"/>
              </a:ext>
            </a:extLst>
          </p:cNvPr>
          <p:cNvSpPr txBox="1"/>
          <p:nvPr/>
        </p:nvSpPr>
        <p:spPr>
          <a:xfrm>
            <a:off x="891540" y="491490"/>
            <a:ext cx="5204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https://www.youtube.com/watch?v=qxWu-SeAqe4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D2D7E-47D8-F881-BAF3-FD5C7B17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979" y="1096813"/>
            <a:ext cx="10530611" cy="52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80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875C5-A1CD-4C64-FC7C-259EC2A8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7C923-868F-4F1F-F7B0-32424AAE2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group of children coloring on a large white paper&#10;&#10;AI-generated content may be incorrect.">
            <a:extLst>
              <a:ext uri="{FF2B5EF4-FFF2-40B4-BE49-F238E27FC236}">
                <a16:creationId xmlns:a16="http://schemas.microsoft.com/office/drawing/2014/main" id="{42173E3A-FFBB-0AFD-DFFA-C2B4F6C8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04692D-FEEE-3969-513F-67DC57D15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46C9D-7A5B-7C48-25D6-5FD6232D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1269744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F4200B-96F3-98C9-E759-67628C029C02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AC847-9F7E-ACAF-D48F-F390A6128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421523"/>
            <a:ext cx="10050278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0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EB59-FC88-6DCC-F06E-F19350BA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41338B-FE90-4C52-C605-8E724861F789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0B164-60F2-75B7-A85C-F4BBD0ACF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0861" y="563971"/>
            <a:ext cx="10050278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48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6281-C53B-A21B-5782-D192301E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1D97B-5789-AE56-3583-4FCBC19F6B63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7C6AB-C92B-7D31-6031-FC3E308C0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428" y="563971"/>
            <a:ext cx="10007144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39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12D69-8180-E055-1683-FD9BDC23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173308-A483-FC82-14AD-856FBE73FB40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F04F1-FA6F-F1C7-EDD8-725BC6D8D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5997" y="563971"/>
            <a:ext cx="9760006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24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DB8E-B3C0-FB32-3AA1-1C15E20B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2292A-4C0D-F013-F210-8B1A0F4A44FF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4687D-BF95-C937-434A-C174B6D1E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972" y="563971"/>
            <a:ext cx="9952056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82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6C75-07D3-15D3-D9AE-6003BFB2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C65855-7A3B-F2E2-6C7D-26AB3C939D99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6B075-7019-B777-1CE3-96FD78584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972" y="655251"/>
            <a:ext cx="9952056" cy="57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25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C2C0422-3B6A-B9AB-E25A-F3A947EE4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22186-94F7-553B-4C9E-D50055BB7C62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C050B-DB47-DB55-B5E2-8090F68DC1E7}"/>
              </a:ext>
            </a:extLst>
          </p:cNvPr>
          <p:cNvSpPr/>
          <p:nvPr/>
        </p:nvSpPr>
        <p:spPr>
          <a:xfrm>
            <a:off x="0" y="2388870"/>
            <a:ext cx="12092940" cy="344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DE68-3F35-DF73-958E-77CCD1AF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1239D25-F454-66EF-D291-41512EB63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4AEB2-434E-0897-196D-C140F9C6C18B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2AB63-02D0-4FD3-DE35-880C278D8256}"/>
              </a:ext>
            </a:extLst>
          </p:cNvPr>
          <p:cNvSpPr/>
          <p:nvPr/>
        </p:nvSpPr>
        <p:spPr>
          <a:xfrm>
            <a:off x="0" y="3943350"/>
            <a:ext cx="12092940" cy="188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20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6AC2-9080-CD5E-E0FE-F2D17DEA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02D20C4-410C-C5A6-6A86-F4A796B2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8DCBC-8331-850B-1F05-C84C92FC1229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39E39-B457-81B9-E54D-63538818142B}"/>
              </a:ext>
            </a:extLst>
          </p:cNvPr>
          <p:cNvSpPr/>
          <p:nvPr/>
        </p:nvSpPr>
        <p:spPr>
          <a:xfrm>
            <a:off x="0" y="4663440"/>
            <a:ext cx="12092940" cy="116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42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DEFE-015E-A489-432D-5B808EB2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B57CC8-047C-0809-E821-127714D5A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69E06-D16F-C697-C91D-7392FFDD2A57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338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9198-C9D1-4D6A-B9B8-8CDA762C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7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706D5-F38E-A787-A09C-C8354FF6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does recursion </a:t>
            </a:r>
            <a:r>
              <a:rPr lang="en-US" sz="8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really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look like?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759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26E44-A041-78D0-9BCB-719AFC14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5547BC4-2FE7-B184-350B-014C602C0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00BFB5-0A15-E0A2-2DAE-DC794134CDB8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C2A44-85C4-A715-49C4-147225D7B97E}"/>
              </a:ext>
            </a:extLst>
          </p:cNvPr>
          <p:cNvSpPr/>
          <p:nvPr/>
        </p:nvSpPr>
        <p:spPr>
          <a:xfrm>
            <a:off x="457200" y="1177290"/>
            <a:ext cx="10817605" cy="543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7938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8A670-FAEA-9653-E249-A4CD57F6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B8AF362-677B-25E1-787B-0CD77AB09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3B926-AD84-4193-DF25-EAC931DA3CF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662CE7-8320-DA4E-BD57-5009731F6A0A}"/>
              </a:ext>
            </a:extLst>
          </p:cNvPr>
          <p:cNvSpPr/>
          <p:nvPr/>
        </p:nvSpPr>
        <p:spPr>
          <a:xfrm>
            <a:off x="457200" y="2343150"/>
            <a:ext cx="1081760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EB4F9-E58B-E9DA-9D7E-86A615C961CA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262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60922-8A80-F03C-8292-B36C49C7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238763E-AD5D-5C0A-D809-C86E26BEB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5E0D2-DE89-5099-7FAD-9A5507A3F17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6A2F4B-064F-93EE-595F-0B665CF0B5E0}"/>
              </a:ext>
            </a:extLst>
          </p:cNvPr>
          <p:cNvSpPr/>
          <p:nvPr/>
        </p:nvSpPr>
        <p:spPr>
          <a:xfrm>
            <a:off x="457200" y="3760470"/>
            <a:ext cx="10817605" cy="2847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F5420-5629-5B6C-5A7B-CA7F1DC0890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3BD80-8A3E-1E75-98D5-2F68508608B1}"/>
              </a:ext>
            </a:extLst>
          </p:cNvPr>
          <p:cNvSpPr/>
          <p:nvPr/>
        </p:nvSpPr>
        <p:spPr>
          <a:xfrm>
            <a:off x="4205543" y="2411730"/>
            <a:ext cx="2856102" cy="2351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234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C53C5-A3D9-3619-6731-9EAFAD4E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0A34CD0-FD20-1724-CEF7-31C09976D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AEC42-79E6-E167-3639-86648A6C1EAC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AAB1B0-E862-05E7-A9AB-11D081656B9F}"/>
              </a:ext>
            </a:extLst>
          </p:cNvPr>
          <p:cNvSpPr/>
          <p:nvPr/>
        </p:nvSpPr>
        <p:spPr>
          <a:xfrm>
            <a:off x="457200" y="5040630"/>
            <a:ext cx="10817605" cy="1566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CCBE-C487-AF7A-3888-95101F5C41E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C3DA6-894C-E48E-8FD6-EA87B97DD171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8F3AB-64DF-9142-544E-93E3DDDBDFB1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35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46C77-7228-F7A4-B139-4F8BBA5E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92751A77-2834-2249-17C9-657B007EC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E9315-5150-3722-D7AC-7AFB35C8A6B1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6766C-CB4F-592C-7A40-F9F2E6C58C49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8DC4E7-CF42-E849-0CF8-EF6DACE09FF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2EDB4-C153-C555-CCAA-8E2DA0781BB0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0E704-6BA3-F361-36AC-DB9E6CF19CB9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E56497-4144-C7E5-6300-9792AB98BEC1}"/>
              </a:ext>
            </a:extLst>
          </p:cNvPr>
          <p:cNvSpPr/>
          <p:nvPr/>
        </p:nvSpPr>
        <p:spPr>
          <a:xfrm>
            <a:off x="1946212" y="4925603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067387-182C-541A-EEA8-EC6E05673E9F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D061B3-6104-BEA0-6D5B-8C9563EB4A3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D061B3-6104-BEA0-6D5B-8C9563EB4A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56359E-0B69-0856-CC39-055C5373570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56359E-0B69-0856-CC39-055C5373570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0" y="4828230"/>
                  <a:ext cx="300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137280-8E8C-9C2F-86EC-09D990533631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137280-8E8C-9C2F-86EC-09D9905336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70"/>
                  <a:ext cx="265680" cy="34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8551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6F970-DF30-9BC2-9CB5-03AD5765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EB76440-B1EC-BCB5-235B-7236CA3A3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551FA2-957A-0D67-CB28-B164E543914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6D381E-47D8-7F10-2B3C-03EED4B498CE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A78C9-30DC-2C3E-A650-1E2B277EE780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C692B-01B8-C868-FCE8-7D1A592E166E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A2774-DECE-7CE2-85F9-45EFDD967B3F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0F6416-0CF0-AE45-73E3-0806E1994887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6C0872-9CDC-26BE-EC91-506657BD72D8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6C0872-9CDC-26BE-EC91-506657BD72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DEE928-32A6-2C04-C95B-4537D6C9775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DEE928-32A6-2C04-C95B-4537D6C977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D3693D-FCD3-B167-84D3-DB0C4D829E5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D3693D-FCD3-B167-84D3-DB0C4D829E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D082ED2-1D0F-FE16-6211-1B7A7E82E159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D082ED2-1D0F-FE16-6211-1B7A7E82E1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0" y="5143590"/>
                <a:ext cx="41472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EBA279-1428-626A-9665-DB16BA5EF670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EBA279-1428-626A-9665-DB16BA5EF67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0860B4-1533-52CB-A456-D3337A68B147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0860B4-1533-52CB-A456-D3337A68B1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8350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27C12-27F9-FCC2-B462-C0687616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25584BD-53CC-2C59-7CDE-6C733B3CB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D44FA-37D6-5B41-C0D1-18155D5FA8E0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37369-9F6F-7C0F-2273-BA1002FB19F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8C927-FA4A-1120-AB43-1987B9B80B4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8E81E-A173-EAD0-5BBF-801EA751A624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DE3325-63E0-E144-9BB3-5B13DAD05137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E371FA-86A3-CC7A-06A9-34F3B0BAF5E3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245415-63C4-08E8-A76D-1DE454BB0B3A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245415-63C4-08E8-A76D-1DE454BB0B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7EAA5C-3BFF-E727-ACDA-FDB5C4724512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7EAA5C-3BFF-E727-ACDA-FDB5C47245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32F83B-83B2-C718-13A4-12A25497DDF6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32F83B-83B2-C718-13A4-12A25497DD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F41A94A-843D-C147-367F-FE72BBE4AFC0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F41A94A-843D-C147-367F-FE72BBE4AF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8BF9C6-D7D4-98FE-5D79-755471CA45FB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8BF9C6-D7D4-98FE-5D79-755471CA45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EB53E8-9DD5-A626-0A34-E5494E5CFC6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EB53E8-9DD5-A626-0A34-E5494E5CFC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38C96DE-3165-7E6F-4645-3A3BA57FEAD8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C9D14C-FE06-182D-EB0A-290773708B33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C9D14C-FE06-182D-EB0A-290773708B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9D6D9F-DDA1-4147-2B14-70663486B346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9D6D9F-DDA1-4147-2B14-70663486B3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B720E6-A5E2-7B57-466A-8C4595D6598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B720E6-A5E2-7B57-466A-8C4595D6598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5149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23F3C-85F8-BAEB-4F85-B1A1402D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DB2A355-5503-3F3C-ED6F-054F94955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A1294-286E-9452-AC10-A9982E198D1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87E27-3721-9701-28D9-49F685AFAADB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07AE6-C34F-A537-62AF-43AE5F8A151E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705A6E-31AB-E24F-CBE9-8AEE333D40D4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726B1E-A633-8730-7764-FEF0A28DEE4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E49918-403D-9218-A4F6-0F762AC6BD4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E49918-403D-9218-A4F6-0F762AC6BD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604446-2C35-5FC4-833E-7FF6F8B1D34C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604446-2C35-5FC4-833E-7FF6F8B1D3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C54BE0-A0CE-34DB-EF4F-EB56F69DDE73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C54BE0-A0CE-34DB-EF4F-EB56F69DDE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74ED4D-AFBA-BB03-7158-34AAEE858C67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74ED4D-AFBA-BB03-7158-34AAEE858C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396934-F844-5FA4-287B-CC3008A99FB1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396934-F844-5FA4-287B-CC3008A99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060A433-BB0D-B45E-ED82-E55A0A9B2D3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060A433-BB0D-B45E-ED82-E55A0A9B2D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FCB19C3-F7ED-7C00-E34E-D67ED6C424D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AB78E8-5748-FE6D-CC04-4F154E555081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AB78E8-5748-FE6D-CC04-4F154E5550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FA2F7F-B8B7-D552-8BBD-875184F73A4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FA2F7F-B8B7-D552-8BBD-875184F73A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D5E6FA-E691-E685-1655-D416BD320470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D5E6FA-E691-E685-1655-D416BD3204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F92BE68-44E1-FC80-AD4E-35E18E5D7C9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7FB603-C1B8-F0A5-AE81-9709FE9AC60A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7FB603-C1B8-F0A5-AE81-9709FE9AC6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0"/>
                  <a:ext cx="4838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DFB72A-E227-A6F8-F1EA-F92E43A8EE2E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DFB72A-E227-A6F8-F1EA-F92E43A8EE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E4A643-1E1D-E4BC-C2A3-9B422E9BD4C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E4A643-1E1D-E4BC-C2A3-9B422E9BD4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60" y="4102470"/>
                  <a:ext cx="162000" cy="32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8733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1669C-68EF-E0CE-6A6C-D68E9C36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230F641-2478-3B1F-3AD3-9B24867F6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DE00D7-C216-9F74-BC51-CDA88056C3B7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890546-CFCD-C354-3957-237D3032F24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195A0-2EF4-8289-BCD1-746756AF7AEB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78FF73-1FC3-6319-4A76-8A26B90AEA62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E62566-3766-4F3A-C8E6-D17675E7BFA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E62566-3766-4F3A-C8E6-D17675E7BF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FB8E1E-4AD3-AF63-FCCA-A2D9D56D201B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FB8E1E-4AD3-AF63-FCCA-A2D9D56D20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3616B3-CBCC-5464-86A2-E3733BEE6A4B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3616B3-CBCC-5464-86A2-E3733BEE6A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1DB175-C00E-CD4B-F14F-1EA894C4DE7E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1DB175-C00E-CD4B-F14F-1EA894C4DE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59ACFB-3C27-270D-6B33-557967043D94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59ACFB-3C27-270D-6B33-557967043D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21B3F37-1F7C-F910-1BF8-5E3773CED2B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21B3F37-1F7C-F910-1BF8-5E3773CED2B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2C25556-D59A-C354-D675-9598CD37A83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2D6344E-B009-0D7A-250B-1DD6487F2857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2D6344E-B009-0D7A-250B-1DD6487F28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89425A-E871-723B-4896-07EF6FC4153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89425A-E871-723B-4896-07EF6FC415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CFE988-0AB1-8430-CBDD-4547CAFB689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CFE988-0AB1-8430-CBDD-4547CAFB68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530472E-3C01-DC63-149D-5FCFE8DA319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8E703F-955D-9D8B-D680-E7530E7F2C7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8E703F-955D-9D8B-D680-E7530E7F2C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F96068-BD38-1205-9BBF-AF0869DD0EC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F96068-BD38-1205-9BBF-AF0869DD0E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A2A078-1633-A48B-3D1B-224536F90B1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A2A078-1633-A48B-3D1B-224536F90B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4EA9F5-F02A-067A-29DA-7FA8B2D00856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4EA9F5-F02A-067A-29DA-7FA8B2D008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9F56443-54FA-A6DC-9455-4FF3CF818C6F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9F56443-54FA-A6DC-9455-4FF3CF818C6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F8EC7F-3178-3C6B-621D-BBCF885FBD6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F8EC7F-3178-3C6B-621D-BBCF885FBD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9DC4FD5-FB44-76FE-94B6-0777BFC4B66C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7E0FFE-06B1-E258-5170-9F70CAB56E51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7E0FFE-06B1-E258-5170-9F70CAB56E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B44315-BAD4-3B7C-87C5-B6232DF08B77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B44315-BAD4-3B7C-87C5-B6232DF08B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B238F46-113B-781F-707A-C96D1F1C390B}"/>
              </a:ext>
            </a:extLst>
          </p:cNvPr>
          <p:cNvSpPr/>
          <p:nvPr/>
        </p:nvSpPr>
        <p:spPr>
          <a:xfrm>
            <a:off x="4152917" y="3735810"/>
            <a:ext cx="3311114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35C14B-F376-7D2D-1464-77554FFDE0F4}"/>
              </a:ext>
            </a:extLst>
          </p:cNvPr>
          <p:cNvSpPr/>
          <p:nvPr/>
        </p:nvSpPr>
        <p:spPr>
          <a:xfrm>
            <a:off x="4138157" y="2364232"/>
            <a:ext cx="2678097" cy="1602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092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01CCC-B702-873C-0058-8AC20D4A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5ECEC81-3034-911D-EE08-4361B328D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A86DC-BCF0-BB35-3421-C4358FADA4E5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82606-3183-20C0-E939-A4BCF6C91D4C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D4186-3ACC-CA6F-44B4-B72B0BF2146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002670-5D74-1C03-8B7A-FB1D3AD37705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CF0C99-0C13-CF5E-563B-F6414C822572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CF0C99-0C13-CF5E-563B-F6414C8225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4C7A8F-29B7-C6EB-B470-A794EA093B58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4C7A8F-29B7-C6EB-B470-A794EA093B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E390CA-6C55-6860-19F8-4C231F25842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E390CA-6C55-6860-19F8-4C231F2584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0C5E19-E3B3-9FCE-3AF1-4C848390D617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0C5E19-E3B3-9FCE-3AF1-4C848390D6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833FCD-5F30-B332-7CD8-87AC2EAC83C7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833FCD-5F30-B332-7CD8-87AC2EAC83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0D38FB3-3523-2B70-18D4-C5DEF1BBE449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0D38FB3-3523-2B70-18D4-C5DEF1BBE4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732ECB2-0ED2-0D51-D168-524A684FF36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A7760F-D6B4-CCB6-7B8A-7ABBB262D13C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A7760F-D6B4-CCB6-7B8A-7ABBB262D1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4F2E9ED-10B9-6D03-4473-391119EE40CC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4F2E9ED-10B9-6D03-4473-391119EE40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419198-50A5-6A1D-352C-F00EE2AFC995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419198-50A5-6A1D-352C-F00EE2AFC9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FA2BC65-4937-B078-D33D-CFC66C3B13E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A475C20-D59C-9B08-51E1-DB796C888C8E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A475C20-D59C-9B08-51E1-DB796C888C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88F02A-A095-D997-2A63-398D7CADCC91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88F02A-A095-D997-2A63-398D7CADCC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B1367B-FCC4-1D46-C28B-C798241EC8FF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B1367B-FCC4-1D46-C28B-C798241EC8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7DA422-3F69-69C7-B9E7-939788F94E7A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7DA422-3F69-69C7-B9E7-939788F94E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30"/>
                <a:ext cx="73260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FAEF919-479C-6D30-E086-AF7975CF990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FAEF919-479C-6D30-E086-AF7975CF99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50"/>
                <a:ext cx="24300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F9C0BBA-35B3-250D-67A6-C7921829D066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F9C0BBA-35B3-250D-67A6-C7921829D06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10"/>
                <a:ext cx="374760" cy="66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4C08DE6-C4ED-0311-C13D-FAA07BB4876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F8BEE0-A4E7-22ED-04FB-9C27D4FD8746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F8BEE0-A4E7-22ED-04FB-9C27D4FD87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0" y="2553750"/>
                  <a:ext cx="6886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B8ED1-5B9A-9241-B1E9-7AF242F7116E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B8ED1-5B9A-9241-B1E9-7AF242F711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2646A25-6538-5469-A2B7-FF8A249F2876}"/>
              </a:ext>
            </a:extLst>
          </p:cNvPr>
          <p:cNvSpPr/>
          <p:nvPr/>
        </p:nvSpPr>
        <p:spPr>
          <a:xfrm>
            <a:off x="4152917" y="3735810"/>
            <a:ext cx="3311114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9225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611FB-913C-2A69-21D3-6A78F3C3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5469477-987A-2C29-31A3-881B973A3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20715-AA94-5A69-100D-AEC2EEE0B1A8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CD3E5-4D87-2134-A1B0-6521BAB3432C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BB48C-1EBB-E0C1-45C5-0971FBA041AA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5ACAD5-104C-9DE1-E77E-D8D2BC2D8B21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0F44C5-82EA-FC02-23F9-8AA1636A304A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0F44C5-82EA-FC02-23F9-8AA1636A30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D0C2AE-C8F1-C3D4-0674-2BDF0882B644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D0C2AE-C8F1-C3D4-0674-2BDF0882B6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68F914-B138-49BE-DBFC-C10991EA9D41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68F914-B138-49BE-DBFC-C10991EA9D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81327A-BDA3-BE12-947A-0C786A00C4CF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81327A-BDA3-BE12-947A-0C786A00C4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BFC1946-21EA-E3EB-D42B-4823E4891B45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BFC1946-21EA-E3EB-D42B-4823E4891B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905A8EC-FC13-AC82-BFE2-1757DA5E981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905A8EC-FC13-AC82-BFE2-1757DA5E98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6BE6A2E-EA89-F89E-4064-BD173A1AB9C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31D2D0-6D8C-3B95-259B-8052A79C2EBD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31D2D0-6D8C-3B95-259B-8052A79C2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A5B0A1-1589-F596-53F1-C772ECF3F7B7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A5B0A1-1589-F596-53F1-C772ECF3F7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87964A3-46C5-69CA-FB3C-E8B6E303CE3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87964A3-46C5-69CA-FB3C-E8B6E303CE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5268C6A-664B-712F-AB61-A378264DF3F7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252C1A-3298-84A6-64E8-9AF42C3F7283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252C1A-3298-84A6-64E8-9AF42C3F72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1295F8-0394-943F-3D0E-27633190AA84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1295F8-0394-943F-3D0E-27633190AA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E5DB93-6D60-46C0-46BC-8D67CD7946B2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E5DB93-6D60-46C0-46BC-8D67CD7946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836BE9-1A2F-C37F-B9F2-FD60C7A41A6B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836BE9-1A2F-C37F-B9F2-FD60C7A41A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7B824DE-FA94-CE0B-7090-20050B7C4F2E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7B824DE-FA94-CE0B-7090-20050B7C4F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B44097-6B50-AB4A-6ED4-E659CCA6D460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B44097-6B50-AB4A-6ED4-E659CCA6D4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601C08C-37C1-37D0-9520-EDD411F9497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E83FCE-F75F-8FD1-9525-5013188CD134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E83FCE-F75F-8FD1-9525-5013188CD1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43B773-FA7A-2673-BD8A-42700EE78EA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43B773-FA7A-2673-BD8A-42700EE78E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0036C6-EB5C-AD18-F658-643315CC3187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0036C6-EB5C-AD18-F658-643315CC318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0850A3-8E79-1DAD-0F49-5D595F6D5212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00850A3-8E79-1DAD-0F49-5D595F6D52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30"/>
                <a:ext cx="16272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0FCA5F-AFAC-DF99-417B-2E560C7EEEB6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0FCA5F-AFAC-DF99-417B-2E560C7EEEB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4C0E44B-8BEC-A615-2BA8-D99055DDA135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4C0E44B-8BEC-A615-2BA8-D99055DDA13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55E7B5B-E50C-A822-C934-AD789DBFE225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55E7B5B-E50C-A822-C934-AD789DBFE22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3389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05F73-0BEF-7FE1-C934-F3CAC601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FA73A641-5DA8-EC61-7866-51784B033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05A3A-2D10-1806-AC66-137F6E2D1983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D6760-066A-5A87-85D4-3564CB20D177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0C36D-5471-D599-240A-F194B0A4A24B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8097BF-4919-FD32-61EF-1269FBB8E4A5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C7BF55-AB93-746A-1A4E-C77F0F78B757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C7BF55-AB93-746A-1A4E-C77F0F78B7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EB4C86-7863-76E2-1326-E938F40BAFAF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EB4C86-7863-76E2-1326-E938F40BAF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270EC2-B5DA-81C6-4BCD-8590AEBADD3D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270EC2-B5DA-81C6-4BCD-8590AEBAD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EC9AF9-5F52-535D-4001-445F7DE17042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EC9AF9-5F52-535D-4001-445F7DE170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39D387-E859-19EC-076B-24457658D967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39D387-E859-19EC-076B-24457658D9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AA0E59-3D53-7391-BF44-1F474EFFEB17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AA0E59-3D53-7391-BF44-1F474EFFEB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204F657-8001-5254-26FF-AC1DFACD5411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ABB74AB-61B1-910B-360A-39BD9020D2C9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ABB74AB-61B1-910B-360A-39BD9020D2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58D915-A1EB-5363-7F1B-4AC7D6ACCF9A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58D915-A1EB-5363-7F1B-4AC7D6ACCF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28D560-AC1C-DC01-2CBD-DC4C66B5B180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28D560-AC1C-DC01-2CBD-DC4C66B5B1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E8CDCDE-D8CF-57DD-EEEF-9417B1EEA368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82A5DD-338D-EBEC-6FA9-566F2C382890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82A5DD-338D-EBEC-6FA9-566F2C3828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AB157F-E101-0ACA-9141-F7DD0E72F4B7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AB157F-E101-0ACA-9141-F7DD0E72F4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6FD64C-8D72-D435-37D9-A6654180CB88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6FD64C-8D72-D435-37D9-A6654180CB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82C035-5EAA-DD1F-28B1-1B74F0171BAE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82C035-5EAA-DD1F-28B1-1B74F0171B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D362B4-BF94-5637-62A6-13DB58692F14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D362B4-BF94-5637-62A6-13DB58692F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38BB8E4-3550-97D6-5627-15094EEAB0F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38BB8E4-3550-97D6-5627-15094EEAB0F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E5AFE19-80DB-7253-59E4-DC1AEF5AEB24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3BF89E-E27A-478E-AC07-B0AEC3299577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3BF89E-E27A-478E-AC07-B0AEC32995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3A8126-C203-C95F-096F-3B81599B1D8B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3A8126-C203-C95F-096F-3B81599B1D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4C3296-F4BC-835F-F21B-F6052CF4EB1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4C3296-F4BC-835F-F21B-F6052CF4EB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F15032-6C82-7DC3-F943-C2C8A0167ACE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F15032-6C82-7DC3-F943-C2C8A0167AC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804697-11C4-4066-EBD7-538316547B62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804697-11C4-4066-EBD7-538316547B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CD21845-81FE-30E0-FBC8-0A2EF0C24686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CD21845-81FE-30E0-FBC8-0A2EF0C246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8B7ADFE-244C-B4FD-F1F6-EB04B02804CE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8B7ADFE-244C-B4FD-F1F6-EB04B02804C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73B3E96-0C1E-6D18-6461-95ED07D8C5E4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342B41-7C85-B6EB-FCE9-FF948692242B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342B41-7C85-B6EB-FCE9-FF94869224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90ED43-8B62-BB9E-F875-87942D0E8DE8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90ED43-8B62-BB9E-F875-87942D0E8D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20" y="4166910"/>
                  <a:ext cx="139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E0020E-B4A9-471B-C3D8-F5B2FB753836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E0020E-B4A9-471B-C3D8-F5B2FB7538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40" y="3825630"/>
                  <a:ext cx="23292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3D1B7E-3E35-2286-C5DF-7215F64AE883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3D1B7E-3E35-2286-C5DF-7215F64AE88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910"/>
                  <a:ext cx="31032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E5B620-3170-3ED5-6410-7A1E8F9B7D67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E5B620-3170-3ED5-6410-7A1E8F9B7D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20" y="3981510"/>
                <a:ext cx="140040" cy="4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685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C6BEE-8C2A-E987-023C-AE72A1CA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B902C7C-E469-3E3D-9B2D-45AECF124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DE48D-B806-16FF-3944-6EB04285875A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950B1-DF72-E510-D767-BD2CFAB21A7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8587F-7179-C8E4-709E-B52C294AE3D9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31C87D-3E0E-5489-8BE4-29B856FE9FF3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DA6839-04C9-309B-0EBA-8146E43EDE45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DA6839-04C9-309B-0EBA-8146E43EDE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FF209C-1C94-FD45-2794-FFE1C749A4FA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FF209C-1C94-FD45-2794-FFE1C749A4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984A6A-5619-5EF0-4491-E7414FBE55E3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984A6A-5619-5EF0-4491-E7414FBE55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FA4BDC-B9B3-20D2-9019-89A44F43D0F9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FA4BDC-B9B3-20D2-9019-89A44F43D0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CBF26B-C102-FED4-9783-458152730D6F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CBF26B-C102-FED4-9783-458152730D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527FB5-275D-AE76-594A-B5055ECEDCFC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527FB5-275D-AE76-594A-B5055ECEDC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0D4AB6B-D846-F3F7-9599-7689EF9FA17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FBF364-F6F4-A098-4403-900B28C0F9A5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FBF364-F6F4-A098-4403-900B28C0F9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3F2984-A716-80B7-A820-5422F2FB6223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3F2984-A716-80B7-A820-5422F2FB62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DFB669-44AE-0214-574A-CCDF2F0D8D98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DFB669-44AE-0214-574A-CCDF2F0D8D9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05790D6-2E62-1039-C2C1-D3EDB75AC83A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8F46D4-4C2C-FF68-55A9-009448DF121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8F46D4-4C2C-FF68-55A9-009448DF12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C62F3B-29FA-4714-16DD-B75C73100DF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C62F3B-29FA-4714-16DD-B75C73100D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C76DBA-863A-745A-379E-4935494FA76C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C76DBA-863A-745A-379E-4935494FA7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CC574BA-57DE-3353-F9F2-94BC14C47ED7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CC574BA-57DE-3353-F9F2-94BC14C47E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80DAB5-898A-417B-66C2-CA9458EA17B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80DAB5-898A-417B-66C2-CA9458EA17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450F25-9305-8E1E-3898-CF3861D56B12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450F25-9305-8E1E-3898-CF3861D56B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CD4DF3B-8707-9623-1B28-F66C7DAAD16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43B410-52B1-C6A8-0A00-6CAAFF52C388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43B410-52B1-C6A8-0A00-6CAAFF52C3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99B3FE-FF59-9477-447F-1707F255FDA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99B3FE-FF59-9477-447F-1707F255FD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E03D4A-C16D-5469-DBE6-E8AF2BA1D03F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E03D4A-C16D-5469-DBE6-E8AF2BA1D03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6E92ED-24B2-1AB3-8043-ED2E86733215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6E92ED-24B2-1AB3-8043-ED2E867332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969469-A061-95FF-5F1E-2AA824DA609E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969469-A061-95FF-5F1E-2AA824DA609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0A0A14A-5354-C713-0D8C-E5CD0AF3CE49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0A0A14A-5354-C713-0D8C-E5CD0AF3CE4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66BB426-7FC6-41C9-F475-6246BDAC3D43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66BB426-7FC6-41C9-F475-6246BDAC3D4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646FDBEC-4A41-A096-B130-7CB5A5BAA315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12FBA4-B95A-D673-4476-35791786DA89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12FBA4-B95A-D673-4476-35791786DA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4A2E1A-68E8-EEA3-7D94-52CFE208626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4A2E1A-68E8-EEA3-7D94-52CFE20862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3F6082-0C0C-1F1D-0145-BB09A693BB5D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3F6082-0C0C-1F1D-0145-BB09A693BB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E97C15-7EEE-6AD6-F312-D07BEED9088D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E97C15-7EEE-6AD6-F312-D07BEED908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BC0E6FF-8386-22D7-173A-8B92EC7B7682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BC0E6FF-8386-22D7-173A-8B92EC7B768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94AB5F4-6259-BDB0-046B-B7392ED75C05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6CCC06-2501-3493-412A-AF67122CC106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6CCC06-2501-3493-412A-AF67122CC1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7494A6-C131-F458-2F54-C1C4712849F2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7494A6-C131-F458-2F54-C1C4712849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B03F20-A61D-8363-DF53-B081A319DB3A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B03F20-A61D-8363-DF53-B081A319DB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4722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28E82-7B55-9420-EEAE-074DBE8E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F9E7178-697F-8E92-B49F-3D63B8E6B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3C57B9-86CF-713B-F60A-CC6FD9054CF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2D8D0B-6A6F-D36B-E9B4-DFA538C16A0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782D0-0D74-C780-EE5D-2F7C30E29ED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5BEF03-475E-4ECF-DDB5-148E1D45CAB1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1D5ACE-E2F5-9776-4C0F-DEC9BEB73D21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1D5ACE-E2F5-9776-4C0F-DEC9BEB73D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359655-4F82-25FD-033C-1F59CFB3355D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359655-4F82-25FD-033C-1F59CFB335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5802B5-F946-A910-BBBE-B471650A589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5802B5-F946-A910-BBBE-B471650A58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5DD983-70AA-6177-85E6-E62A98545A9B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5DD983-70AA-6177-85E6-E62A98545A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347C7F-D418-2641-2C74-4639D8E7F3D6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347C7F-D418-2641-2C74-4639D8E7F3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A3FC3E-1FE2-3CFA-4131-E48B1D6F8DD2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A3FC3E-1FE2-3CFA-4131-E48B1D6F8D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8F409E0-6172-4ED1-EAF4-0147C9482D06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A9A6C6-D110-D843-E936-C4FECFB235B6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A9A6C6-D110-D843-E936-C4FECFB235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F382E1-BAD5-6184-75EC-A78783F22E6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F382E1-BAD5-6184-75EC-A78783F22E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23BA1C6-51DE-BCFE-F678-12317AB056D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23BA1C6-51DE-BCFE-F678-12317AB056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B45D23A-4D25-6B0D-4F04-E0627FAB4095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AA3D51-D5FA-A4B1-AFDA-A5893E7C9BEB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AA3D51-D5FA-A4B1-AFDA-A5893E7C9B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CB8C13-D281-4CC1-E5B4-B3E5B4CBA179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CB8C13-D281-4CC1-E5B4-B3E5B4CBA1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37892F-1A3E-1205-0F12-1C19C5D76DF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37892F-1A3E-1205-0F12-1C19C5D76D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D3F0D6-347B-E09E-CC59-3B1078F3F5E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D3F0D6-347B-E09E-CC59-3B1078F3F5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63511D4-ADA1-C9CA-6F5F-645AB8D2529A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63511D4-ADA1-C9CA-6F5F-645AB8D252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1C428B-0BC9-4BE7-47C9-6790919ABCE3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1C428B-0BC9-4BE7-47C9-6790919ABC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DCA52AC-1A38-3260-691F-4B0973A582D2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323A10-6CB3-20C0-AA7C-FBF774E8D9B7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323A10-6CB3-20C0-AA7C-FBF774E8D9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9EF270-D6A9-D27E-9005-AF6ECB91F84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9EF270-D6A9-D27E-9005-AF6ECB91F8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3053FC-64B4-1202-AFBE-1D6E934AF6A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3053FC-64B4-1202-AFBE-1D6E934AF6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1F59BB-0625-1E59-4C13-51255EEC74EC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1F59BB-0625-1E59-4C13-51255EEC74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5D7BC2-AA8D-1F95-45E2-70A809EE6A98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5D7BC2-AA8D-1F95-45E2-70A809EE6A9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7977D5-7ED1-16BF-A198-F0DF347BB28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7977D5-7ED1-16BF-A198-F0DF347BB2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83108E7-77DD-5DA4-E29B-6196E4574624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83108E7-77DD-5DA4-E29B-6196E457462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3A02D4A-7DDE-C503-F65A-39CFC7049962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F23F8D-4928-B265-3CCF-5E427648B528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F23F8D-4928-B265-3CCF-5E427648B5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F6CE64-BC7E-01DD-8E19-C1BA3306C51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F6CE64-BC7E-01DD-8E19-C1BA3306C5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AE8A86-C59F-E9F1-0BE2-D6FA8542D3F2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AE8A86-C59F-E9F1-0BE2-D6FA8542D3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AE47BA-321E-3F8D-3737-E46D6B83461A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AE47BA-321E-3F8D-3737-E46D6B8346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9C9FCFB-2B8C-10FA-1F0D-1D13CF55EC78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9C9FCFB-2B8C-10FA-1F0D-1D13CF55EC7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D0BE877-09A6-1EBB-FB65-D635F12356D7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939FA8-9442-D33B-6D52-369C7FEABB40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939FA8-9442-D33B-6D52-369C7FEABB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5F324A-557E-01D8-FF10-8EE8A310BE37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5F324A-557E-01D8-FF10-8EE8A310BE3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29C520-4C6E-1156-BA4A-3A2E7B2B3470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29C520-4C6E-1156-BA4A-3A2E7B2B34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514F0A-C65B-F1C5-CD1D-D6DD5558FE2C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93933B-BED7-10A0-8516-5E8046DE29E5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93933B-BED7-10A0-8516-5E8046DE29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20" y="1056150"/>
                  <a:ext cx="127044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71906A-29C9-E024-3F9D-008BF7C300C9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71906A-29C9-E024-3F9D-008BF7C300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D6FCBC9-34A4-77D3-9B36-6595288B3043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D6FCBC9-34A4-77D3-9B36-6595288B30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6E39940-52A6-15E5-5AC8-289C8AB311A3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6E39940-52A6-15E5-5AC8-289C8AB311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EB50DFA-B719-30E3-7012-291900FBB2E9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D714C4-DBFE-F7F6-1500-D8D1AE996A91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D714C4-DBFE-F7F6-1500-D8D1AE996A9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09EBA4-77DF-3DEC-50D8-E90412578019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09EBA4-77DF-3DEC-50D8-E904125780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1145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33E8-C972-6C56-28ED-6AC2ED8D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57905FF-93D6-2CCF-8D32-82EF36E08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AC7F5-0099-CCB7-987F-D756C191374B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4362E1-ABDD-01BF-FE31-01DD44F94ADD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B3BBA-399D-DF75-224E-7353A0266136}"/>
              </a:ext>
            </a:extLst>
          </p:cNvPr>
          <p:cNvSpPr/>
          <p:nvPr/>
        </p:nvSpPr>
        <p:spPr>
          <a:xfrm>
            <a:off x="6558407" y="2420190"/>
            <a:ext cx="4946395" cy="3002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5BC16E-D92E-BF2F-0FBF-47D0677353AE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016039-3F17-B6D5-B6E0-2B7849C27276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016039-3F17-B6D5-B6E0-2B7849C272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508A9B-EFCC-BD03-C1D6-3B3442397867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508A9B-EFCC-BD03-C1D6-3B34423978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0BBC64-7F42-8261-F50F-B3362AFE7D2B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0BBC64-7F42-8261-F50F-B3362AFE7D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56C659B-2D46-9C32-7D66-2F21353401A6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56C659B-2D46-9C32-7D66-2F21353401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01466E-AE34-D627-E2E4-9B622CDCF6BD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01466E-AE34-D627-E2E4-9B622CDCF6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6AC912-B73B-D3D0-5058-F8051BD6218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6AC912-B73B-D3D0-5058-F8051BD621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414672B-ED9A-D662-3A6B-E8D57FABB4B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B12DAA-9ECF-DB04-8BA2-FFB5984BA7E1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B12DAA-9ECF-DB04-8BA2-FFB5984BA7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6BAAD2-27A5-1353-2A2B-B6F0927FB19A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6BAAD2-27A5-1353-2A2B-B6F0927FB1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D17BD5-1857-97A6-F3E3-C00395927C9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D17BD5-1857-97A6-F3E3-C00395927C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AA0DA-4063-AE2F-EEE9-8E06A29C9D8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7A441D-D758-6FE3-190A-9ACD962E4155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7A441D-D758-6FE3-190A-9ACD962E41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AF63B6-FC26-71B1-503E-F92AEF8E2C07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AF63B6-FC26-71B1-503E-F92AEF8E2C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768509-C366-F925-83B1-61AC8FDD98D8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768509-C366-F925-83B1-61AC8FDD98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6CB4EC-3096-CFC3-79B7-1168A71BB586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6CB4EC-3096-CFC3-79B7-1168A71BB5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CB5D5C0-2C3A-A19E-29C6-DD990D70DED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CB5D5C0-2C3A-A19E-29C6-DD990D70DED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9353AB6-8AD9-9A59-C591-792E8C60071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9353AB6-8AD9-9A59-C591-792E8C600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D001D43-C45C-26AC-E6DA-49D32F6C4F6B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A6723C-EFB8-01EF-0FBC-5905EF1948C0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A6723C-EFB8-01EF-0FBC-5905EF1948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F48E5C-288E-0C50-2BA8-FE53CD827E39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F48E5C-288E-0C50-2BA8-FE53CD827E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26B76D-3D23-490D-CB6C-B56849FE83D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26B76D-3D23-490D-CB6C-B56849FE83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6A3A41-B2AF-9246-9927-95B700A46771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6A3A41-B2AF-9246-9927-95B700A4677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6CA3FC3-195C-0EEC-F1FE-0663BB122F53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6CA3FC3-195C-0EEC-F1FE-0663BB122F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8ED3C77-8F1D-7626-8DE6-6078F193D42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8ED3C77-8F1D-7626-8DE6-6078F193D42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C47EAB6-A831-6573-5C0C-3439254E2529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C47EAB6-A831-6573-5C0C-3439254E252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8362E85-EA6C-7038-D6C4-D3659FAB634D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9B7C96-B249-F84F-FE03-4475D6D6FC98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9B7C96-B249-F84F-FE03-4475D6D6FC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BCD805-0309-1A46-C74C-84356B2B633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BCD805-0309-1A46-C74C-84356B2B63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7BB32B-91A7-B2BB-E35F-F1B7BBFEFE28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7BB32B-91A7-B2BB-E35F-F1B7BBFEFE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BFEADA-0D4A-E54F-5606-52576951B021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BFEADA-0D4A-E54F-5606-52576951B0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4C09A4C-7FA7-36CB-F8F1-447547D7E8C7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4C09A4C-7FA7-36CB-F8F1-447547D7E8C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278D791-A30E-2408-DBF1-DA6F21DBCA40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62A4AB-145B-89F3-FF06-416952960486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62A4AB-145B-89F3-FF06-4169529604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C02CAF-33BF-8EDA-6884-F2219E2FD7B8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C02CAF-33BF-8EDA-6884-F2219E2FD7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B47831-4F43-0D9E-EE38-F1385FACD6B4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B47831-4F43-0D9E-EE38-F1385FACD6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F81111-534B-ED47-F691-6B356F677B29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15C07D-0336-3D99-1229-24697DE65033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15C07D-0336-3D99-1229-24697DE650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49A591-7BB0-CEED-99C4-F6E9FCCA9E17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49A591-7BB0-CEED-99C4-F6E9FCCA9E1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E9F00F3-FB7E-D2C0-E458-4D78A725250F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E9F00F3-FB7E-D2C0-E458-4D78A725250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CBD5161-C711-52A0-B427-BFAFE9A0C9B3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CBD5161-C711-52A0-B427-BFAFE9A0C9B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ADA5A4F-0661-EEDA-FB7A-5907566C3E47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8CDBDF-3D8A-E52D-60A2-9C658A7A4139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8CDBDF-3D8A-E52D-60A2-9C658A7A413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25D22A-5CDF-D616-EB33-D815C52D97D5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25D22A-5CDF-D616-EB33-D815C52D97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D64BFA-6ED3-1462-CDC7-0A9E8AABC007}"/>
              </a:ext>
            </a:extLst>
          </p:cNvPr>
          <p:cNvGrpSpPr/>
          <p:nvPr/>
        </p:nvGrpSpPr>
        <p:grpSpPr>
          <a:xfrm>
            <a:off x="7498080" y="959670"/>
            <a:ext cx="1861200" cy="746280"/>
            <a:chOff x="7498080" y="959670"/>
            <a:chExt cx="186120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86B537-42F4-E21E-873A-471F6B0C7B4F}"/>
                    </a:ext>
                  </a:extLst>
                </p14:cNvPr>
                <p14:cNvContentPartPr/>
                <p14:nvPr/>
              </p14:nvContentPartPr>
              <p14:xfrm>
                <a:off x="7498080" y="959670"/>
                <a:ext cx="1782360" cy="710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86B537-42F4-E21E-873A-471F6B0C7B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91960" y="953550"/>
                  <a:ext cx="179460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A9C8A8-1A36-08BE-A42C-376309E7A3D7}"/>
                    </a:ext>
                  </a:extLst>
                </p14:cNvPr>
                <p14:cNvContentPartPr/>
                <p14:nvPr/>
              </p14:nvContentPartPr>
              <p14:xfrm>
                <a:off x="9049320" y="1458630"/>
                <a:ext cx="309960" cy="247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A9C8A8-1A36-08BE-A42C-376309E7A3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43200" y="1452510"/>
                  <a:ext cx="322200" cy="25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44454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BC472-46CF-A750-FA3C-09DC814E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14EFBF4-8190-0309-D5AB-42477D764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46EE6-6D28-F637-C42B-CB73FD155D11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E3531-A282-78E5-D556-39550CE0CEF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46D71-0D77-EA8E-399A-0C0913F4FB09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24230F-8BF2-7F99-F0CE-A73EED93F1E6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AE72B0-8125-3FEF-2E3A-74914681988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AE72B0-8125-3FEF-2E3A-7491468198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38D0B7-3F76-B7A4-AB52-F679BD197E53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38D0B7-3F76-B7A4-AB52-F679BD197E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1C02F5-93D6-7275-4B95-4B765876520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1C02F5-93D6-7275-4B95-4B76587652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3F6643-2BBC-BA66-6F51-4DA440B7F6ED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3F6643-2BBC-BA66-6F51-4DA440B7F6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E781BC-D804-BC22-D9A7-9581956D533E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E781BC-D804-BC22-D9A7-9581956D53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59FB5A-BA1C-AF9A-3944-4288BDFC24A9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59FB5A-BA1C-AF9A-3944-4288BDFC24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7D298DE-3B1E-13C4-2479-B60226CD501B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895CC9-20A1-F0AC-A62F-72951A70B9CD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895CC9-20A1-F0AC-A62F-72951A70B9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A2DCBC-1794-1AC4-047E-FE0D1037B6E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A2DCBC-1794-1AC4-047E-FE0D1037B6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32E9089-3B06-24B1-7CAB-EE659622D1A9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32E9089-3B06-24B1-7CAB-EE659622D1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530184A-3648-5955-B018-F1ED60B0B3F3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B04C3B-AD0F-F3EA-CBA2-66EE58C78F5C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B04C3B-AD0F-F3EA-CBA2-66EE58C78F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2DEA64-A8CF-8056-C123-C5BD3535BF98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2DEA64-A8CF-8056-C123-C5BD3535BF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F6E3C1-9817-4E8B-6FE8-F8346016A601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F6E3C1-9817-4E8B-6FE8-F8346016A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A34030-AE21-A18F-BB18-BDCF2F7629FF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A34030-AE21-A18F-BB18-BDCF2F7629F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6BE59D4-64E3-A9A2-2537-F63CAC049859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6BE59D4-64E3-A9A2-2537-F63CAC04985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A8CA533-14CD-458C-90B9-E8EC78FB9104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A8CA533-14CD-458C-90B9-E8EC78FB91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22A5851-84C1-1475-7482-EBAFF159C428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4C250A-8162-7DE3-2F2E-F54DF61BFC0B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4C250A-8162-7DE3-2F2E-F54DF61BFC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51EFAE-5981-C973-1F28-DBA7D27CADD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51EFAE-5981-C973-1F28-DBA7D27CAD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F84A7C-A7F4-6C30-712E-267A2D70327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F84A7C-A7F4-6C30-712E-267A2D7032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223745-7182-3073-B03F-F65B1A20E8A6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223745-7182-3073-B03F-F65B1A20E8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64388A-CD85-0B51-1849-D74978F36CA6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64388A-CD85-0B51-1849-D74978F36CA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3F075C3-58D1-47B7-87D2-8F7F918A96A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3F075C3-58D1-47B7-87D2-8F7F918A96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0DA91D1-66B6-E34E-0038-485F714B6530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0DA91D1-66B6-E34E-0038-485F714B653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3AC96EE-9B01-BFF0-0576-CEDB8E2FFA11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2C5663-7F26-5555-E40D-2C3FBCDE065D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2C5663-7F26-5555-E40D-2C3FBCDE06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D92785-AE0C-55F1-AB70-D3C1B7DC212D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D92785-AE0C-55F1-AB70-D3C1B7DC21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9FFBF7-09F1-99C0-BF7F-D0F9CA172E4A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9FFBF7-09F1-99C0-BF7F-D0F9CA172E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EA8C84-7F4E-C541-28F7-91A9BD12353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EA8C84-7F4E-C541-28F7-91A9BD1235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3AD6FB0-BE53-737F-6913-E883409160DB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3AD6FB0-BE53-737F-6913-E883409160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6F427FFB-5F8B-D2DD-C5EB-66D3596A9E2A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D2598B-3176-3B71-56DF-A354E3DB9339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D2598B-3176-3B71-56DF-A354E3DB93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8F2565-1B54-A179-990D-21FEBAED399B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8F2565-1B54-A179-990D-21FEBAED39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37F0F80-E897-22B1-C623-C658215BA5EC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37F0F80-E897-22B1-C623-C658215BA5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4A02CB-AD7D-5AB4-6499-8150FA644268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C54CC6-C4EF-FAAE-AF24-CF0E1C3B3311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C54CC6-C4EF-FAAE-AF24-CF0E1C3B331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E41F70-F076-6434-E7BF-9F05974BB374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E41F70-F076-6434-E7BF-9F05974BB3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27E3EC5-CA45-1D24-FE0A-DAE1F42AE9DE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27E3EC5-CA45-1D24-FE0A-DAE1F42AE9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313AC9-F07A-5B7B-89E4-5877E51E3D27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313AC9-F07A-5B7B-89E4-5877E51E3D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699F72C-509F-9BCC-A9A5-B9B3D048755B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266002-C181-44DD-CE6B-CFD1868232EB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266002-C181-44DD-CE6B-CFD1868232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23F486-D198-C8F1-FCCB-860635521F0B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23F486-D198-C8F1-FCCB-860635521F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102C58E-FD30-60A9-C0E4-213FC9D1844D}"/>
              </a:ext>
            </a:extLst>
          </p:cNvPr>
          <p:cNvSpPr/>
          <p:nvPr/>
        </p:nvSpPr>
        <p:spPr>
          <a:xfrm>
            <a:off x="6975137" y="3776850"/>
            <a:ext cx="2355942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ED8FC6-4ED7-5791-8956-6002FDED1611}"/>
              </a:ext>
            </a:extLst>
          </p:cNvPr>
          <p:cNvSpPr/>
          <p:nvPr/>
        </p:nvSpPr>
        <p:spPr>
          <a:xfrm>
            <a:off x="6681240" y="4541410"/>
            <a:ext cx="1015603" cy="471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DBA1C1-AB1A-7D19-3361-6C7AC4A195E2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771DDC-66CA-856B-1393-E6079C343CD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771DDC-66CA-856B-1393-E6079C343C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50"/>
                  <a:ext cx="16261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0D0F17-7D47-F519-EF1C-B5C97F524CDB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0D0F17-7D47-F519-EF1C-B5C97F524C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80" y="1319310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81A17D1-391B-629F-52EB-740D3F47A44C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1C9456-6A08-4F37-B1CF-16078CE09FE5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1C9456-6A08-4F37-B1CF-16078CE09F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0"/>
                  <a:ext cx="85896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E24300-2D7D-EE4F-0F3B-E1C804880319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E24300-2D7D-EE4F-0F3B-E1C8048803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0" y="2759670"/>
                  <a:ext cx="468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B89A973-877A-837A-7FCB-FBFABF75E169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B89A973-877A-837A-7FCB-FBFABF75E1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04432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C0765-EDFA-C43A-5CEF-F43E7CE9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2137808-4B70-8F68-8C25-09B01C6C8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F21CB6-C530-068F-7FD2-A51118EDC8C7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2AC81-8788-45F0-C9A2-8A1B9FD34C26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C883-545F-0AE2-E46B-C07DE6A5DE6B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0D3A90B-3273-280F-F130-7FDD31AEDA84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21CDE3-E55A-9CC3-930A-4A4CC572B145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21CDE3-E55A-9CC3-930A-4A4CC572B1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0001A7-425B-F787-2B80-2611C90C92FE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0001A7-425B-F787-2B80-2611C90C92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91ADA5-7320-A27D-7AB0-058F09FE26E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91ADA5-7320-A27D-7AB0-058F09FE26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A912B5-3DF2-3456-2D8E-C32363673E0C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A912B5-3DF2-3456-2D8E-C32363673E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8E68435-DD2B-F290-83C4-B41BDF5335D4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8E68435-DD2B-F290-83C4-B41BDF5335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5711CC-1A24-36B5-0FB4-1C86D7EBBD1F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5711CC-1A24-36B5-0FB4-1C86D7EBBD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7BD00D4-6F25-211E-A371-5FB5D80C5199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F3F48C3-4A0F-51A7-3668-D3BE885DC6A3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F3F48C3-4A0F-51A7-3668-D3BE885DC6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DA0679-5F35-8CE4-CBBB-3E04C2113409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DA0679-5F35-8CE4-CBBB-3E04C21134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F9388D6-0798-A4A2-68AA-9F19BA1B1C1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F9388D6-0798-A4A2-68AA-9F19BA1B1C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4464711-79E7-FFD0-B6F0-C8371E87E500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517A73-7E7C-955D-53C0-BBAD743EB985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517A73-7E7C-955D-53C0-BBAD743EB9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AA791A-4130-5F56-61B8-76D3965E20BC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AA791A-4130-5F56-61B8-76D3965E20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27B94D-022A-BB61-2B94-27AC70088C0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27B94D-022A-BB61-2B94-27AC70088C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01B0CE-C59F-9706-1DC9-86A6752F344B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01B0CE-C59F-9706-1DC9-86A6752F344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92959A-1852-6629-1324-4A71D310D04D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92959A-1852-6629-1324-4A71D310D0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93ECEA-137B-BFDF-C732-1283C551739C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93ECEA-137B-BFDF-C732-1283C551739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6092ED9-309F-1021-C037-5C447EE9B0D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892177E-3797-DA69-156A-F084203525EE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892177E-3797-DA69-156A-F084203525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1B54E7-0B5B-E67B-7299-F02F10F09F4E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1B54E7-0B5B-E67B-7299-F02F10F09F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3BC0F5-CFCB-7F73-05DA-6404AA189DE4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3BC0F5-CFCB-7F73-05DA-6404AA189D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F4C955-F5F8-0795-F4F7-551291F9FBA4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F4C955-F5F8-0795-F4F7-551291F9FBA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3CB9E60-3BF8-C8C6-F110-2F1623F764E7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3CB9E60-3BF8-C8C6-F110-2F1623F764E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55F04B9-65C2-EF44-804B-3C16A0A8822B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55F04B9-65C2-EF44-804B-3C16A0A8822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5281AF-A6FA-DEA5-C332-391CB476D64B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C5281AF-A6FA-DEA5-C332-391CB476D6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88E0CEA-A6E2-9230-7583-E755688C1897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89E38E-A30F-022A-429D-7F292E343BD0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89E38E-A30F-022A-429D-7F292E343B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6D196D-14C4-A94D-8689-E2564877CE1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6D196D-14C4-A94D-8689-E2564877CE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23B44AB-7898-F598-0D07-9AD36AA9844F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23B44AB-7898-F598-0D07-9AD36AA984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9CFD70-DE22-3DF6-364D-96C9A8A40F95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9CFD70-DE22-3DF6-364D-96C9A8A40F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1395762-C5BE-57FE-B395-C0D2AD82D916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1395762-C5BE-57FE-B395-C0D2AD82D91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8D0733D-C9FC-33D8-1641-C9EA6EAF36D8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0A0942-2E7F-1E7C-46A0-1EB8C76831A3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0A0942-2E7F-1E7C-46A0-1EB8C76831A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D964B1-8975-B9AD-6117-E496974E0678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D964B1-8975-B9AD-6117-E496974E06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0AE1A0-8B2B-42EB-E4F6-A80946742D8C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0AE1A0-8B2B-42EB-E4F6-A80946742D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F23A93-AFB0-4D8E-A7C8-1F84954B8F20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BB190C-FF32-1240-3436-1032DFD62D89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BB190C-FF32-1240-3436-1032DFD62D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5BB9D5E-3CE9-CCFE-9F81-2B9435BB40EB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5BB9D5E-3CE9-CCFE-9F81-2B9435BB40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13E489F-457B-526E-5A37-00130209DBB8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13E489F-457B-526E-5A37-00130209DB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384999F-460C-2C5D-BFCC-D89A178F9FEA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384999F-460C-2C5D-BFCC-D89A178F9FE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65442FC-0C24-E2B2-EA97-AB8D1AEEE4BD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3794FA-0711-99A1-D32C-3E5E2F14BD6B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3794FA-0711-99A1-D32C-3E5E2F14BD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6D38BA-42B9-83F3-B066-8543A99F7C3C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6D38BA-42B9-83F3-B066-8543A99F7C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723181F-B916-031D-D7E9-1761027EDA19}"/>
              </a:ext>
            </a:extLst>
          </p:cNvPr>
          <p:cNvSpPr/>
          <p:nvPr/>
        </p:nvSpPr>
        <p:spPr>
          <a:xfrm>
            <a:off x="7796339" y="3776850"/>
            <a:ext cx="1534739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3A3EFA-766C-19D6-314E-3A9CA23DD39C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541C77-EFFA-79CD-6AA3-257FA614527F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541C77-EFFA-79CD-6AA3-257FA61452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2A1AE0-352B-4AD0-B3CD-9F224E61EFF8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2A1AE0-352B-4AD0-B3CD-9F224E61EF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EBBD61-F848-9B68-18F1-905B83A38BA5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971D94-CBEF-BA07-C679-2CDC69B8E4B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971D94-CBEF-BA07-C679-2CDC69B8E4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44BF03C-C7E2-E693-7647-BD59327429DB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44BF03C-C7E2-E693-7647-BD59327429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F07F7E-D9B7-C889-D64F-3C4B4395F310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F07F7E-D9B7-C889-D64F-3C4B4395F31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30F83AF-2C27-EEB1-1BE3-346519D1B92D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17258E-E860-6140-7966-94D5871BFC85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17258E-E860-6140-7966-94D5871BFC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B05545-0A0C-3094-7F80-BCD091F874E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B05545-0A0C-3094-7F80-BCD091F874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80" y="4085550"/>
                  <a:ext cx="241920" cy="19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88482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48753-2B7D-C33B-41DE-FCA9DA92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72B8CB8-F93F-23E6-4BB3-EE5D481F6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2E1B0-467E-9F7B-E37F-B94DDB88DF6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AAC4C9-B841-08E4-C4AB-FE485265D794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F1605-53C4-296E-3AB8-FB000AA5E7D1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C669C2-5A6A-0109-B6C7-AAA4770D1EA7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4A5BC6-6D8F-0165-2D41-56AB4E553A5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4A5BC6-6D8F-0165-2D41-56AB4E553A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AA4F95-33D6-1388-D6F6-99BDC6AD8644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AA4F95-33D6-1388-D6F6-99BDC6AD86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E767FF-E53E-548D-6D83-B8EA4A324C65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E767FF-E53E-548D-6D83-B8EA4A324C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802EDA-22A8-6068-AB5D-82B87C22DB25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802EDA-22A8-6068-AB5D-82B87C22DB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88DDAA-0E12-01A6-28B1-3F20ADE70841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88DDAA-0E12-01A6-28B1-3F20ADE708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8DA99FE-3621-B371-06EB-302E5E41D1D8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8DA99FE-3621-B371-06EB-302E5E41D1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037F986-55F7-9B44-A193-DB2A45E82F3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DC9D85-A1FA-780B-6FF6-96ADED5D7538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DC9D85-A1FA-780B-6FF6-96ADED5D75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53443D-947E-8AD1-7145-7FAE368261A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53443D-947E-8AD1-7145-7FAE368261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86D3599-09CC-68F4-858E-24B20E38C77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86D3599-09CC-68F4-858E-24B20E38C77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BB8661D-3B37-949B-B271-135B2781470D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1E4516-5A83-3DDD-7F3A-EFA4D66A081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1E4516-5A83-3DDD-7F3A-EFA4D66A08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28DE45-0B4A-8FF5-CAB8-F5594692169E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28DE45-0B4A-8FF5-CAB8-F559469216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0279FF-D20F-A896-3C87-E75DF561FC1B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0279FF-D20F-A896-3C87-E75DF561FC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F9E905-4510-7064-6804-62D47961BFE3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F9E905-4510-7064-6804-62D47961BF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EA92D9-C215-83F1-E2D0-697191C19519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EA92D9-C215-83F1-E2D0-697191C1951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06C2C13-1261-B669-967B-624AC8A2862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06C2C13-1261-B669-967B-624AC8A286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C4D637C-2C27-2739-3707-1CED2C2197F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8E3298-5475-248E-D419-101A657CA27F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8E3298-5475-248E-D419-101A657CA2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0358FD-4829-9105-CF27-22F2F008956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0358FD-4829-9105-CF27-22F2F00895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B44A4C-DB1A-BC54-5C05-866CF65027FD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B44A4C-DB1A-BC54-5C05-866CF65027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3AEE741-67EB-3080-6919-94160F1C179E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3AEE741-67EB-3080-6919-94160F1C17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B7D917-DCCB-4560-0BF9-6DBCCE470E67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B7D917-DCCB-4560-0BF9-6DBCCE470E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254A54B-A02D-8B6C-9974-25C40DD19C56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254A54B-A02D-8B6C-9974-25C40DD19C5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9A5F8B6-0F04-FF21-485C-E8A380F6C0E4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9A5F8B6-0F04-FF21-485C-E8A380F6C0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189F211-D546-0665-E812-AEFAC5634F80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6EA4E-24DD-C8FD-B157-D243DAA6814D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6EA4E-24DD-C8FD-B157-D243DAA6814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D2C9F0-1A2F-043F-FBFF-CE7ABC00DD1A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D2C9F0-1A2F-043F-FBFF-CE7ABC00DD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27CE494-C15A-D028-BAA2-641A3F005AFE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27CE494-C15A-D028-BAA2-641A3F005A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BC4E72-43CE-6177-AA5C-72B0339EF88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BC4E72-43CE-6177-AA5C-72B0339EF88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48230F0-FFFE-31C3-D907-422565F4C86C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48230F0-FFFE-31C3-D907-422565F4C86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15F1A18-6C25-A325-AA34-6E9F3533A01E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C17F1B-0F12-9EBA-BD94-E9577363888E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C17F1B-0F12-9EBA-BD94-E957736388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C0F215-216E-E448-4CB3-42B621E18C0E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C0F215-216E-E448-4CB3-42B621E18C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CE50AA-D275-328B-2A95-AC07C6DF9DC4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CE50AA-D275-328B-2A95-AC07C6DF9D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5643243-CE40-FEA7-DF98-C374E6215219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C9400BE-9806-BB10-75B5-BD51B9C2A0DE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C9400BE-9806-BB10-75B5-BD51B9C2A0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E16C62-C62F-7F0F-BC42-5BC4B347D559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E16C62-C62F-7F0F-BC42-5BC4B347D5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7AABD9F-A5E8-6376-F768-6B2F3CC79EB2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7AABD9F-A5E8-6376-F768-6B2F3CC79EB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0F12861-2993-BF44-2F24-1EBEC8A5C93B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0F12861-2993-BF44-2F24-1EBEC8A5C93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C92A66E-0B60-535D-7DD3-61CE6AE4EC7A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4A5A60-815C-D5D2-1194-2CDAAD8C11A4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4A5A60-815C-D5D2-1194-2CDAAD8C11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29F608-DA4B-86E7-4F38-BE5656901914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29F608-DA4B-86E7-4F38-BE56569019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BD44132-5F7A-56AD-E66A-C4597427742F}"/>
              </a:ext>
            </a:extLst>
          </p:cNvPr>
          <p:cNvSpPr/>
          <p:nvPr/>
        </p:nvSpPr>
        <p:spPr>
          <a:xfrm>
            <a:off x="7796339" y="3776850"/>
            <a:ext cx="1534739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52017D7-91FD-3953-30A6-A654BCAE1C6B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FC85DE-92A5-5E09-DC6E-53926606637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FC85DE-92A5-5E09-DC6E-5392660663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309F6C-7101-49D7-186B-574E3FDA1E1C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309F6C-7101-49D7-186B-574E3FDA1E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38310C-7132-6C76-512C-3DDB773B0A1F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8D8642-D2D8-990D-96BB-EC53B84C867A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8D8642-D2D8-990D-96BB-EC53B84C86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2B07FB-57A1-40CB-92BF-9A4FCCC93DE1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2B07FB-57A1-40CB-92BF-9A4FCCC93DE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B1600E-0655-1414-F0C5-D8270069AF73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B1600E-0655-1414-F0C5-D8270069AF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ED3D4B-B090-0B2A-9964-D33154130E24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A5767E-1E0E-163D-4205-034A8CD70938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A5767E-1E0E-163D-4205-034A8CD709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BA0B28-A18E-8EE3-4D23-D90EE6B1004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BA0B28-A18E-8EE3-4D23-D90EE6B100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CF785-8561-2933-1136-E0F89DF45700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E92E9D-A438-2877-C22D-52083D0DC62A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E92E9D-A438-2877-C22D-52083D0DC6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4D8363-87EB-09F9-9BE9-CA4CD0E0F9E7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4D8363-87EB-09F9-9BE9-CA4CD0E0F9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5026AB-C766-546A-09B9-BAD497D7C2DC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5026AB-C766-546A-09B9-BAD497D7C2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40" y="4232430"/>
                  <a:ext cx="271800" cy="40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44807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72B61-BF51-3588-4DB9-185C5C97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AF39832-2CFB-3A62-5179-8A1EC7D6D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DA850F-87D2-1464-3B33-76D52B61BBCB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69C4C-5BF8-2203-BC28-3EBD57CADAB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D3133-4AF5-FD14-0BD8-72F6856B7474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0962D0-EBD3-2EA4-B63D-58A8E00E05C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BFC146-F627-EC45-5C72-20E3994F9D5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BFC146-F627-EC45-5C72-20E3994F9D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FF8CA-9B5E-DDB3-A204-9FE14328EC3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FF8CA-9B5E-DDB3-A204-9FE14328EC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7A8080-CF60-76F8-B6FA-BCF158877B1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7A8080-CF60-76F8-B6FA-BCF158877B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78DE7C5-6685-66F1-220C-88A19679F275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78DE7C5-6685-66F1-220C-88A19679F2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8FFB5B-1B40-39A9-7A27-D2D65B0A4BF5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8FFB5B-1B40-39A9-7A27-D2D65B0A4B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280C7A-CE17-B43A-8663-C920AE853E13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280C7A-CE17-B43A-8663-C920AE853E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D85D9DA-74CE-8205-A781-95121A3005E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D8BD2A-6E2B-4BB6-2EE7-6D43F9BB3020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D8BD2A-6E2B-4BB6-2EE7-6D43F9BB30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BE2AB6-0820-26D9-7F65-EC4B7A4AD35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BE2AB6-0820-26D9-7F65-EC4B7A4AD3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7CBD362-6D76-7534-6B8D-0220AB9F2CFD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7CBD362-6D76-7534-6B8D-0220AB9F2C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929A00D-6AF0-2855-C085-8680D24BC346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66E561-6CAE-6EF3-2BEF-6968ED56FA2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66E561-6CAE-6EF3-2BEF-6968ED56FA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FA6658-C91C-FEA2-CE16-F35FC0BC1D16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FA6658-C91C-FEA2-CE16-F35FC0BC1D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F62DB3-791A-44F3-93B2-170335B3EC59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F62DB3-791A-44F3-93B2-170335B3EC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9F0244D-1147-CC9D-E086-F71FCEB94A6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9F0244D-1147-CC9D-E086-F71FCEB94A6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52CBA59-3EF4-744C-71FC-2855450A200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52CBA59-3EF4-744C-71FC-2855450A20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603D7D-4C1D-075A-D353-2DEDFE8C7172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603D7D-4C1D-075A-D353-2DEDFE8C71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25C93436-04EA-5D7B-1E90-5BF6B026A981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10441-4EFC-6308-613C-C8DFC5455A75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10441-4EFC-6308-613C-C8DFC5455A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6062D0-ECF5-751B-FA3B-F915F5CE3A42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6062D0-ECF5-751B-FA3B-F915F5CE3A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7FFDD6-4644-573F-B7DD-4C4BC2895FA7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7FFDD6-4644-573F-B7DD-4C4BC2895FA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DB4BA9-F63E-40DF-5A57-AA16204BFF65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DB4BA9-F63E-40DF-5A57-AA16204BFF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51C2C85-DDBD-8A0F-8F39-9B6C54937E80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51C2C85-DDBD-8A0F-8F39-9B6C54937E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8AC03C2-AE1C-101F-B1B2-AF53D4C0EB9A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8AC03C2-AE1C-101F-B1B2-AF53D4C0EB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7CB72F3-3EDE-2D18-EE44-87BE96553C46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7CB72F3-3EDE-2D18-EE44-87BE96553C4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E056A94-725A-EA29-7B77-B2F5512E248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D9BF20-4A5A-1EAF-8922-F8D18F330F8C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D9BF20-4A5A-1EAF-8922-F8D18F330F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B8FD98-2CA8-9F1A-0C96-15FB1F9DFDB0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B8FD98-2CA8-9F1A-0C96-15FB1F9DFD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D3CB66-C8C6-07BE-C0CC-F3426EB601D8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D3CB66-C8C6-07BE-C0CC-F3426EB601D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532D80-E8D8-6575-E37A-32FFE442D105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532D80-E8D8-6575-E37A-32FFE442D1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4818C9C-1DC6-F6A3-B388-ED0A05923DF0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4818C9C-1DC6-F6A3-B388-ED0A05923DF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D603FDF5-BDD9-FC82-4806-C8BC33A72992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7EB34D-79E7-C7A7-9F32-A03CA59D20DF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7EB34D-79E7-C7A7-9F32-A03CA59D20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21D479-7E26-B2F0-5E84-F172AA45579B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21D479-7E26-B2F0-5E84-F172AA455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0C928F-E95D-003A-8BA5-48DEFF205EAD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0C928F-E95D-003A-8BA5-48DEFF205E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C374CDD-583F-9798-CC9D-FA50003EA6ED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15A840-70B0-42D1-BC3F-8784E0DC3FD0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15A840-70B0-42D1-BC3F-8784E0DC3F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D50884-5657-8BA7-110E-347D430DEBB4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D50884-5657-8BA7-110E-347D430DEB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C2D1161-B41A-C6B3-9991-353B1C45CA45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C2D1161-B41A-C6B3-9991-353B1C45CA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7CE5F8-7865-6265-0A25-DB3224D91329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7CE5F8-7865-6265-0A25-DB3224D9132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79B05C8-E968-60FC-D859-6E99C46131CC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2170A4-36BE-9D00-8DC2-53AD16905F70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2170A4-36BE-9D00-8DC2-53AD16905F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20ADD7-4DFF-F6A1-3129-12BDE24623B1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20ADD7-4DFF-F6A1-3129-12BDE24623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1A5A12A-696F-0A99-E73A-022958850AF0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076216-D12E-29DD-66A8-E362010448AE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076216-D12E-29DD-66A8-E362010448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C913E1-B511-0CD7-7272-4047CD37F797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C913E1-B511-0CD7-7272-4047CD37F7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37AA6AD-649E-2AD8-AF01-576C2E1CDF77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2639BA-E5D0-D079-49CA-3F53555B68A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2639BA-E5D0-D079-49CA-3F53555B68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E00B68A-6D56-015F-C0C2-C6487B6FF2C9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00B68A-6D56-015F-C0C2-C6487B6FF2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F197B8-DA50-5E3B-579E-B32BFFFD5E67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F197B8-DA50-5E3B-579E-B32BFFFD5E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6F1645-D252-2432-D674-CBA748617CAA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623031-3710-FA3F-5A03-B858C0B18CFB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623031-3710-FA3F-5A03-B858C0B18C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B14F8B5-A5E1-3711-6685-73420AC1CAB4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B14F8B5-A5E1-3711-6685-73420AC1CA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9B091DE-E5E1-9C74-75E7-FC94A393D085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C3E5E8-8A92-EF84-1781-534CAF7363EC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C3E5E8-8A92-EF84-1781-534CAF7363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06E709E-BB70-1363-0833-DE12F4D0AD1F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06E709E-BB70-1363-0833-DE12F4D0AD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7B9FF4E-8188-582A-D376-74225C7DD140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7B9FF4E-8188-582A-D376-74225C7DD1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1859E6-4FAC-352F-BB0C-90E5C9978008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FB6A00-69DE-CB5C-83AE-8832219AFE15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FB6A00-69DE-CB5C-83AE-8832219AFE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4623E1-A60C-C571-9BE7-5FBA1756753E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4623E1-A60C-C571-9BE7-5FBA175675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0" y="4327470"/>
                  <a:ext cx="310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147B03-EBB8-0D47-1DD1-16CE4FB5F353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147B03-EBB8-0D47-1DD1-16CE4FB5F3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7A45C4D-9DA1-1FA3-B1C6-0870BD18528B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7A45C4D-9DA1-1FA3-B1C6-0870BD1852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E441C9D-FFB3-BA9F-6BC6-DE2A1CF5C894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E441C9D-FFB3-BA9F-6BC6-DE2A1CF5C89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0648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E8F3F-BCF5-3167-E578-099D7BC5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25D242F-7522-E08D-14EA-1400F2837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586ED4-7849-7636-86F1-C0A6AC5782FE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D0797C-2A38-3179-B520-6A974E720D31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9DCFC-F3A3-D877-458A-76991D11AE29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37D64F-D26E-B575-0280-6F3F621953C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359F53-38D5-4871-5BCE-DFF27B98F50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359F53-38D5-4871-5BCE-DFF27B98F5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F2925F-9672-0C64-A76F-A52BB028E978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F2925F-9672-0C64-A76F-A52BB028E9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9FDBE7-5180-96E3-CEAE-CA29754A93D6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9FDBE7-5180-96E3-CEAE-CA29754A93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A6DC4D-5CBA-35EB-D125-517BBCEA0FBE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A6DC4D-5CBA-35EB-D125-517BBCEA0F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7B7ED9-F39C-C83D-E5C9-CC93B0F5C60C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7B7ED9-F39C-C83D-E5C9-CC93B0F5C6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F881A8-AD37-D936-2DA1-FA2670349304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F881A8-AD37-D936-2DA1-FA26703493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73EF326-EA2D-D7C6-4BA6-89D4B356649F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9F3DED-61F0-454B-D6F7-7240658F0909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9F3DED-61F0-454B-D6F7-7240658F09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E6F6DA-BE46-F664-DE28-9F42D055BBA4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E6F6DA-BE46-F664-DE28-9F42D055BB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3D80DE2-30D8-3060-4C86-626ABF2A5EA2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3D80DE2-30D8-3060-4C86-626ABF2A5EA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8430870-1500-BFF8-A38D-2B4A1A4C6CC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7EC7E2-8FB5-4509-9931-2A972FE5E13F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7EC7E2-8FB5-4509-9931-2A972FE5E1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A73E18-77F0-F9AA-A1BC-2CF0D6CC734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A73E18-77F0-F9AA-A1BC-2CF0D6CC73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0D38A3-6452-66F5-12CF-28E0B66E00A5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0D38A3-6452-66F5-12CF-28E0B66E0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67848D-9992-1656-39B6-C1C5B67FB2C3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67848D-9992-1656-39B6-C1C5B67FB2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A86157-FDC4-3E6D-C9B3-05B3F896A757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A86157-FDC4-3E6D-C9B3-05B3F896A7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6536112-3E22-1CAE-C762-A528317E9F88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6536112-3E22-1CAE-C762-A528317E9F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2D94AA7-AD3A-D601-C38F-26CF5219AA2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BA3F55-6523-21F3-D029-3EC0D93361BD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BA3F55-6523-21F3-D029-3EC0D93361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895B99-7C1E-2B25-055B-A101832BB66A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895B99-7C1E-2B25-055B-A101832BB6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645C01-B727-F13E-2A16-7FC550F1F07E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645C01-B727-F13E-2A16-7FC550F1F07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E72810-98A8-2DDB-523E-3FDDE0ACF576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E72810-98A8-2DDB-523E-3FDDE0ACF57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85563F4-D2D6-1FAB-09A3-7D250D541403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85563F4-D2D6-1FAB-09A3-7D250D5414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028D759-B38D-ECB0-B93D-08AB077E2CBC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028D759-B38D-ECB0-B93D-08AB077E2C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BEBA10E-1F56-91BB-4440-FD72D4CAD76D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BEBA10E-1F56-91BB-4440-FD72D4CAD76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333E863-17D7-7780-92A8-AFAFF100509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0792D2-C422-72E7-F08F-10BA21E7F302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0792D2-C422-72E7-F08F-10BA21E7F30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C5FA1D-C3FF-FA28-ED9A-D5B159BC63DC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C5FA1D-C3FF-FA28-ED9A-D5B159BC63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EDE985-00F8-A7FB-2637-8371C1A2EEA5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EDE985-00F8-A7FB-2637-8371C1A2EE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F53C5D-85EF-F505-F233-D4AAA7585D1C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F53C5D-85EF-F505-F233-D4AAA7585D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B5DAA16-D39B-56AD-B042-5B493292B331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B5DAA16-D39B-56AD-B042-5B493292B33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A3CC60D-10A5-AA9B-3860-F61CDFF5A4A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B5CD9B-67CA-8A31-E646-361E931C1FDB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B5CD9B-67CA-8A31-E646-361E931C1F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AFBE25-C8F6-A8CE-DF82-64105A8AC067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AFBE25-C8F6-A8CE-DF82-64105A8AC0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36B7073-BE58-D6D6-F174-BF0E140203C1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36B7073-BE58-D6D6-F174-BF0E140203C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A88D73-3284-2AFE-8F46-D4387E121FD1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25E876-365B-E9AE-6A64-1A546F904496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25E876-365B-E9AE-6A64-1A546F9044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6559FE-BEBB-C602-4AEA-5EFF3000D68B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6559FE-BEBB-C602-4AEA-5EFF3000D6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60F6487-4B00-53E7-3424-1C65418B7F8E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60F6487-4B00-53E7-3424-1C65418B7F8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1C83C3F-5AC4-7495-3693-24212A3BC4AB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1C83C3F-5AC4-7495-3693-24212A3BC4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5233B57-8EBA-17C0-F992-3F3B7B10CB00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69A01D-1BC6-5B27-535C-83B5DF559573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69A01D-1BC6-5B27-535C-83B5DF5595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42D2C3-902C-2E99-B832-FD3CC8D592C5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42D2C3-902C-2E99-B832-FD3CC8D592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641CFAA-8DEB-46C8-461C-E9B3F8B7C9F0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992874-D894-C30B-F373-B0E077FEF55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992874-D894-C30B-F373-B0E077FEF5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9E45C1-C280-0486-52DB-A9B592FAF911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9E45C1-C280-0486-52DB-A9B592FAF9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137742E-5202-BE16-C0EE-19C04BB54091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469E74-A28B-D93A-0EE6-B7CF484F1560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469E74-A28B-D93A-0EE6-B7CF484F15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BCFD8FE-B08F-97A4-B420-85611C6BDD48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BCFD8FE-B08F-97A4-B420-85611C6BDD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5595F5-011E-3592-CF28-D529F7354876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5595F5-011E-3592-CF28-D529F73548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2B43626-3EAC-3DD3-CFEF-1A7D58702D71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FC6AB6-0682-DBBA-2870-2B5C532C7F13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FC6AB6-0682-DBBA-2870-2B5C532C7F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0E912C-62EF-E4D2-3FA5-DA872956DAE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0E912C-62EF-E4D2-3FA5-DA872956DA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4034AA-F4EC-65BE-5169-F362B7562A80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CE6CD20-B78F-FFC6-0342-C77E75174EF6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CE6CD20-B78F-FFC6-0342-C77E75174E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FC5717-063D-29D6-6819-780D0BC54950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FC5717-063D-29D6-6819-780D0BC549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043D53-1D4D-F9B9-E281-FBA3D83CA796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043D53-1D4D-F9B9-E281-FBA3D83CA7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E1CF10-D344-5F58-7F01-D0F61DA9810D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3A96D8-33EE-C689-8DD8-46AFAB193190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3A96D8-33EE-C689-8DD8-46AFAB1931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088EABC-2288-88CD-0895-B46F1C355F4F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088EABC-2288-88CD-0895-B46F1C355F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4EEE3C-DCE5-5B07-DF5B-E6E68639C6FD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4EEE3C-DCE5-5B07-DF5B-E6E68639C6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73A149-7ABC-CF9A-C374-D2289056CA05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73A149-7ABC-CF9A-C374-D2289056CA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A25B6F-782C-4082-69E4-88BFE7228E3F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A25B6F-782C-4082-69E4-88BFE7228E3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96E3036-DE38-B035-2ECE-8BC5A90A5708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88D1CB-BE66-C64A-78EF-9270BD536983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88D1CB-BE66-C64A-78EF-9270BD5369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90"/>
                  <a:ext cx="61596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DE0137-DD22-7C9B-5115-B60E1264B34A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DE0137-DD22-7C9B-5115-B60E1264B3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F7537A3-CC26-2AF0-C366-B84217BCED0F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F7537A3-CC26-2AF0-C366-B84217BCED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0" y="3088710"/>
                  <a:ext cx="262440" cy="33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82165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B9EDE-6805-8F29-2B6B-83A80715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BDA3779-0E09-3165-B857-A3E882DE3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2AC51-9AA4-67C1-FFD7-9F062732A3AE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FCD73-46E9-CE0D-7903-A00CBA4BC0FF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0AA4DA-9C5B-76E7-3C29-6EB57100D349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2424FC-FBB4-5BAD-7100-60501E1C0137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2424FC-FBB4-5BAD-7100-60501E1C01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3F58FD-3607-922B-5CBE-098E57D95FE2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3F58FD-3607-922B-5CBE-098E57D95F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7BD5B8-4608-CE6D-AF9C-E14141420995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7BD5B8-4608-CE6D-AF9C-E141414209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985FD9-5D19-C978-7074-754672393170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985FD9-5D19-C978-7074-7546723931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BB52251-E382-6341-9A65-C124C470FB98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BB52251-E382-6341-9A65-C124C470FB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AD1DE05-AFF9-1FEE-E742-F28EE4459BF1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AD1DE05-AFF9-1FEE-E742-F28EE4459B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4580-5237-6E58-A3DC-1170647C2BC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2D054C-6A92-D942-1651-AD6FAECF2B65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2D054C-6A92-D942-1651-AD6FAECF2B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FFA4D4-452A-ED47-760B-72E05D95B172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FFA4D4-452A-ED47-760B-72E05D95B1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259919D-F7F0-6B1B-9563-8B578BC1091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259919D-F7F0-6B1B-9563-8B578BC109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D9599CC-14AB-40A5-0D94-C1DEA395000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AB9720-3FF0-4C4F-F93A-DF357C47F55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AB9720-3FF0-4C4F-F93A-DF357C47F5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9A5A4D-BE7F-5437-0039-C205467228E4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9A5A4D-BE7F-5437-0039-C205467228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68E1F1-AE94-DEC5-FDFE-03870080AE4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68E1F1-AE94-DEC5-FDFE-03870080AE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7A4995-B2AC-BEB5-A829-7AF08E62554D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7A4995-B2AC-BEB5-A829-7AF08E6255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8A59A5-87A0-F5B5-BDDC-56958702685A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8A59A5-87A0-F5B5-BDDC-5695870268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7BB2450-16A1-6D3C-D384-6DDFE733DE5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7BB2450-16A1-6D3C-D384-6DDFE733DE5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841FB-9EB0-1E06-6B5E-46D9A98ACFB6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C144DC-2808-9920-1D3A-9558283668AC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C144DC-2808-9920-1D3A-9558283668A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7FCD0E-732A-8C2D-F96E-C2A7E8C9E634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7FCD0E-732A-8C2D-F96E-C2A7E8C9E6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C524E6-9BF8-E36B-3695-586673067539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C524E6-9BF8-E36B-3695-5866730675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54E770-FD98-4BE3-9641-1418B827B98A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54E770-FD98-4BE3-9641-1418B827B98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4C98D45-B940-D719-E5BE-AA30BC163A20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4C98D45-B940-D719-E5BE-AA30BC163A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CF235B9-E972-BD92-D53A-77EE2568B6E1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CF235B9-E972-BD92-D53A-77EE2568B6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B0FCB1D-6958-66C8-E4B2-6F84CEFA2838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B0FCB1D-6958-66C8-E4B2-6F84CEFA283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D5D8B69-C52F-BC9A-7C88-F758C231D14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BDBD23-F96E-BF7A-99D1-A7FF5E6BCB32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BDBD23-F96E-BF7A-99D1-A7FF5E6BCB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A242E9-3C0C-7D3E-DD4D-6DDD6FB94722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A242E9-3C0C-7D3E-DD4D-6DDD6FB947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EC8744-9989-3A77-A02E-4542D31A6AED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EC8744-9989-3A77-A02E-4542D31A6A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7AF547-C0B5-AE99-D2D6-2593A35906B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7AF547-C0B5-AE99-D2D6-2593A35906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45FE57D-79AC-C1B2-830D-D20F294ED122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45FE57D-79AC-C1B2-830D-D20F294ED12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302F75A-BF23-5A63-D286-DDB0F9864E7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AEC6A7-710E-3DC4-D0CD-9474FE836744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AEC6A7-710E-3DC4-D0CD-9474FE8367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711CF4-C8D1-8E8D-4097-EC28AFE60632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711CF4-C8D1-8E8D-4097-EC28AFE606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AC59F9-6B49-896B-6ECE-135EABC65885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AC59F9-6B49-896B-6ECE-135EABC658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65F43A-B5CA-468F-868D-296F37F80590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65E59C-0408-8EA8-8544-067791C3CBE0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65E59C-0408-8EA8-8544-067791C3C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7ADB34-32E4-4374-6807-694D2B8EB571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7ADB34-32E4-4374-6807-694D2B8EB5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1E50E40-92FD-F1D8-D856-3ACD1ABB08E1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1E50E40-92FD-F1D8-D856-3ACD1ABB08E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92F153D-4F29-A1A1-796D-FE96979B6B26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92F153D-4F29-A1A1-796D-FE96979B6B2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CBF5A56-0860-2255-5EF4-C08112CF8B2F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A01686-881B-7BB6-0164-363B16BCE582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A01686-881B-7BB6-0164-363B16BCE5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30BB29-4E58-58E0-713F-AC13F1F56A50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30BB29-4E58-58E0-713F-AC13F1F56A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71643C-7843-C225-F30C-8ADC65FC819E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79DF0D-BE0B-1E70-1B0C-1AA05F2631CD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79DF0D-BE0B-1E70-1B0C-1AA05F2631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B7922D-F1F0-7CDA-3668-0950C67536B5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B7922D-F1F0-7CDA-3668-0950C67536B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29D9FE-70F1-5A39-D2A5-433CCE48A78C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68103C8-DAE9-E94C-A94B-13D70E896511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68103C8-DAE9-E94C-A94B-13D70E8965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3F9648-96D6-44E6-07D8-060D39A2BCF5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3F9648-96D6-44E6-07D8-060D39A2BC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71AFB4-B8D3-FCE3-63FC-5E65B0814C75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71AFB4-B8D3-FCE3-63FC-5E65B0814C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22A07C1-202A-3E66-7791-63C96059DD97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193027-93D8-5E40-FE94-B5E8F184EB08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193027-93D8-5E40-FE94-B5E8F184EB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031183-C8F0-CFE3-00D3-639C91F06E90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031183-C8F0-CFE3-00D3-639C91F06E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AA9FC11-FDE7-82B1-4094-4B797AEA0563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ADD56C-141A-A7C0-4A5B-CE26B22C2F53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ADD56C-141A-A7C0-4A5B-CE26B22C2F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EC8D03-30D5-622C-146B-D48E5A5BA374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EC8D03-30D5-622C-146B-D48E5A5BA37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8C126F-A959-065F-FF21-07C08259CB8D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8C126F-A959-065F-FF21-07C08259CB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43533F3-2B48-0C08-511C-080F702FF083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7DE4F0-763B-FA02-8868-8B46DF3140EC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7DE4F0-763B-FA02-8868-8B46DF3140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05FACA-A48B-2F88-CD41-3382D4CAEB9C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05FACA-A48B-2F88-CD41-3382D4CAEB9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B5D814-AD43-02C1-FF6C-4B11A44AD239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B5D814-AD43-02C1-FF6C-4B11A44AD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EB3457-9ECD-5A58-933E-D809DEAE85AF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EB3457-9ECD-5A58-933E-D809DEAE85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A4E883-29ED-5F4F-5D34-B0A1FA8755F9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A4E883-29ED-5F4F-5D34-B0A1FA8755F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FA1DA43-2E19-1322-23E5-9EE8FE1BABE6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09F6B2-5F95-FBD2-3810-10F7B139FE42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09F6B2-5F95-FBD2-3810-10F7B139FE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048B8C-D13E-5D1F-E674-38810637120E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048B8C-D13E-5D1F-E674-3881063712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F1673D-8A24-AAA8-EFBB-4D8FDAEF5B05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F1673D-8A24-AAA8-EFBB-4D8FDAEF5B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9F42E6D-2D34-B355-480E-F044CC6DDD26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B4AE7E-14CD-2A2A-9A56-3A903DC31D36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B4AE7E-14CD-2A2A-9A56-3A903DC31D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2D0016-CAA9-1FD8-8B3B-F7E5980C0A3B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2D0016-CAA9-1FD8-8B3B-F7E5980C0A3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20" y="3079710"/>
                  <a:ext cx="358560" cy="18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60199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909B0-A715-B640-5E9A-17F0BFDA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2974E4E-B2FB-AE72-234F-D379B095C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0058E-E101-C8D0-1298-1E7754CD113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C1971-42CF-839B-C92B-E50F5BA43F3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51B033-6A34-BE31-8D6E-EBC361FF0032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5B51B7-326C-38F3-A59A-77DC892D3B69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5B51B7-326C-38F3-A59A-77DC892D3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CBB3A30-7731-A70E-2923-1A4E89C779CB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CBB3A30-7731-A70E-2923-1A4E89C779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B26E1B-0F76-6DD5-8579-F9BD46232F6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B26E1B-0F76-6DD5-8579-F9BD46232F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3AAD57-9E0C-83DE-169A-ED676AA6FF12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3AAD57-9E0C-83DE-169A-ED676AA6FF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F1AD83-BD69-7139-6F4D-1F546A6718AB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F1AD83-BD69-7139-6F4D-1F546A6718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ACC182-F244-FF72-91C7-AB8433D004F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ACC182-F244-FF72-91C7-AB8433D004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8951F-2190-0666-4F2C-9A3B95D4EDE0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BA8963-040D-4766-0A63-614584A1F02B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BA8963-040D-4766-0A63-614584A1F0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7F8A260-10C3-5C01-47AF-3837364231E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7F8A260-10C3-5C01-47AF-3837364231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6B9C09-BE10-36D7-342F-BD7B4C65196A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6B9C09-BE10-36D7-342F-BD7B4C65196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3553880-2EB6-D448-86BC-ED3A5D95D1AC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738A86-8ED7-3693-B10A-471115996E27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738A86-8ED7-3693-B10A-471115996E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4AC4C60-D512-57FE-0A78-D6CD00112C58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4AC4C60-D512-57FE-0A78-D6CD00112C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E276D8-8E70-9049-80AF-D6E93050FDFB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E276D8-8E70-9049-80AF-D6E93050FD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560306-1074-4DD7-B3F4-ADA5FBE985CD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560306-1074-4DD7-B3F4-ADA5FBE985C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3C21B91-821B-AF1E-42F7-7016310FBD5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3C21B91-821B-AF1E-42F7-7016310FBD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406E89-126F-5E2A-DF2A-9F91F1450F38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406E89-126F-5E2A-DF2A-9F91F1450F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80693FE-D1E0-4F7A-B053-C9C26042D0B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CB3079-F954-35DA-BA65-4E5965AB199D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CB3079-F954-35DA-BA65-4E5965AB19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CECC3D-38AC-B6E1-3550-C0EC05D47C6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CECC3D-38AC-B6E1-3550-C0EC05D47C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5E83DA-EB68-0A25-69D7-363B781F50A5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5E83DA-EB68-0A25-69D7-363B781F50A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20A2A4-EAFB-B193-57D3-B72A6FE4EA9C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20A2A4-EAFB-B193-57D3-B72A6FE4EA9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A99B18-8395-F69F-5686-850E98DA13B4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A99B18-8395-F69F-5686-850E98DA13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FADCF86-DDDB-2BFA-2A86-AA2FC1812DB1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FADCF86-DDDB-2BFA-2A86-AA2FC1812D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CFF18F-FB1F-D0F2-26CD-1BE3F92BB48D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CFF18F-FB1F-D0F2-26CD-1BE3F92BB48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B2DBEFD-5ED6-3B11-84E2-F21F456C683F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0FF319-923D-046D-1726-7CFA27F9733F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0FF319-923D-046D-1726-7CFA27F973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8DA332-6D82-2BB0-EE65-74F3F4AA14B3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8DA332-6D82-2BB0-EE65-74F3F4AA14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F3CB67-728F-81EE-7BDA-1A581BF0A755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F3CB67-728F-81EE-7BDA-1A581BF0A75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98B9BA-39AB-DB91-21B1-1259AC421239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98B9BA-39AB-DB91-21B1-1259AC42123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8805EB1-CFDD-309F-EBB8-56162F7B2058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8805EB1-CFDD-309F-EBB8-56162F7B205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CD2130B8-0865-D7A1-CE24-3B83DB15EB7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A63731-5F31-EAA1-EEA8-C84DAB0DDAE9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A63731-5F31-EAA1-EEA8-C84DAB0DDA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C8AB03-C149-0925-9EDE-1C36945877FD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C8AB03-C149-0925-9EDE-1C36945877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C91735-6B1B-AB86-8C3F-3D320CF56FBF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C91735-6B1B-AB86-8C3F-3D320CF56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17015AA-A14D-58D7-C56C-056A717EFBD5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9ACEFD-EAA0-D407-9AF9-E7FA4C0D85E4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9ACEFD-EAA0-D407-9AF9-E7FA4C0D85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B7946F-66DD-043A-EDE0-F7B40932DB55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B7946F-66DD-043A-EDE0-F7B40932DB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CE79B5C-9F8C-1537-EE91-640DF6FF6FB1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CE79B5C-9F8C-1537-EE91-640DF6FF6FB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628B0E6-1944-F2F5-904E-0E3BE7900A5A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628B0E6-1944-F2F5-904E-0E3BE7900A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D485181-3932-C333-E4AC-53034A4326DA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D0AC1F-9864-2CAE-64C9-8CA77DD3EC88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D0AC1F-9864-2CAE-64C9-8CA77DD3EC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AFB281-3A8A-8890-33B5-506978ECE073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AFB281-3A8A-8890-33B5-506978ECE0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3FC448-98D2-DAE5-7708-A3C502339A2B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6B7C28-BC8E-9E68-6EB6-A30151DC73A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6B7C28-BC8E-9E68-6EB6-A30151DC73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97448-8A10-3B98-4506-EF24614DC9F3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97448-8A10-3B98-4506-EF24614DC9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B4A50E3-2564-7E21-2CA1-23AA8F316A5A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758A29-824B-DA41-1278-110BCBEDA44F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758A29-824B-DA41-1278-110BCBEDA44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DACDDDE-68A3-9BEA-33E2-F57D5DC8364F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DACDDDE-68A3-9BEA-33E2-F57D5DC8364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B2B2A1-FCC6-6620-27A7-18905709EA33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B2B2A1-FCC6-6620-27A7-18905709EA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215807-8B5D-54CE-ED0F-E54D812A8406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70827E-8F53-9637-501F-202BFA638844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70827E-8F53-9637-501F-202BFA6388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C9E9F9-D08B-BDFC-3983-D2BCCB89DAE7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C9E9F9-D08B-BDFC-3983-D2BCCB89DA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36ECC1-98AD-E257-FA0A-10E161FE3D47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2FCB86-DEAE-03A9-9BA9-D9D5845E5AA6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2FCB86-DEAE-03A9-9BA9-D9D5845E5A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2BA630-DC87-ECA8-F469-DA5FA3A1F923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2BA630-DC87-ECA8-F469-DA5FA3A1F9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54D20A-294D-F8BC-3F7D-C3718BAEB3A3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54D20A-294D-F8BC-3F7D-C3718BAEB3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2C91BF1-A184-2A31-ED78-31E7EF6E28D0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08BC0B-5C82-6F84-1284-9F658ACCCFC7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08BC0B-5C82-6F84-1284-9F658ACCCF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FA6FF2-4C47-574F-97ED-FE559C39945D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FA6FF2-4C47-574F-97ED-FE559C3994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0A5C99-688B-E6BA-9367-659A343D7249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50A5C99-688B-E6BA-9367-659A343D72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626E25-8184-0B81-AF41-59B60487EF4B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626E25-8184-0B81-AF41-59B60487EF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432D5EF-6F57-5A36-F7D5-6D60A7ABF54F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432D5EF-6F57-5A36-F7D5-6D60A7ABF5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8DAB3CD-E70B-AECA-1915-71EEB884346E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0AF09D-3838-0DE6-3717-73F283064BD1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0AF09D-3838-0DE6-3717-73F283064B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39966F-C512-1891-41BE-31FA98A5CCD0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39966F-C512-1891-41BE-31FA98A5CC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CEBC90D-32C1-D6B6-4E06-D1EA699C7157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CEBC90D-32C1-D6B6-4E06-D1EA699C71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4E180A4-EB3A-5073-EF45-900CA476A031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F405B2-6B96-B9CC-8FE9-5BDE5A7EFC81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F405B2-6B96-B9CC-8FE9-5BDE5A7EFC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D3E5738-DFAA-2964-8C91-6FDE1F9329AE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D3E5738-DFAA-2964-8C91-6FDE1F9329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2841C21-BF3A-3601-E75C-6C69D2656440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C928C62-090F-762C-4350-D64718AB0AAE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C928C62-090F-762C-4350-D64718AB0A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B5D71A-F23A-7DAD-A040-52BFD503AD08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B5D71A-F23A-7DAD-A040-52BFD503AD0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73880" y="1936710"/>
                  <a:ext cx="3823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26C7EDB-F2CC-9BBC-EB26-997DEC081209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26C7EDB-F2CC-9BBC-EB26-997DEC0812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3600" y="1690470"/>
                  <a:ext cx="257040" cy="59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0490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1DBEC-B51D-197E-71F3-40F8C570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6EDDC85-05CB-F3BA-6669-20D7F61C5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0938B-E396-30E5-07F1-19A1311781D4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84499-85D6-2204-CEDB-23B2A0E0BE3B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0439DD-B24A-D415-A197-0C43C030FACF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17CBE2-1D31-7316-0163-7E1161762E44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17CBE2-1D31-7316-0163-7E1161762E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C45D3C-EF75-3DE9-2F4E-7D1E3374D36D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C45D3C-EF75-3DE9-2F4E-7D1E3374D3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507F204-0243-C3BE-C84B-A22D23ECABA9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507F204-0243-C3BE-C84B-A22D23ECAB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0FE17A-AD21-DA6D-FC50-973ACF79331A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0FE17A-AD21-DA6D-FC50-973ACF7933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70532D-6B37-7B95-18CE-CD859E5E5469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70532D-6B37-7B95-18CE-CD859E5E54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7D459E-394A-2B09-5B12-E056D6145844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7D459E-394A-2B09-5B12-E056D61458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0251850-F4C8-DA1D-2F8A-03260B064B40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6EE512-160A-D607-DA57-46ACD81E75AB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6EE512-160A-D607-DA57-46ACD81E75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3C50B0-3699-D281-7CD0-E5A5B085DE28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3C50B0-3699-D281-7CD0-E5A5B085DE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A8001A0-8ED4-F790-4061-887C5353D4F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A8001A0-8ED4-F790-4061-887C5353D4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746B813-0E32-8C5F-D46E-F5A7F6179466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8D6433-25EE-EC25-45D6-1BE01D9C4E8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8D6433-25EE-EC25-45D6-1BE01D9C4E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B71121-484B-13BF-D5D9-DAD4D88EF60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B71121-484B-13BF-D5D9-DAD4D88EF6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F7C233-681D-2AF5-B83A-71016DF7713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F7C233-681D-2AF5-B83A-71016DF771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C433BA-50AF-0317-2F33-3BE85DF72FA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C433BA-50AF-0317-2F33-3BE85DF72FA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B454A94-E3AC-4E4D-57CE-26862490E89E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B454A94-E3AC-4E4D-57CE-26862490E89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D62298A-182F-3343-2373-ED1FA10FB035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D62298A-182F-3343-2373-ED1FA10FB0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2C13693-2967-96F5-DCA1-16F55EECE4E4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5B4382-6C8F-3BDF-369B-EE5A8F23E2BF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5B4382-6C8F-3BDF-369B-EE5A8F23E2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E6FCEB-0D0A-68E8-2523-5D3C954D55AD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E6FCEB-0D0A-68E8-2523-5D3C954D55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D49461-5E4B-7D28-7B09-EE9DBFB26801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D49461-5E4B-7D28-7B09-EE9DBFB268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D7EE47-815A-BCDF-6B37-F87715AB6B41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D7EE47-815A-BCDF-6B37-F87715AB6B4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B4814A-009A-4C2F-30C0-F8631E370FEC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B4814A-009A-4C2F-30C0-F8631E370F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EA8BD3-791C-D114-638E-74B0A063FCAE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EA8BD3-791C-D114-638E-74B0A063FCA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0B75FBC-3C8D-C7E8-F3D0-B991EB8686B9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0B75FBC-3C8D-C7E8-F3D0-B991EB8686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A2ACB57-E0F0-B18F-9774-1DECCAAD0867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5026CC-0742-95D0-CEA8-9BBF9FFBF32E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5026CC-0742-95D0-CEA8-9BBF9FFBF3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907D67-1182-D463-8E41-09B3ABCEFEBC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907D67-1182-D463-8E41-09B3ABCEFE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987B49-D9E1-EE11-5C0C-D9B8FDC2BD34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987B49-D9E1-EE11-5C0C-D9B8FDC2BD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7169325-232A-42E7-A351-89F80CC5BB3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7169325-232A-42E7-A351-89F80CC5BB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A0B625A-FAE8-15CB-BF9E-6456A74160BB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A0B625A-FAE8-15CB-BF9E-6456A74160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985AE92-8BC2-8AA2-4FA5-0FC124178899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5D7FB1-E48F-7072-BAA9-BDDA5BF81DB8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5D7FB1-E48F-7072-BAA9-BDDA5BF81D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3D8392-14E3-037C-2090-082B8D07E96F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3D8392-14E3-037C-2090-082B8D07E9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F921A2-6A84-B251-D4C0-2FB502D90D4F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F921A2-6A84-B251-D4C0-2FB502D90D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427741-8702-36F6-4C55-F2861E768172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D268FA9-C37D-8522-B479-51647718BAD8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D268FA9-C37D-8522-B479-51647718BA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C27AB0-7A86-43A1-8FB3-277CD571AEC8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C27AB0-7A86-43A1-8FB3-277CD571AE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FFC8FD8-9FEE-24DF-0CB9-32B2F2D0054B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FFC8FD8-9FEE-24DF-0CB9-32B2F2D005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BC5CEA4-5276-038D-B0DC-41AC2EA5D74E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BC5CEA4-5276-038D-B0DC-41AC2EA5D74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CDD5A29-5A23-2EA5-EB8C-B888713CAFF3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76E7AE-C18A-C83A-2611-D3D407A858AF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76E7AE-C18A-C83A-2611-D3D407A858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6D10F2-583B-9BAD-5B8E-91D53925A0C6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6D10F2-583B-9BAD-5B8E-91D53925A0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D04BC5-991E-C419-630C-6BB839CECDC3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610712-417A-8915-2D47-3CA482B15C4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610712-417A-8915-2D47-3CA482B15C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C88615-E2C3-E067-08EA-7FD70E6BE3F9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C88615-E2C3-E067-08EA-7FD70E6BE3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EB35FD8-4DD5-3F6D-4970-1D1F575C7F88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1C3976C-6CAE-E4D1-97A3-C394AE7DD58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1C3976C-6CAE-E4D1-97A3-C394AE7DD5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32B0D5-97A6-C4FF-C2AB-F1F49385CC8A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32B0D5-97A6-C4FF-C2AB-F1F49385CC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78113B-701A-F65B-6A32-0185B53EA1D6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78113B-701A-F65B-6A32-0185B53EA1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B2DF23-9940-FF11-EE47-9C1C65F9CF08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CF0B83-57C9-D3F4-BA6C-AD98CA558E4A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CF0B83-57C9-D3F4-BA6C-AD98CA558E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C5F9DD-27B8-D805-9820-24898FC8DCE6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C5F9DD-27B8-D805-9820-24898FC8DC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83CF381-6703-EA2E-2FF1-7C1D0A6FC461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7A9103-648F-9AC7-BE72-A4A7ACCC647F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7A9103-648F-9AC7-BE72-A4A7ACCC64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2CE365-23B0-5833-8119-9A78815849C3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2CE365-23B0-5833-8119-9A78815849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C50B629-834D-BF28-73D2-245B9BF28D3C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C50B629-834D-BF28-73D2-245B9BF28D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C187700-F5AC-56B1-E867-E965FC6DEB6E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73AAA1-34CF-C70C-546E-86604EAC86B2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73AAA1-34CF-C70C-546E-86604EAC86B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B5A06E-8604-A312-F077-D687422689F0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B5A06E-8604-A312-F077-D687422689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484484-8521-1D5E-2187-605A6CB3B5FE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484484-8521-1D5E-2187-605A6CB3B5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3B39BD-4814-F9FB-5997-92E81F4CAC36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3B39BD-4814-F9FB-5997-92E81F4CAC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57C61E-CEE8-303E-1432-967F5B4AC5C4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57C61E-CEE8-303E-1432-967F5B4AC5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97B4800-DD85-053C-B017-8C88552926DE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7045C7-CB55-4A92-6376-BA914C6215B4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7045C7-CB55-4A92-6376-BA914C6215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BFBCC4D-6798-EA72-3CBF-028C08270EBC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BFBCC4D-6798-EA72-3CBF-028C08270E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D08FCE-5D29-05DF-7797-417B6A1D025A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D08FCE-5D29-05DF-7797-417B6A1D02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3749172-3115-D382-E14E-DA6DB69904DE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440CC5A-F1D0-B841-16FC-550D29B55BA1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440CC5A-F1D0-B841-16FC-550D29B55B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660F5D-7813-D5EB-0B75-98BC8A70636F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660F5D-7813-D5EB-0B75-98BC8A7063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B9BEDD8-D4DC-6EC1-4A93-F0453648531F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F26CF8E-1873-90AD-A4CC-AE64BCFB071D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F26CF8E-1873-90AD-A4CC-AE64BCFB07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330C64-303A-ED17-61E9-858201F2C450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330C64-303A-ED17-61E9-858201F2C4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73886" y="1936710"/>
                  <a:ext cx="382308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22DF9B2-FC5F-1A6C-D688-8CD00F2B73CF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22DF9B2-FC5F-1A6C-D688-8CD00F2B73C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3591" y="1690470"/>
                  <a:ext cx="257058" cy="59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69733F-73B7-C4DA-86F8-3AE39999B7FB}"/>
              </a:ext>
            </a:extLst>
          </p:cNvPr>
          <p:cNvGrpSpPr/>
          <p:nvPr/>
        </p:nvGrpSpPr>
        <p:grpSpPr>
          <a:xfrm>
            <a:off x="8190720" y="548190"/>
            <a:ext cx="1479960" cy="1292040"/>
            <a:chOff x="8190720" y="548190"/>
            <a:chExt cx="1479960" cy="12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7BEBA7-4AC8-928C-731C-C7F185ED95A2}"/>
                    </a:ext>
                  </a:extLst>
                </p14:cNvPr>
                <p14:cNvContentPartPr/>
                <p14:nvPr/>
              </p14:nvContentPartPr>
              <p14:xfrm>
                <a:off x="8457120" y="626310"/>
                <a:ext cx="1213560" cy="1213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7BEBA7-4AC8-928C-731C-C7F185ED95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51000" y="620190"/>
                  <a:ext cx="1225800" cy="12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32DA18-4612-A605-162B-DDECFFDFD6E5}"/>
                    </a:ext>
                  </a:extLst>
                </p14:cNvPr>
                <p14:cNvContentPartPr/>
                <p14:nvPr/>
              </p14:nvContentPartPr>
              <p14:xfrm>
                <a:off x="8190720" y="548190"/>
                <a:ext cx="414720" cy="28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32DA18-4612-A605-162B-DDECFFDFD6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84600" y="542070"/>
                  <a:ext cx="42696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CB6C270-AA2F-29E2-528E-37C4FFD1D460}"/>
                  </a:ext>
                </a:extLst>
              </p14:cNvPr>
              <p14:cNvContentPartPr/>
              <p14:nvPr/>
            </p14:nvContentPartPr>
            <p14:xfrm>
              <a:off x="9532800" y="444150"/>
              <a:ext cx="466920" cy="425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CB6C270-AA2F-29E2-528E-37C4FFD1D46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26680" y="438030"/>
                <a:ext cx="479160" cy="4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6935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2BA9F-62E8-47A2-BB74-4AB42D4F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9AE28E0-A5EC-6D26-83F6-2E6725076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D7944-A6DD-49F5-A0F2-FFBD36306CE9}"/>
              </a:ext>
            </a:extLst>
          </p:cNvPr>
          <p:cNvSpPr txBox="1"/>
          <p:nvPr/>
        </p:nvSpPr>
        <p:spPr>
          <a:xfrm>
            <a:off x="5811938" y="87943"/>
            <a:ext cx="197201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 + 3 =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DA713-303D-DC4C-EF21-9D291DDE78B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7225B0-6887-67C4-28C0-95099FAB9EC6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5A3980-7CDE-0B23-6E55-986EACCDEF91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5A3980-7CDE-0B23-6E55-986EACCDEF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2E86BE-56AA-F4B1-23AC-A8C15122D3F5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2E86BE-56AA-F4B1-23AC-A8C15122D3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A11B11-5C28-FD02-CE2B-185825681617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A11B11-5C28-FD02-CE2B-1858256816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0F0498B-C198-DB98-1D4A-F146219EF0C4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0F0498B-C198-DB98-1D4A-F146219EF0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7B42D4-74DE-3775-431C-C9809542D11E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7B42D4-74DE-3775-431C-C9809542D1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F39223-4B8E-E8F0-5D1F-452A72812DAF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F39223-4B8E-E8F0-5D1F-452A72812D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95248D6-0F07-632E-35A5-CD599BA71C7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046BF9-B741-0BCB-61A9-9616B35C9972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046BF9-B741-0BCB-61A9-9616B35C99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9E80B1-876B-AA0D-3B52-5E5C3829EC12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9E80B1-876B-AA0D-3B52-5E5C3829EC1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E5F7DD2-8A7D-A779-869C-CC46664FD8AA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E5F7DD2-8A7D-A779-869C-CC46664FD8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01E45C9-3273-EB47-F976-D987A47A6B53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E73948-21F4-BCDF-A0B0-EC1FC8C19E90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E73948-21F4-BCDF-A0B0-EC1FC8C19E9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02A69A0-9FEF-1456-3887-8D55331DE1C0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02A69A0-9FEF-1456-3887-8D55331DE1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D2FD54-652A-9865-D10C-99B05B4AA6A6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D2FD54-652A-9865-D10C-99B05B4AA6A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60A076-5A66-1DC3-5D60-F9B7CCA3F61E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60A076-5A66-1DC3-5D60-F9B7CCA3F61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E8142FB-3EED-2843-01D8-16E43084B91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E8142FB-3EED-2843-01D8-16E43084B91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8F0C3EA-6A59-CB4F-F9BC-94CA467B39F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8F0C3EA-6A59-CB4F-F9BC-94CA467B39F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944DD6-A9A8-DB73-2B19-D67965DE14B6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F0CA5C-05B0-EC06-3B32-8A4BC19F0CB1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F0CA5C-05B0-EC06-3B32-8A4BC19F0CB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7B04040-5F1F-6A1B-115A-B0C25065F1ED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7B04040-5F1F-6A1B-115A-B0C25065F1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FC8A55-B6D0-0FA6-05DD-F716B736BF72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FC8A55-B6D0-0FA6-05DD-F716B736BF7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00B8F6-9EDD-5C4F-2354-487A2ED7E080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00B8F6-9EDD-5C4F-2354-487A2ED7E08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3D27401-D363-5F30-B5A0-1EB7634E4E42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3D27401-D363-5F30-B5A0-1EB7634E4E4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78F4915-75ED-059C-B899-67D3EA2D7A4A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78F4915-75ED-059C-B899-67D3EA2D7A4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2DE4B14-AB08-1AA8-12BB-1B68BBC4A87C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2DE4B14-AB08-1AA8-12BB-1B68BBC4A87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099B29B-59CF-E54F-D22E-9EF46CB69A21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34EE2B-6DCE-1C5F-BD90-9BC06D392717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34EE2B-6DCE-1C5F-BD90-9BC06D39271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B735A-1340-645B-8952-C882D75B7DCF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B735A-1340-645B-8952-C882D75B7D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52D08E-A1DA-43E1-F69E-8A62D0294AB6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52D08E-A1DA-43E1-F69E-8A62D0294AB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CA4376-09F2-4DBF-1F4E-AFDC6C13403C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CA4376-09F2-4DBF-1F4E-AFDC6C1340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AFD85C9-48EC-EA4F-C584-E2B30FF57AF4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AFD85C9-48EC-EA4F-C584-E2B30FF57AF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D7339FC-3C94-F005-8304-04C16D268BB5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797F9-7575-A82B-658D-EBDF7659A3DF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F797F9-7575-A82B-658D-EBDF7659A3D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58B9EF-A96A-6079-903B-A57018175BDA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58B9EF-A96A-6079-903B-A57018175B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66905-1126-F8F7-1791-0F03BB7BD626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66905-1126-F8F7-1791-0F03BB7BD6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764A043-4617-FDC1-B158-F64111EE2C77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05D5047-9F15-FC44-8D3F-43FA3E7280B6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05D5047-9F15-FC44-8D3F-43FA3E7280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493B9FE-0CE4-880D-3CC0-EE09B4C53CD6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493B9FE-0CE4-880D-3CC0-EE09B4C53CD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C73249A-5233-4B13-7536-FBBAC1CA2C26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C73249A-5233-4B13-7536-FBBAC1CA2C2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240473E-7874-A635-007D-72B776AEA575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240473E-7874-A635-007D-72B776AEA57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2657287-BCD2-59E8-0DF2-D7FF522EF5B5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3F0FEE-B99A-1BCF-42EE-E4C53C06363C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3F0FEE-B99A-1BCF-42EE-E4C53C06363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E32CD8-A768-CD12-83D0-F8537FABA4F8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E32CD8-A768-CD12-83D0-F8537FABA4F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120753E-6FD7-9D07-B951-255973501815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2382E2-D9B8-A737-4E6D-C2DE3EC57A3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2382E2-D9B8-A737-4E6D-C2DE3EC57A3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C3B4F0-FFEC-B029-B69C-337F00B7FF96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C3B4F0-FFEC-B029-B69C-337F00B7FF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30EE596-0022-720A-1A41-FBF43DA79B76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6FB124-BE1F-F831-015A-F183D29121FD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6FB124-BE1F-F831-015A-F183D29121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F10CAEB-7E73-8EFB-8E62-D9909A041F32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F10CAEB-7E73-8EFB-8E62-D9909A041F3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E7FA6D2-0C61-96F2-FB08-C21F03B6241F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E7FA6D2-0C61-96F2-FB08-C21F03B6241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1C7624-8B33-6C4E-3D4F-C245BF17ECB7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9829D98-2753-CD2A-3681-DEED579E807E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9829D98-2753-CD2A-3681-DEED579E80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9D9A40-1D41-62BE-6F24-444064BC4901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9D9A40-1D41-62BE-6F24-444064BC49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864B53F-4C76-3611-B01D-2DDCA0DCA932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28C248-81F4-4B1E-ADBE-E2430B337C43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28C248-81F4-4B1E-ADBE-E2430B337C4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39F44C-02D0-FB1D-DDEB-991EFCF63EBC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39F44C-02D0-FB1D-DDEB-991EFCF63EB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9B1B9D7-FEC5-99F5-A85A-D0602B74D7FE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9B1B9D7-FEC5-99F5-A85A-D0602B74D7F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5346F9-0D12-F77B-7A1C-E43E6824D9E7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339381-0D8A-644F-6388-D5440D287761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339381-0D8A-644F-6388-D5440D2877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6C9F9B-8131-3309-DF86-B6EB34327BC6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6C9F9B-8131-3309-DF86-B6EB34327B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12473F-DC0F-6403-08E4-F90F11F20163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12473F-DC0F-6403-08E4-F90F11F2016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750A32-9D6F-D6FB-E509-E1A740C8DBB3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750A32-9D6F-D6FB-E509-E1A740C8DBB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4E7E3C-D4B9-1CF0-303A-3F6C5612B6AA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4E7E3C-D4B9-1CF0-303A-3F6C5612B6A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668CF9D-9637-ACC1-1DD7-DA4D04471A46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A19FB3-4D19-779B-795C-E80484832A04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A19FB3-4D19-779B-795C-E80484832A0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FDE268-95B2-0BFD-113C-EA45DB408FE7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FDE268-95B2-0BFD-113C-EA45DB408FE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68C655-7339-0D87-ECC9-CE2553EC899D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68C655-7339-0D87-ECC9-CE2553EC899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783CAFA-7324-B692-48C8-05E39381F430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35B6593-84FF-915B-A701-536481718BEA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35B6593-84FF-915B-A701-536481718BE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FAAFF5-4885-0F88-6B67-32239BD458CA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FAAFF5-4885-0F88-6B67-32239BD458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AF95415-2DF3-7595-19FB-048913C6E6ED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0AE60E-CA73-3EC3-B17E-89575527B784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0AE60E-CA73-3EC3-B17E-89575527B78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069AD4-942A-0415-FE58-C5C6DF10C1BA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069AD4-942A-0415-FE58-C5C6DF10C1B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73886" y="1936710"/>
                  <a:ext cx="382308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20DCFF-4B29-679A-24B5-A1D4739BAB2B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20DCFF-4B29-679A-24B5-A1D4739BAB2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43591" y="1690470"/>
                  <a:ext cx="257058" cy="59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2C85855-7B54-40C4-A914-F425EA4AE9BA}"/>
              </a:ext>
            </a:extLst>
          </p:cNvPr>
          <p:cNvGrpSpPr/>
          <p:nvPr/>
        </p:nvGrpSpPr>
        <p:grpSpPr>
          <a:xfrm>
            <a:off x="8190720" y="548190"/>
            <a:ext cx="1479960" cy="1292040"/>
            <a:chOff x="8190720" y="548190"/>
            <a:chExt cx="1479960" cy="12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788CCE-1FBB-D18F-E917-A0F965262A06}"/>
                    </a:ext>
                  </a:extLst>
                </p14:cNvPr>
                <p14:cNvContentPartPr/>
                <p14:nvPr/>
              </p14:nvContentPartPr>
              <p14:xfrm>
                <a:off x="8457120" y="626310"/>
                <a:ext cx="1213560" cy="1213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788CCE-1FBB-D18F-E917-A0F965262A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51000" y="620192"/>
                  <a:ext cx="1225800" cy="1226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266324-0B2A-D197-13AA-354172C7D5E9}"/>
                    </a:ext>
                  </a:extLst>
                </p14:cNvPr>
                <p14:cNvContentPartPr/>
                <p14:nvPr/>
              </p14:nvContentPartPr>
              <p14:xfrm>
                <a:off x="8190720" y="548190"/>
                <a:ext cx="414720" cy="28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266324-0B2A-D197-13AA-354172C7D5E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84600" y="542070"/>
                  <a:ext cx="42696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73487FB-B59E-79CA-5566-46C98D3D77A6}"/>
                  </a:ext>
                </a:extLst>
              </p14:cNvPr>
              <p14:cNvContentPartPr/>
              <p14:nvPr/>
            </p14:nvContentPartPr>
            <p14:xfrm>
              <a:off x="9532800" y="444150"/>
              <a:ext cx="466920" cy="425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73487FB-B59E-79CA-5566-46C98D3D77A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26680" y="438035"/>
                <a:ext cx="479160" cy="437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9194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1DFC9-4D03-C11F-3DB9-12ACEC78C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291" y="61015"/>
            <a:ext cx="8652709" cy="673597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7A85B-5FF9-2DE8-A144-CBC544C5E0A6}"/>
              </a:ext>
            </a:extLst>
          </p:cNvPr>
          <p:cNvSpPr txBox="1"/>
          <p:nvPr/>
        </p:nvSpPr>
        <p:spPr>
          <a:xfrm>
            <a:off x="228600" y="609600"/>
            <a:ext cx="103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F.Y.I.</a:t>
            </a:r>
          </a:p>
        </p:txBody>
      </p:sp>
      <p:pic>
        <p:nvPicPr>
          <p:cNvPr id="3" name="Picture 2" descr="A yellow and purple text on a orange background&#10;&#10;AI-generated content may be incorrect.">
            <a:extLst>
              <a:ext uri="{FF2B5EF4-FFF2-40B4-BE49-F238E27FC236}">
                <a16:creationId xmlns:a16="http://schemas.microsoft.com/office/drawing/2014/main" id="{5A9B5D1C-A585-9D10-16F6-A88C7A607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4425"/>
            <a:ext cx="3763365" cy="376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734</Words>
  <Application>Microsoft Office PowerPoint</Application>
  <PresentationFormat>Widescreen</PresentationFormat>
  <Paragraphs>76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Dynamic Programming</vt:lpstr>
      <vt:lpstr>Fibonacci numbers</vt:lpstr>
      <vt:lpstr>Fibonacci numbers</vt:lpstr>
      <vt:lpstr>PowerPoint Presentation</vt:lpstr>
      <vt:lpstr>PowerPoint Presentation</vt:lpstr>
      <vt:lpstr>PowerPoint Presentation</vt:lpstr>
      <vt:lpstr>PowerPoint Presentation</vt:lpstr>
      <vt:lpstr>D.R.Y. – Don’t Repeat Yourself</vt:lpstr>
      <vt:lpstr>Memoization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 problems</vt:lpstr>
      <vt:lpstr>Coin Change problem</vt:lpstr>
      <vt:lpstr>Example</vt:lpstr>
      <vt:lpstr>PowerPoint Presentation</vt:lpstr>
      <vt:lpstr>Two approaches</vt:lpstr>
      <vt:lpstr>It’s drawing time!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Knapsack problem</vt:lpstr>
      <vt:lpstr>PowerPoint Presentation</vt:lpstr>
      <vt:lpstr>PowerPoint Presentation</vt:lpstr>
      <vt:lpstr>It’s drawing time!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What does recursion really look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14</cp:revision>
  <dcterms:created xsi:type="dcterms:W3CDTF">2025-08-28T18:18:08Z</dcterms:created>
  <dcterms:modified xsi:type="dcterms:W3CDTF">2025-08-30T21:15:47Z</dcterms:modified>
</cp:coreProperties>
</file>