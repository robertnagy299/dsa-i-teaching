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3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4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5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7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8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2.xml" ContentType="application/vnd.openxmlformats-officedocument.drawingml.diagramData+xml"/>
  <Override PartName="/ppt/diagrams/data6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2" r:id="rId6"/>
    <p:sldId id="263" r:id="rId7"/>
    <p:sldId id="265" r:id="rId8"/>
    <p:sldId id="266" r:id="rId9"/>
    <p:sldId id="264" r:id="rId10"/>
    <p:sldId id="267" r:id="rId11"/>
    <p:sldId id="268" r:id="rId12"/>
    <p:sldId id="269" r:id="rId13"/>
    <p:sldId id="270" r:id="rId14"/>
    <p:sldId id="271" r:id="rId15"/>
    <p:sldId id="274" r:id="rId16"/>
    <p:sldId id="351" r:id="rId17"/>
    <p:sldId id="275" r:id="rId18"/>
    <p:sldId id="276" r:id="rId19"/>
    <p:sldId id="280" r:id="rId20"/>
    <p:sldId id="282" r:id="rId21"/>
    <p:sldId id="277" r:id="rId22"/>
    <p:sldId id="278" r:id="rId23"/>
    <p:sldId id="284" r:id="rId24"/>
    <p:sldId id="283" r:id="rId25"/>
    <p:sldId id="285" r:id="rId26"/>
    <p:sldId id="279" r:id="rId27"/>
    <p:sldId id="287" r:id="rId28"/>
    <p:sldId id="288" r:id="rId29"/>
    <p:sldId id="303" r:id="rId30"/>
    <p:sldId id="350" r:id="rId31"/>
    <p:sldId id="317" r:id="rId32"/>
    <p:sldId id="318" r:id="rId33"/>
    <p:sldId id="319" r:id="rId34"/>
    <p:sldId id="320" r:id="rId35"/>
    <p:sldId id="321" r:id="rId36"/>
    <p:sldId id="322" r:id="rId37"/>
    <p:sldId id="323" r:id="rId38"/>
    <p:sldId id="324" r:id="rId39"/>
    <p:sldId id="325" r:id="rId40"/>
    <p:sldId id="326" r:id="rId41"/>
    <p:sldId id="327" r:id="rId42"/>
    <p:sldId id="328" r:id="rId43"/>
    <p:sldId id="329" r:id="rId44"/>
    <p:sldId id="330" r:id="rId45"/>
    <p:sldId id="331" r:id="rId46"/>
    <p:sldId id="332" r:id="rId47"/>
    <p:sldId id="334" r:id="rId48"/>
    <p:sldId id="336" r:id="rId49"/>
    <p:sldId id="337" r:id="rId50"/>
    <p:sldId id="338" r:id="rId51"/>
    <p:sldId id="339" r:id="rId52"/>
    <p:sldId id="341" r:id="rId53"/>
    <p:sldId id="333" r:id="rId54"/>
    <p:sldId id="335" r:id="rId55"/>
    <p:sldId id="344" r:id="rId56"/>
    <p:sldId id="343" r:id="rId57"/>
    <p:sldId id="345" r:id="rId58"/>
    <p:sldId id="346" r:id="rId59"/>
    <p:sldId id="348" r:id="rId60"/>
    <p:sldId id="34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image" Target="../media/image55.png"/></Relationships>
</file>

<file path=ppt/diagrams/_rels/data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image" Target="../media/image9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C73F611-C86D-4AFC-AEA2-58FF79D59A3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A3CD870A-E94E-42C3-8870-26DB7A568720}">
          <dgm:prSet/>
          <dgm:spPr/>
          <dgm:t>
            <a:bodyPr/>
            <a:lstStyle/>
            <a:p>
              <a:r>
                <a:rPr lang="en-US" dirty="0"/>
                <a:t>Naive approach 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𝑂</m:t>
                  </m:r>
                  <m:r>
                    <a:rPr lang="en-US" b="0" i="1" smtClean="0">
                      <a:latin typeface="Cambria Math" panose="02040503050406030204" pitchFamily="18" charset="0"/>
                    </a:rPr>
                    <m:t>(</m:t>
                  </m:r>
                  <m:r>
                    <a:rPr lang="en-US" b="0" i="1" smtClean="0">
                      <a:latin typeface="Cambria Math" panose="02040503050406030204" pitchFamily="18" charset="0"/>
                    </a:rPr>
                    <m:t>𝑛</m:t>
                  </m:r>
                  <m:r>
                    <a:rPr lang="en-US" b="0" i="1" smtClean="0">
                      <a:latin typeface="Cambria Math" panose="02040503050406030204" pitchFamily="18" charset="0"/>
                    </a:rPr>
                    <m:t>)</m:t>
                  </m:r>
                </m:oMath>
              </a14:m>
              <a:endParaRPr lang="en-US" dirty="0"/>
            </a:p>
          </dgm:t>
        </dgm:pt>
      </mc:Choice>
      <mc:Fallback xmlns="">
        <dgm:pt modelId="{A3CD870A-E94E-42C3-8870-26DB7A568720}">
          <dgm:prSet/>
          <dgm:spPr/>
          <dgm:t>
            <a:bodyPr/>
            <a:lstStyle/>
            <a:p>
              <a:r>
                <a:rPr lang="en-US" dirty="0"/>
                <a:t>Naive approach  </a:t>
              </a:r>
              <a:r>
                <a:rPr lang="en-US" b="0" i="0">
                  <a:latin typeface="Cambria Math" panose="02040503050406030204" pitchFamily="18" charset="0"/>
                </a:rPr>
                <a:t>𝑂(𝑛)</a:t>
              </a:r>
              <a:endParaRPr lang="en-US" dirty="0"/>
            </a:p>
          </dgm:t>
        </dgm:pt>
      </mc:Fallback>
    </mc:AlternateContent>
    <dgm:pt modelId="{E4DB1D32-17C8-421F-B40D-31DEBC944D30}" type="parTrans" cxnId="{0F08091C-D231-486C-B6A0-A1975F6F8528}">
      <dgm:prSet/>
      <dgm:spPr/>
      <dgm:t>
        <a:bodyPr/>
        <a:lstStyle/>
        <a:p>
          <a:endParaRPr lang="en-US"/>
        </a:p>
      </dgm:t>
    </dgm:pt>
    <dgm:pt modelId="{1680C7E0-2470-4661-952F-C5623127FC6E}" type="sibTrans" cxnId="{0F08091C-D231-486C-B6A0-A1975F6F8528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D0CBE030-AD08-40F7-AACA-06158EDFF521}">
          <dgm:prSet/>
          <dgm:spPr/>
          <dgm:t>
            <a:bodyPr/>
            <a:lstStyle/>
            <a:p>
              <a:r>
                <a:rPr lang="en-US" dirty="0"/>
                <a:t>Binary search 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𝑂</m:t>
                  </m:r>
                  <m:d>
                    <m:dPr>
                      <m:ctrlPr>
                        <a:rPr lang="en-US" b="0" i="1" smtClean="0">
                          <a:latin typeface="Cambria Math" panose="02040503050406030204" pitchFamily="18" charset="0"/>
                        </a:rPr>
                      </m:ctrlPr>
                    </m:dPr>
                    <m:e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e>
                  </m:d>
                </m:oMath>
              </a14:m>
              <a:endParaRPr lang="en-US" dirty="0"/>
            </a:p>
          </dgm:t>
        </dgm:pt>
      </mc:Choice>
      <mc:Fallback xmlns="">
        <dgm:pt modelId="{D0CBE030-AD08-40F7-AACA-06158EDFF521}">
          <dgm:prSet/>
          <dgm:spPr/>
          <dgm:t>
            <a:bodyPr/>
            <a:lstStyle/>
            <a:p>
              <a:r>
                <a:rPr lang="en-US" dirty="0"/>
                <a:t>Binary search  </a:t>
              </a:r>
              <a:r>
                <a:rPr lang="en-US" b="0" i="0">
                  <a:latin typeface="Cambria Math" panose="02040503050406030204" pitchFamily="18" charset="0"/>
                </a:rPr>
                <a:t>𝑂(log_2⁡〖(𝑛)〗 )</a:t>
              </a:r>
              <a:endParaRPr lang="en-US" dirty="0"/>
            </a:p>
          </dgm:t>
        </dgm:pt>
      </mc:Fallback>
    </mc:AlternateContent>
    <dgm:pt modelId="{16EBFF5F-4208-46C4-8F5A-135FB39560FA}" type="parTrans" cxnId="{FAF59E1E-9B51-4F5B-B934-0F4BB63A13CE}">
      <dgm:prSet/>
      <dgm:spPr/>
      <dgm:t>
        <a:bodyPr/>
        <a:lstStyle/>
        <a:p>
          <a:endParaRPr lang="en-US"/>
        </a:p>
      </dgm:t>
    </dgm:pt>
    <dgm:pt modelId="{1FA0CBAE-9628-4FEC-B1EE-0F212B8190D7}" type="sibTrans" cxnId="{FAF59E1E-9B51-4F5B-B934-0F4BB63A13CE}">
      <dgm:prSet/>
      <dgm:spPr/>
      <dgm:t>
        <a:bodyPr/>
        <a:lstStyle/>
        <a:p>
          <a:endParaRPr lang="en-US"/>
        </a:p>
      </dgm:t>
    </dgm:pt>
    <dgm:pt modelId="{15212609-55AF-4DD8-AB83-E3359C5EA517}" type="pres">
      <dgm:prSet presAssocID="{BC73F611-C86D-4AFC-AEA2-58FF79D59A3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6216144-5BC3-4A6C-9EBE-3331797AC146}" type="pres">
      <dgm:prSet presAssocID="{A3CD870A-E94E-42C3-8870-26DB7A568720}" presName="hierRoot1" presStyleCnt="0"/>
      <dgm:spPr/>
    </dgm:pt>
    <dgm:pt modelId="{1A7C071F-9961-441D-8120-F13385875E5D}" type="pres">
      <dgm:prSet presAssocID="{A3CD870A-E94E-42C3-8870-26DB7A568720}" presName="composite" presStyleCnt="0"/>
      <dgm:spPr/>
    </dgm:pt>
    <dgm:pt modelId="{AC4B8514-7F56-40DA-B778-C6AC797505B5}" type="pres">
      <dgm:prSet presAssocID="{A3CD870A-E94E-42C3-8870-26DB7A568720}" presName="background" presStyleLbl="node0" presStyleIdx="0" presStyleCnt="2"/>
      <dgm:spPr/>
    </dgm:pt>
    <dgm:pt modelId="{7746B0C6-D7EF-4F27-BA38-249BD41D1BAB}" type="pres">
      <dgm:prSet presAssocID="{A3CD870A-E94E-42C3-8870-26DB7A568720}" presName="text" presStyleLbl="fgAcc0" presStyleIdx="0" presStyleCnt="2">
        <dgm:presLayoutVars>
          <dgm:chPref val="3"/>
        </dgm:presLayoutVars>
      </dgm:prSet>
      <dgm:spPr/>
    </dgm:pt>
    <dgm:pt modelId="{D78FA60C-3629-4DA8-9B54-9512C51157FF}" type="pres">
      <dgm:prSet presAssocID="{A3CD870A-E94E-42C3-8870-26DB7A568720}" presName="hierChild2" presStyleCnt="0"/>
      <dgm:spPr/>
    </dgm:pt>
    <dgm:pt modelId="{3F2A6D87-A2F1-48E8-9010-81A8D083B7B9}" type="pres">
      <dgm:prSet presAssocID="{D0CBE030-AD08-40F7-AACA-06158EDFF521}" presName="hierRoot1" presStyleCnt="0"/>
      <dgm:spPr/>
    </dgm:pt>
    <dgm:pt modelId="{2D2A2A97-6700-42F4-BD55-8828C863C15B}" type="pres">
      <dgm:prSet presAssocID="{D0CBE030-AD08-40F7-AACA-06158EDFF521}" presName="composite" presStyleCnt="0"/>
      <dgm:spPr/>
    </dgm:pt>
    <dgm:pt modelId="{7778BA84-936C-4A3B-A4EA-C7D2FAD21D65}" type="pres">
      <dgm:prSet presAssocID="{D0CBE030-AD08-40F7-AACA-06158EDFF521}" presName="background" presStyleLbl="node0" presStyleIdx="1" presStyleCnt="2"/>
      <dgm:spPr/>
    </dgm:pt>
    <dgm:pt modelId="{4056BFDE-14D3-47E5-8E81-FAD8C0002902}" type="pres">
      <dgm:prSet presAssocID="{D0CBE030-AD08-40F7-AACA-06158EDFF521}" presName="text" presStyleLbl="fgAcc0" presStyleIdx="1" presStyleCnt="2">
        <dgm:presLayoutVars>
          <dgm:chPref val="3"/>
        </dgm:presLayoutVars>
      </dgm:prSet>
      <dgm:spPr/>
    </dgm:pt>
    <dgm:pt modelId="{4785B30F-E3F5-49B5-AC09-A60DB547CD2D}" type="pres">
      <dgm:prSet presAssocID="{D0CBE030-AD08-40F7-AACA-06158EDFF521}" presName="hierChild2" presStyleCnt="0"/>
      <dgm:spPr/>
    </dgm:pt>
  </dgm:ptLst>
  <dgm:cxnLst>
    <dgm:cxn modelId="{669B861B-AA91-43B3-B99B-E981EC002973}" type="presOf" srcId="{BC73F611-C86D-4AFC-AEA2-58FF79D59A33}" destId="{15212609-55AF-4DD8-AB83-E3359C5EA517}" srcOrd="0" destOrd="0" presId="urn:microsoft.com/office/officeart/2005/8/layout/hierarchy1"/>
    <dgm:cxn modelId="{0F08091C-D231-486C-B6A0-A1975F6F8528}" srcId="{BC73F611-C86D-4AFC-AEA2-58FF79D59A33}" destId="{A3CD870A-E94E-42C3-8870-26DB7A568720}" srcOrd="0" destOrd="0" parTransId="{E4DB1D32-17C8-421F-B40D-31DEBC944D30}" sibTransId="{1680C7E0-2470-4661-952F-C5623127FC6E}"/>
    <dgm:cxn modelId="{FAF59E1E-9B51-4F5B-B934-0F4BB63A13CE}" srcId="{BC73F611-C86D-4AFC-AEA2-58FF79D59A33}" destId="{D0CBE030-AD08-40F7-AACA-06158EDFF521}" srcOrd="1" destOrd="0" parTransId="{16EBFF5F-4208-46C4-8F5A-135FB39560FA}" sibTransId="{1FA0CBAE-9628-4FEC-B1EE-0F212B8190D7}"/>
    <dgm:cxn modelId="{5F2498AA-B0D1-4087-92CE-683D6217EFD4}" type="presOf" srcId="{D0CBE030-AD08-40F7-AACA-06158EDFF521}" destId="{4056BFDE-14D3-47E5-8E81-FAD8C0002902}" srcOrd="0" destOrd="0" presId="urn:microsoft.com/office/officeart/2005/8/layout/hierarchy1"/>
    <dgm:cxn modelId="{BE4DE1EB-AD13-416A-BFB0-B20C9F1E229C}" type="presOf" srcId="{A3CD870A-E94E-42C3-8870-26DB7A568720}" destId="{7746B0C6-D7EF-4F27-BA38-249BD41D1BAB}" srcOrd="0" destOrd="0" presId="urn:microsoft.com/office/officeart/2005/8/layout/hierarchy1"/>
    <dgm:cxn modelId="{360FD874-0B3E-4EE0-AD6D-B4AA5420CEF9}" type="presParOf" srcId="{15212609-55AF-4DD8-AB83-E3359C5EA517}" destId="{16216144-5BC3-4A6C-9EBE-3331797AC146}" srcOrd="0" destOrd="0" presId="urn:microsoft.com/office/officeart/2005/8/layout/hierarchy1"/>
    <dgm:cxn modelId="{73E85DDA-A8FD-4E86-937E-682C04F3C492}" type="presParOf" srcId="{16216144-5BC3-4A6C-9EBE-3331797AC146}" destId="{1A7C071F-9961-441D-8120-F13385875E5D}" srcOrd="0" destOrd="0" presId="urn:microsoft.com/office/officeart/2005/8/layout/hierarchy1"/>
    <dgm:cxn modelId="{6F44CEF8-3B8B-4373-B812-ADCD2299F25F}" type="presParOf" srcId="{1A7C071F-9961-441D-8120-F13385875E5D}" destId="{AC4B8514-7F56-40DA-B778-C6AC797505B5}" srcOrd="0" destOrd="0" presId="urn:microsoft.com/office/officeart/2005/8/layout/hierarchy1"/>
    <dgm:cxn modelId="{142EBD81-3531-4A19-8DF7-1795BE804692}" type="presParOf" srcId="{1A7C071F-9961-441D-8120-F13385875E5D}" destId="{7746B0C6-D7EF-4F27-BA38-249BD41D1BAB}" srcOrd="1" destOrd="0" presId="urn:microsoft.com/office/officeart/2005/8/layout/hierarchy1"/>
    <dgm:cxn modelId="{1D5B80DA-1E85-4ADF-AF96-AF61679AA14D}" type="presParOf" srcId="{16216144-5BC3-4A6C-9EBE-3331797AC146}" destId="{D78FA60C-3629-4DA8-9B54-9512C51157FF}" srcOrd="1" destOrd="0" presId="urn:microsoft.com/office/officeart/2005/8/layout/hierarchy1"/>
    <dgm:cxn modelId="{ECCBC883-711F-4646-8A46-F49D657CDC04}" type="presParOf" srcId="{15212609-55AF-4DD8-AB83-E3359C5EA517}" destId="{3F2A6D87-A2F1-48E8-9010-81A8D083B7B9}" srcOrd="1" destOrd="0" presId="urn:microsoft.com/office/officeart/2005/8/layout/hierarchy1"/>
    <dgm:cxn modelId="{0C16C723-E67D-4EC3-804B-CAFF2E7F1779}" type="presParOf" srcId="{3F2A6D87-A2F1-48E8-9010-81A8D083B7B9}" destId="{2D2A2A97-6700-42F4-BD55-8828C863C15B}" srcOrd="0" destOrd="0" presId="urn:microsoft.com/office/officeart/2005/8/layout/hierarchy1"/>
    <dgm:cxn modelId="{929A9CCD-E1D5-40D4-84E5-34E030C9B49E}" type="presParOf" srcId="{2D2A2A97-6700-42F4-BD55-8828C863C15B}" destId="{7778BA84-936C-4A3B-A4EA-C7D2FAD21D65}" srcOrd="0" destOrd="0" presId="urn:microsoft.com/office/officeart/2005/8/layout/hierarchy1"/>
    <dgm:cxn modelId="{0F0D701E-1249-4ADC-94D0-CF6E5E5EF64B}" type="presParOf" srcId="{2D2A2A97-6700-42F4-BD55-8828C863C15B}" destId="{4056BFDE-14D3-47E5-8E81-FAD8C0002902}" srcOrd="1" destOrd="0" presId="urn:microsoft.com/office/officeart/2005/8/layout/hierarchy1"/>
    <dgm:cxn modelId="{3B4172FA-1EC7-483B-AF23-911D69889EAB}" type="presParOf" srcId="{3F2A6D87-A2F1-48E8-9010-81A8D083B7B9}" destId="{4785B30F-E3F5-49B5-AC09-A60DB547CD2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C73F611-C86D-4AFC-AEA2-58FF79D59A3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A3CD870A-E94E-42C3-8870-26DB7A568720}">
      <dgm:prSet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E4DB1D32-17C8-421F-B40D-31DEBC944D30}" type="parTrans" cxnId="{0F08091C-D231-486C-B6A0-A1975F6F8528}">
      <dgm:prSet/>
      <dgm:spPr/>
      <dgm:t>
        <a:bodyPr/>
        <a:lstStyle/>
        <a:p>
          <a:endParaRPr lang="en-US"/>
        </a:p>
      </dgm:t>
    </dgm:pt>
    <dgm:pt modelId="{1680C7E0-2470-4661-952F-C5623127FC6E}" type="sibTrans" cxnId="{0F08091C-D231-486C-B6A0-A1975F6F8528}">
      <dgm:prSet/>
      <dgm:spPr/>
      <dgm:t>
        <a:bodyPr/>
        <a:lstStyle/>
        <a:p>
          <a:endParaRPr lang="en-US"/>
        </a:p>
      </dgm:t>
    </dgm:pt>
    <dgm:pt modelId="{D0CBE030-AD08-40F7-AACA-06158EDFF521}">
      <dgm:prSet/>
      <dgm:spPr>
        <a:blipFill>
          <a:blip xmlns:r="http://schemas.openxmlformats.org/officeDocument/2006/relationships" r:embed="rId2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16EBFF5F-4208-46C4-8F5A-135FB39560FA}" type="parTrans" cxnId="{FAF59E1E-9B51-4F5B-B934-0F4BB63A13CE}">
      <dgm:prSet/>
      <dgm:spPr/>
      <dgm:t>
        <a:bodyPr/>
        <a:lstStyle/>
        <a:p>
          <a:endParaRPr lang="en-US"/>
        </a:p>
      </dgm:t>
    </dgm:pt>
    <dgm:pt modelId="{1FA0CBAE-9628-4FEC-B1EE-0F212B8190D7}" type="sibTrans" cxnId="{FAF59E1E-9B51-4F5B-B934-0F4BB63A13CE}">
      <dgm:prSet/>
      <dgm:spPr/>
      <dgm:t>
        <a:bodyPr/>
        <a:lstStyle/>
        <a:p>
          <a:endParaRPr lang="en-US"/>
        </a:p>
      </dgm:t>
    </dgm:pt>
    <dgm:pt modelId="{15212609-55AF-4DD8-AB83-E3359C5EA517}" type="pres">
      <dgm:prSet presAssocID="{BC73F611-C86D-4AFC-AEA2-58FF79D59A3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6216144-5BC3-4A6C-9EBE-3331797AC146}" type="pres">
      <dgm:prSet presAssocID="{A3CD870A-E94E-42C3-8870-26DB7A568720}" presName="hierRoot1" presStyleCnt="0"/>
      <dgm:spPr/>
    </dgm:pt>
    <dgm:pt modelId="{1A7C071F-9961-441D-8120-F13385875E5D}" type="pres">
      <dgm:prSet presAssocID="{A3CD870A-E94E-42C3-8870-26DB7A568720}" presName="composite" presStyleCnt="0"/>
      <dgm:spPr/>
    </dgm:pt>
    <dgm:pt modelId="{AC4B8514-7F56-40DA-B778-C6AC797505B5}" type="pres">
      <dgm:prSet presAssocID="{A3CD870A-E94E-42C3-8870-26DB7A568720}" presName="background" presStyleLbl="node0" presStyleIdx="0" presStyleCnt="2"/>
      <dgm:spPr/>
    </dgm:pt>
    <dgm:pt modelId="{7746B0C6-D7EF-4F27-BA38-249BD41D1BAB}" type="pres">
      <dgm:prSet presAssocID="{A3CD870A-E94E-42C3-8870-26DB7A568720}" presName="text" presStyleLbl="fgAcc0" presStyleIdx="0" presStyleCnt="2">
        <dgm:presLayoutVars>
          <dgm:chPref val="3"/>
        </dgm:presLayoutVars>
      </dgm:prSet>
      <dgm:spPr/>
    </dgm:pt>
    <dgm:pt modelId="{D78FA60C-3629-4DA8-9B54-9512C51157FF}" type="pres">
      <dgm:prSet presAssocID="{A3CD870A-E94E-42C3-8870-26DB7A568720}" presName="hierChild2" presStyleCnt="0"/>
      <dgm:spPr/>
    </dgm:pt>
    <dgm:pt modelId="{3F2A6D87-A2F1-48E8-9010-81A8D083B7B9}" type="pres">
      <dgm:prSet presAssocID="{D0CBE030-AD08-40F7-AACA-06158EDFF521}" presName="hierRoot1" presStyleCnt="0"/>
      <dgm:spPr/>
    </dgm:pt>
    <dgm:pt modelId="{2D2A2A97-6700-42F4-BD55-8828C863C15B}" type="pres">
      <dgm:prSet presAssocID="{D0CBE030-AD08-40F7-AACA-06158EDFF521}" presName="composite" presStyleCnt="0"/>
      <dgm:spPr/>
    </dgm:pt>
    <dgm:pt modelId="{7778BA84-936C-4A3B-A4EA-C7D2FAD21D65}" type="pres">
      <dgm:prSet presAssocID="{D0CBE030-AD08-40F7-AACA-06158EDFF521}" presName="background" presStyleLbl="node0" presStyleIdx="1" presStyleCnt="2"/>
      <dgm:spPr/>
    </dgm:pt>
    <dgm:pt modelId="{4056BFDE-14D3-47E5-8E81-FAD8C0002902}" type="pres">
      <dgm:prSet presAssocID="{D0CBE030-AD08-40F7-AACA-06158EDFF521}" presName="text" presStyleLbl="fgAcc0" presStyleIdx="1" presStyleCnt="2">
        <dgm:presLayoutVars>
          <dgm:chPref val="3"/>
        </dgm:presLayoutVars>
      </dgm:prSet>
      <dgm:spPr/>
    </dgm:pt>
    <dgm:pt modelId="{4785B30F-E3F5-49B5-AC09-A60DB547CD2D}" type="pres">
      <dgm:prSet presAssocID="{D0CBE030-AD08-40F7-AACA-06158EDFF521}" presName="hierChild2" presStyleCnt="0"/>
      <dgm:spPr/>
    </dgm:pt>
  </dgm:ptLst>
  <dgm:cxnLst>
    <dgm:cxn modelId="{669B861B-AA91-43B3-B99B-E981EC002973}" type="presOf" srcId="{BC73F611-C86D-4AFC-AEA2-58FF79D59A33}" destId="{15212609-55AF-4DD8-AB83-E3359C5EA517}" srcOrd="0" destOrd="0" presId="urn:microsoft.com/office/officeart/2005/8/layout/hierarchy1"/>
    <dgm:cxn modelId="{0F08091C-D231-486C-B6A0-A1975F6F8528}" srcId="{BC73F611-C86D-4AFC-AEA2-58FF79D59A33}" destId="{A3CD870A-E94E-42C3-8870-26DB7A568720}" srcOrd="0" destOrd="0" parTransId="{E4DB1D32-17C8-421F-B40D-31DEBC944D30}" sibTransId="{1680C7E0-2470-4661-952F-C5623127FC6E}"/>
    <dgm:cxn modelId="{FAF59E1E-9B51-4F5B-B934-0F4BB63A13CE}" srcId="{BC73F611-C86D-4AFC-AEA2-58FF79D59A33}" destId="{D0CBE030-AD08-40F7-AACA-06158EDFF521}" srcOrd="1" destOrd="0" parTransId="{16EBFF5F-4208-46C4-8F5A-135FB39560FA}" sibTransId="{1FA0CBAE-9628-4FEC-B1EE-0F212B8190D7}"/>
    <dgm:cxn modelId="{5F2498AA-B0D1-4087-92CE-683D6217EFD4}" type="presOf" srcId="{D0CBE030-AD08-40F7-AACA-06158EDFF521}" destId="{4056BFDE-14D3-47E5-8E81-FAD8C0002902}" srcOrd="0" destOrd="0" presId="urn:microsoft.com/office/officeart/2005/8/layout/hierarchy1"/>
    <dgm:cxn modelId="{BE4DE1EB-AD13-416A-BFB0-B20C9F1E229C}" type="presOf" srcId="{A3CD870A-E94E-42C3-8870-26DB7A568720}" destId="{7746B0C6-D7EF-4F27-BA38-249BD41D1BAB}" srcOrd="0" destOrd="0" presId="urn:microsoft.com/office/officeart/2005/8/layout/hierarchy1"/>
    <dgm:cxn modelId="{360FD874-0B3E-4EE0-AD6D-B4AA5420CEF9}" type="presParOf" srcId="{15212609-55AF-4DD8-AB83-E3359C5EA517}" destId="{16216144-5BC3-4A6C-9EBE-3331797AC146}" srcOrd="0" destOrd="0" presId="urn:microsoft.com/office/officeart/2005/8/layout/hierarchy1"/>
    <dgm:cxn modelId="{73E85DDA-A8FD-4E86-937E-682C04F3C492}" type="presParOf" srcId="{16216144-5BC3-4A6C-9EBE-3331797AC146}" destId="{1A7C071F-9961-441D-8120-F13385875E5D}" srcOrd="0" destOrd="0" presId="urn:microsoft.com/office/officeart/2005/8/layout/hierarchy1"/>
    <dgm:cxn modelId="{6F44CEF8-3B8B-4373-B812-ADCD2299F25F}" type="presParOf" srcId="{1A7C071F-9961-441D-8120-F13385875E5D}" destId="{AC4B8514-7F56-40DA-B778-C6AC797505B5}" srcOrd="0" destOrd="0" presId="urn:microsoft.com/office/officeart/2005/8/layout/hierarchy1"/>
    <dgm:cxn modelId="{142EBD81-3531-4A19-8DF7-1795BE804692}" type="presParOf" srcId="{1A7C071F-9961-441D-8120-F13385875E5D}" destId="{7746B0C6-D7EF-4F27-BA38-249BD41D1BAB}" srcOrd="1" destOrd="0" presId="urn:microsoft.com/office/officeart/2005/8/layout/hierarchy1"/>
    <dgm:cxn modelId="{1D5B80DA-1E85-4ADF-AF96-AF61679AA14D}" type="presParOf" srcId="{16216144-5BC3-4A6C-9EBE-3331797AC146}" destId="{D78FA60C-3629-4DA8-9B54-9512C51157FF}" srcOrd="1" destOrd="0" presId="urn:microsoft.com/office/officeart/2005/8/layout/hierarchy1"/>
    <dgm:cxn modelId="{ECCBC883-711F-4646-8A46-F49D657CDC04}" type="presParOf" srcId="{15212609-55AF-4DD8-AB83-E3359C5EA517}" destId="{3F2A6D87-A2F1-48E8-9010-81A8D083B7B9}" srcOrd="1" destOrd="0" presId="urn:microsoft.com/office/officeart/2005/8/layout/hierarchy1"/>
    <dgm:cxn modelId="{0C16C723-E67D-4EC3-804B-CAFF2E7F1779}" type="presParOf" srcId="{3F2A6D87-A2F1-48E8-9010-81A8D083B7B9}" destId="{2D2A2A97-6700-42F4-BD55-8828C863C15B}" srcOrd="0" destOrd="0" presId="urn:microsoft.com/office/officeart/2005/8/layout/hierarchy1"/>
    <dgm:cxn modelId="{929A9CCD-E1D5-40D4-84E5-34E030C9B49E}" type="presParOf" srcId="{2D2A2A97-6700-42F4-BD55-8828C863C15B}" destId="{7778BA84-936C-4A3B-A4EA-C7D2FAD21D65}" srcOrd="0" destOrd="0" presId="urn:microsoft.com/office/officeart/2005/8/layout/hierarchy1"/>
    <dgm:cxn modelId="{0F0D701E-1249-4ADC-94D0-CF6E5E5EF64B}" type="presParOf" srcId="{2D2A2A97-6700-42F4-BD55-8828C863C15B}" destId="{4056BFDE-14D3-47E5-8E81-FAD8C0002902}" srcOrd="1" destOrd="0" presId="urn:microsoft.com/office/officeart/2005/8/layout/hierarchy1"/>
    <dgm:cxn modelId="{3B4172FA-1EC7-483B-AF23-911D69889EAB}" type="presParOf" srcId="{3F2A6D87-A2F1-48E8-9010-81A8D083B7B9}" destId="{4785B30F-E3F5-49B5-AC09-A60DB547CD2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318E3E2-ED3E-404D-BD8A-1B17EF9A7582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C39BEED2-C08A-4F6B-9E66-DF7413212D21}">
      <dgm:prSet/>
      <dgm:spPr/>
      <dgm:t>
        <a:bodyPr/>
        <a:lstStyle/>
        <a:p>
          <a:r>
            <a:rPr lang="en-US"/>
            <a:t>Comparison based</a:t>
          </a:r>
        </a:p>
      </dgm:t>
    </dgm:pt>
    <dgm:pt modelId="{AC6C6FA3-8702-4DE9-9273-424037A8B864}" type="parTrans" cxnId="{8EE98400-F89B-40E9-B5BA-79F4C247AA6C}">
      <dgm:prSet/>
      <dgm:spPr/>
      <dgm:t>
        <a:bodyPr/>
        <a:lstStyle/>
        <a:p>
          <a:endParaRPr lang="en-US"/>
        </a:p>
      </dgm:t>
    </dgm:pt>
    <dgm:pt modelId="{747088CB-8E8C-4F26-9705-D857638BABE3}" type="sibTrans" cxnId="{8EE98400-F89B-40E9-B5BA-79F4C247AA6C}">
      <dgm:prSet/>
      <dgm:spPr/>
      <dgm:t>
        <a:bodyPr/>
        <a:lstStyle/>
        <a:p>
          <a:endParaRPr lang="en-US"/>
        </a:p>
      </dgm:t>
    </dgm:pt>
    <dgm:pt modelId="{3C204562-ADE8-4BBD-A46F-6D8DCE5697D3}">
      <dgm:prSet/>
      <dgm:spPr/>
      <dgm:t>
        <a:bodyPr/>
        <a:lstStyle/>
        <a:p>
          <a:r>
            <a:rPr lang="en-US"/>
            <a:t>Non comparison based</a:t>
          </a:r>
        </a:p>
      </dgm:t>
    </dgm:pt>
    <dgm:pt modelId="{58718678-EF3E-4543-8145-01DFCEFE1C69}" type="parTrans" cxnId="{E2AA2BCB-06FF-4A0B-B492-BC76C00FD1B3}">
      <dgm:prSet/>
      <dgm:spPr/>
      <dgm:t>
        <a:bodyPr/>
        <a:lstStyle/>
        <a:p>
          <a:endParaRPr lang="en-US"/>
        </a:p>
      </dgm:t>
    </dgm:pt>
    <dgm:pt modelId="{F007934C-C085-477E-81A4-0DECFBD659DD}" type="sibTrans" cxnId="{E2AA2BCB-06FF-4A0B-B492-BC76C00FD1B3}">
      <dgm:prSet/>
      <dgm:spPr/>
      <dgm:t>
        <a:bodyPr/>
        <a:lstStyle/>
        <a:p>
          <a:endParaRPr lang="en-US"/>
        </a:p>
      </dgm:t>
    </dgm:pt>
    <dgm:pt modelId="{3E7358FB-7B54-4639-B56E-A467D0EC1D08}">
      <dgm:prSet/>
      <dgm:spPr/>
      <dgm:t>
        <a:bodyPr/>
        <a:lstStyle/>
        <a:p>
          <a:r>
            <a:rPr lang="en-US"/>
            <a:t>Hybrid</a:t>
          </a:r>
        </a:p>
      </dgm:t>
    </dgm:pt>
    <dgm:pt modelId="{DBF35E8D-C918-46CF-9991-3F4196B85E17}" type="parTrans" cxnId="{B46F3177-CC91-485B-AE4D-7FBB832A30AD}">
      <dgm:prSet/>
      <dgm:spPr/>
      <dgm:t>
        <a:bodyPr/>
        <a:lstStyle/>
        <a:p>
          <a:endParaRPr lang="en-US"/>
        </a:p>
      </dgm:t>
    </dgm:pt>
    <dgm:pt modelId="{4432E132-369D-4737-BFD4-CBA1E3199685}" type="sibTrans" cxnId="{B46F3177-CC91-485B-AE4D-7FBB832A30AD}">
      <dgm:prSet/>
      <dgm:spPr/>
      <dgm:t>
        <a:bodyPr/>
        <a:lstStyle/>
        <a:p>
          <a:endParaRPr lang="en-US"/>
        </a:p>
      </dgm:t>
    </dgm:pt>
    <dgm:pt modelId="{A9053CAF-ED19-4FEB-A108-1ECBBAEAF8B1}" type="pres">
      <dgm:prSet presAssocID="{7318E3E2-ED3E-404D-BD8A-1B17EF9A7582}" presName="linear" presStyleCnt="0">
        <dgm:presLayoutVars>
          <dgm:dir/>
          <dgm:animLvl val="lvl"/>
          <dgm:resizeHandles val="exact"/>
        </dgm:presLayoutVars>
      </dgm:prSet>
      <dgm:spPr/>
    </dgm:pt>
    <dgm:pt modelId="{DD64CE3C-D9EF-4681-BB5C-9AAD115D204E}" type="pres">
      <dgm:prSet presAssocID="{C39BEED2-C08A-4F6B-9E66-DF7413212D21}" presName="parentLin" presStyleCnt="0"/>
      <dgm:spPr/>
    </dgm:pt>
    <dgm:pt modelId="{6CBEE41F-87AB-4A15-B432-C5B056046CDB}" type="pres">
      <dgm:prSet presAssocID="{C39BEED2-C08A-4F6B-9E66-DF7413212D21}" presName="parentLeftMargin" presStyleLbl="node1" presStyleIdx="0" presStyleCnt="3"/>
      <dgm:spPr/>
    </dgm:pt>
    <dgm:pt modelId="{8AE6F3E3-1060-4D74-B1FE-E6F2A6D3B006}" type="pres">
      <dgm:prSet presAssocID="{C39BEED2-C08A-4F6B-9E66-DF7413212D2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DE6716C-D153-40C1-9C82-C2AAD96C15C6}" type="pres">
      <dgm:prSet presAssocID="{C39BEED2-C08A-4F6B-9E66-DF7413212D21}" presName="negativeSpace" presStyleCnt="0"/>
      <dgm:spPr/>
    </dgm:pt>
    <dgm:pt modelId="{671D7531-A7C1-4ACD-B2B6-6BD3C0EBD8C5}" type="pres">
      <dgm:prSet presAssocID="{C39BEED2-C08A-4F6B-9E66-DF7413212D21}" presName="childText" presStyleLbl="conFgAcc1" presStyleIdx="0" presStyleCnt="3">
        <dgm:presLayoutVars>
          <dgm:bulletEnabled val="1"/>
        </dgm:presLayoutVars>
      </dgm:prSet>
      <dgm:spPr/>
    </dgm:pt>
    <dgm:pt modelId="{60D43898-8ADF-460F-856F-E411444D3094}" type="pres">
      <dgm:prSet presAssocID="{747088CB-8E8C-4F26-9705-D857638BABE3}" presName="spaceBetweenRectangles" presStyleCnt="0"/>
      <dgm:spPr/>
    </dgm:pt>
    <dgm:pt modelId="{C9259901-F1E6-49D4-ABAB-490A8C19216D}" type="pres">
      <dgm:prSet presAssocID="{3C204562-ADE8-4BBD-A46F-6D8DCE5697D3}" presName="parentLin" presStyleCnt="0"/>
      <dgm:spPr/>
    </dgm:pt>
    <dgm:pt modelId="{60B67F1D-B1D9-4B9F-A737-D2E5638ECF40}" type="pres">
      <dgm:prSet presAssocID="{3C204562-ADE8-4BBD-A46F-6D8DCE5697D3}" presName="parentLeftMargin" presStyleLbl="node1" presStyleIdx="0" presStyleCnt="3"/>
      <dgm:spPr/>
    </dgm:pt>
    <dgm:pt modelId="{D3F71A0C-F981-42ED-A4CE-9382587EAECA}" type="pres">
      <dgm:prSet presAssocID="{3C204562-ADE8-4BBD-A46F-6D8DCE5697D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06C36D0B-1D54-404E-ADE7-FAB1603889D6}" type="pres">
      <dgm:prSet presAssocID="{3C204562-ADE8-4BBD-A46F-6D8DCE5697D3}" presName="negativeSpace" presStyleCnt="0"/>
      <dgm:spPr/>
    </dgm:pt>
    <dgm:pt modelId="{ECFAC8B9-81E2-4576-BA1D-86E372729AE0}" type="pres">
      <dgm:prSet presAssocID="{3C204562-ADE8-4BBD-A46F-6D8DCE5697D3}" presName="childText" presStyleLbl="conFgAcc1" presStyleIdx="1" presStyleCnt="3">
        <dgm:presLayoutVars>
          <dgm:bulletEnabled val="1"/>
        </dgm:presLayoutVars>
      </dgm:prSet>
      <dgm:spPr/>
    </dgm:pt>
    <dgm:pt modelId="{5A7A6C35-3403-4AAD-96BF-288D800C4AF7}" type="pres">
      <dgm:prSet presAssocID="{F007934C-C085-477E-81A4-0DECFBD659DD}" presName="spaceBetweenRectangles" presStyleCnt="0"/>
      <dgm:spPr/>
    </dgm:pt>
    <dgm:pt modelId="{6A851872-B471-4832-AE71-17FB87C4F5D1}" type="pres">
      <dgm:prSet presAssocID="{3E7358FB-7B54-4639-B56E-A467D0EC1D08}" presName="parentLin" presStyleCnt="0"/>
      <dgm:spPr/>
    </dgm:pt>
    <dgm:pt modelId="{4C53B77F-BF50-42DA-98D8-6C9747DB4BCE}" type="pres">
      <dgm:prSet presAssocID="{3E7358FB-7B54-4639-B56E-A467D0EC1D08}" presName="parentLeftMargin" presStyleLbl="node1" presStyleIdx="1" presStyleCnt="3"/>
      <dgm:spPr/>
    </dgm:pt>
    <dgm:pt modelId="{22068D13-9A3D-49F7-963F-54FB83FE2711}" type="pres">
      <dgm:prSet presAssocID="{3E7358FB-7B54-4639-B56E-A467D0EC1D08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C84E86-8084-4885-824F-1ECBABC933D7}" type="pres">
      <dgm:prSet presAssocID="{3E7358FB-7B54-4639-B56E-A467D0EC1D08}" presName="negativeSpace" presStyleCnt="0"/>
      <dgm:spPr/>
    </dgm:pt>
    <dgm:pt modelId="{5C175D13-A06B-4ABC-A535-2BED0625AF7F}" type="pres">
      <dgm:prSet presAssocID="{3E7358FB-7B54-4639-B56E-A467D0EC1D08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8EE98400-F89B-40E9-B5BA-79F4C247AA6C}" srcId="{7318E3E2-ED3E-404D-BD8A-1B17EF9A7582}" destId="{C39BEED2-C08A-4F6B-9E66-DF7413212D21}" srcOrd="0" destOrd="0" parTransId="{AC6C6FA3-8702-4DE9-9273-424037A8B864}" sibTransId="{747088CB-8E8C-4F26-9705-D857638BABE3}"/>
    <dgm:cxn modelId="{92C53618-92F8-4B50-96D3-0D0223F8E1B5}" type="presOf" srcId="{C39BEED2-C08A-4F6B-9E66-DF7413212D21}" destId="{8AE6F3E3-1060-4D74-B1FE-E6F2A6D3B006}" srcOrd="1" destOrd="0" presId="urn:microsoft.com/office/officeart/2005/8/layout/list1"/>
    <dgm:cxn modelId="{D7EFB91A-4803-4BE0-9EE1-8C3A8CD9FDAA}" type="presOf" srcId="{C39BEED2-C08A-4F6B-9E66-DF7413212D21}" destId="{6CBEE41F-87AB-4A15-B432-C5B056046CDB}" srcOrd="0" destOrd="0" presId="urn:microsoft.com/office/officeart/2005/8/layout/list1"/>
    <dgm:cxn modelId="{40CC4F4A-CA07-4B43-A9AF-467FD44BB478}" type="presOf" srcId="{3E7358FB-7B54-4639-B56E-A467D0EC1D08}" destId="{22068D13-9A3D-49F7-963F-54FB83FE2711}" srcOrd="1" destOrd="0" presId="urn:microsoft.com/office/officeart/2005/8/layout/list1"/>
    <dgm:cxn modelId="{B46F3177-CC91-485B-AE4D-7FBB832A30AD}" srcId="{7318E3E2-ED3E-404D-BD8A-1B17EF9A7582}" destId="{3E7358FB-7B54-4639-B56E-A467D0EC1D08}" srcOrd="2" destOrd="0" parTransId="{DBF35E8D-C918-46CF-9991-3F4196B85E17}" sibTransId="{4432E132-369D-4737-BFD4-CBA1E3199685}"/>
    <dgm:cxn modelId="{E2AA2BCB-06FF-4A0B-B492-BC76C00FD1B3}" srcId="{7318E3E2-ED3E-404D-BD8A-1B17EF9A7582}" destId="{3C204562-ADE8-4BBD-A46F-6D8DCE5697D3}" srcOrd="1" destOrd="0" parTransId="{58718678-EF3E-4543-8145-01DFCEFE1C69}" sibTransId="{F007934C-C085-477E-81A4-0DECFBD659DD}"/>
    <dgm:cxn modelId="{F0B712E6-6F16-441C-8D47-1B543DAA0D5E}" type="presOf" srcId="{3C204562-ADE8-4BBD-A46F-6D8DCE5697D3}" destId="{60B67F1D-B1D9-4B9F-A737-D2E5638ECF40}" srcOrd="0" destOrd="0" presId="urn:microsoft.com/office/officeart/2005/8/layout/list1"/>
    <dgm:cxn modelId="{48230CE8-3DA1-47BE-A6A3-0D2CBF4EFEC6}" type="presOf" srcId="{3C204562-ADE8-4BBD-A46F-6D8DCE5697D3}" destId="{D3F71A0C-F981-42ED-A4CE-9382587EAECA}" srcOrd="1" destOrd="0" presId="urn:microsoft.com/office/officeart/2005/8/layout/list1"/>
    <dgm:cxn modelId="{358C0DF3-07FE-4687-AF40-CC9C770E7178}" type="presOf" srcId="{7318E3E2-ED3E-404D-BD8A-1B17EF9A7582}" destId="{A9053CAF-ED19-4FEB-A108-1ECBBAEAF8B1}" srcOrd="0" destOrd="0" presId="urn:microsoft.com/office/officeart/2005/8/layout/list1"/>
    <dgm:cxn modelId="{958327F6-790C-44A8-973F-1D58AABB1F25}" type="presOf" srcId="{3E7358FB-7B54-4639-B56E-A467D0EC1D08}" destId="{4C53B77F-BF50-42DA-98D8-6C9747DB4BCE}" srcOrd="0" destOrd="0" presId="urn:microsoft.com/office/officeart/2005/8/layout/list1"/>
    <dgm:cxn modelId="{8E6F309C-9C81-46D5-8014-C293AA2C625A}" type="presParOf" srcId="{A9053CAF-ED19-4FEB-A108-1ECBBAEAF8B1}" destId="{DD64CE3C-D9EF-4681-BB5C-9AAD115D204E}" srcOrd="0" destOrd="0" presId="urn:microsoft.com/office/officeart/2005/8/layout/list1"/>
    <dgm:cxn modelId="{D6322940-53B2-4B0D-8FDB-AB94F65EBAF8}" type="presParOf" srcId="{DD64CE3C-D9EF-4681-BB5C-9AAD115D204E}" destId="{6CBEE41F-87AB-4A15-B432-C5B056046CDB}" srcOrd="0" destOrd="0" presId="urn:microsoft.com/office/officeart/2005/8/layout/list1"/>
    <dgm:cxn modelId="{869F2E28-7E5C-46BA-A611-56F979E73AD9}" type="presParOf" srcId="{DD64CE3C-D9EF-4681-BB5C-9AAD115D204E}" destId="{8AE6F3E3-1060-4D74-B1FE-E6F2A6D3B006}" srcOrd="1" destOrd="0" presId="urn:microsoft.com/office/officeart/2005/8/layout/list1"/>
    <dgm:cxn modelId="{2AB18F04-7872-4D0D-8432-F3124532D4E3}" type="presParOf" srcId="{A9053CAF-ED19-4FEB-A108-1ECBBAEAF8B1}" destId="{FDE6716C-D153-40C1-9C82-C2AAD96C15C6}" srcOrd="1" destOrd="0" presId="urn:microsoft.com/office/officeart/2005/8/layout/list1"/>
    <dgm:cxn modelId="{024F37F5-B825-40F6-8499-4335DF32BB5D}" type="presParOf" srcId="{A9053CAF-ED19-4FEB-A108-1ECBBAEAF8B1}" destId="{671D7531-A7C1-4ACD-B2B6-6BD3C0EBD8C5}" srcOrd="2" destOrd="0" presId="urn:microsoft.com/office/officeart/2005/8/layout/list1"/>
    <dgm:cxn modelId="{85EF65B1-73A7-4D5C-8FAD-5D0D3E9B5046}" type="presParOf" srcId="{A9053CAF-ED19-4FEB-A108-1ECBBAEAF8B1}" destId="{60D43898-8ADF-460F-856F-E411444D3094}" srcOrd="3" destOrd="0" presId="urn:microsoft.com/office/officeart/2005/8/layout/list1"/>
    <dgm:cxn modelId="{7D99099B-015D-4F76-986D-C5E40043AA81}" type="presParOf" srcId="{A9053CAF-ED19-4FEB-A108-1ECBBAEAF8B1}" destId="{C9259901-F1E6-49D4-ABAB-490A8C19216D}" srcOrd="4" destOrd="0" presId="urn:microsoft.com/office/officeart/2005/8/layout/list1"/>
    <dgm:cxn modelId="{138B4A62-6C18-4D7F-8052-DE0DB7DA55A1}" type="presParOf" srcId="{C9259901-F1E6-49D4-ABAB-490A8C19216D}" destId="{60B67F1D-B1D9-4B9F-A737-D2E5638ECF40}" srcOrd="0" destOrd="0" presId="urn:microsoft.com/office/officeart/2005/8/layout/list1"/>
    <dgm:cxn modelId="{82FEE83C-692B-4FA9-89CC-77DDA870D7D5}" type="presParOf" srcId="{C9259901-F1E6-49D4-ABAB-490A8C19216D}" destId="{D3F71A0C-F981-42ED-A4CE-9382587EAECA}" srcOrd="1" destOrd="0" presId="urn:microsoft.com/office/officeart/2005/8/layout/list1"/>
    <dgm:cxn modelId="{395F7795-8316-47DE-9705-EB5AED56DAAE}" type="presParOf" srcId="{A9053CAF-ED19-4FEB-A108-1ECBBAEAF8B1}" destId="{06C36D0B-1D54-404E-ADE7-FAB1603889D6}" srcOrd="5" destOrd="0" presId="urn:microsoft.com/office/officeart/2005/8/layout/list1"/>
    <dgm:cxn modelId="{CD8C5A96-CB61-4C0F-95B6-8A60D1A8097E}" type="presParOf" srcId="{A9053CAF-ED19-4FEB-A108-1ECBBAEAF8B1}" destId="{ECFAC8B9-81E2-4576-BA1D-86E372729AE0}" srcOrd="6" destOrd="0" presId="urn:microsoft.com/office/officeart/2005/8/layout/list1"/>
    <dgm:cxn modelId="{7F01567E-1719-4B44-A20A-BD69B4D8FE1B}" type="presParOf" srcId="{A9053CAF-ED19-4FEB-A108-1ECBBAEAF8B1}" destId="{5A7A6C35-3403-4AAD-96BF-288D800C4AF7}" srcOrd="7" destOrd="0" presId="urn:microsoft.com/office/officeart/2005/8/layout/list1"/>
    <dgm:cxn modelId="{CF7B32FF-C9FE-4D33-A2DE-4A2BB3196EC2}" type="presParOf" srcId="{A9053CAF-ED19-4FEB-A108-1ECBBAEAF8B1}" destId="{6A851872-B471-4832-AE71-17FB87C4F5D1}" srcOrd="8" destOrd="0" presId="urn:microsoft.com/office/officeart/2005/8/layout/list1"/>
    <dgm:cxn modelId="{3312CBE6-7B5E-429B-82D9-D721202660A6}" type="presParOf" srcId="{6A851872-B471-4832-AE71-17FB87C4F5D1}" destId="{4C53B77F-BF50-42DA-98D8-6C9747DB4BCE}" srcOrd="0" destOrd="0" presId="urn:microsoft.com/office/officeart/2005/8/layout/list1"/>
    <dgm:cxn modelId="{F4309393-55BA-4F92-AD63-7933D11808C0}" type="presParOf" srcId="{6A851872-B471-4832-AE71-17FB87C4F5D1}" destId="{22068D13-9A3D-49F7-963F-54FB83FE2711}" srcOrd="1" destOrd="0" presId="urn:microsoft.com/office/officeart/2005/8/layout/list1"/>
    <dgm:cxn modelId="{A0F8DF10-0523-4FAC-9F2C-DC44445EF02D}" type="presParOf" srcId="{A9053CAF-ED19-4FEB-A108-1ECBBAEAF8B1}" destId="{F7C84E86-8084-4885-824F-1ECBABC933D7}" srcOrd="9" destOrd="0" presId="urn:microsoft.com/office/officeart/2005/8/layout/list1"/>
    <dgm:cxn modelId="{BBD312BC-2465-4690-A83D-B4E10D3882D7}" type="presParOf" srcId="{A9053CAF-ED19-4FEB-A108-1ECBBAEAF8B1}" destId="{5C175D13-A06B-4ABC-A535-2BED0625AF7F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88379CD-7E04-40D7-A49F-755BFC5823BD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3C0C5EC-4C46-46D2-96DA-83F1211C115B}">
      <dgm:prSet/>
      <dgm:spPr/>
      <dgm:t>
        <a:bodyPr/>
        <a:lstStyle/>
        <a:p>
          <a:r>
            <a:rPr lang="en-US"/>
            <a:t>Stable sorting</a:t>
          </a:r>
        </a:p>
      </dgm:t>
    </dgm:pt>
    <dgm:pt modelId="{80AF0EB9-EC6C-4089-8484-8D2C0A53C6B2}" type="parTrans" cxnId="{2ECE5E7D-08D2-491B-8C4E-39BF09BC72B4}">
      <dgm:prSet/>
      <dgm:spPr/>
      <dgm:t>
        <a:bodyPr/>
        <a:lstStyle/>
        <a:p>
          <a:endParaRPr lang="en-US"/>
        </a:p>
      </dgm:t>
    </dgm:pt>
    <dgm:pt modelId="{8E6474ED-F7C7-4E21-A35D-F7E3B2435631}" type="sibTrans" cxnId="{2ECE5E7D-08D2-491B-8C4E-39BF09BC72B4}">
      <dgm:prSet/>
      <dgm:spPr/>
      <dgm:t>
        <a:bodyPr/>
        <a:lstStyle/>
        <a:p>
          <a:endParaRPr lang="en-US"/>
        </a:p>
      </dgm:t>
    </dgm:pt>
    <dgm:pt modelId="{3CE996B2-52E5-4ECF-B0E2-7994E83CA282}">
      <dgm:prSet/>
      <dgm:spPr/>
      <dgm:t>
        <a:bodyPr/>
        <a:lstStyle/>
        <a:p>
          <a:r>
            <a:rPr lang="en-US"/>
            <a:t>Unstable sorting</a:t>
          </a:r>
        </a:p>
      </dgm:t>
    </dgm:pt>
    <dgm:pt modelId="{8D4C93D2-033C-48D6-AC20-AFA7CECB428B}" type="parTrans" cxnId="{A2750C90-2B1A-4D98-A11B-F5434345492F}">
      <dgm:prSet/>
      <dgm:spPr/>
      <dgm:t>
        <a:bodyPr/>
        <a:lstStyle/>
        <a:p>
          <a:endParaRPr lang="en-US"/>
        </a:p>
      </dgm:t>
    </dgm:pt>
    <dgm:pt modelId="{4C516078-B6BC-4AD9-A398-9A5F5CA0DB37}" type="sibTrans" cxnId="{A2750C90-2B1A-4D98-A11B-F5434345492F}">
      <dgm:prSet/>
      <dgm:spPr/>
      <dgm:t>
        <a:bodyPr/>
        <a:lstStyle/>
        <a:p>
          <a:endParaRPr lang="en-US"/>
        </a:p>
      </dgm:t>
    </dgm:pt>
    <dgm:pt modelId="{A435CBD6-4638-4A9B-A56E-DCC5E69DA2BE}" type="pres">
      <dgm:prSet presAssocID="{C88379CD-7E04-40D7-A49F-755BFC5823B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021A7B8-3F1D-4D4D-A17D-6B93260AC244}" type="pres">
      <dgm:prSet presAssocID="{B3C0C5EC-4C46-46D2-96DA-83F1211C115B}" presName="hierRoot1" presStyleCnt="0"/>
      <dgm:spPr/>
    </dgm:pt>
    <dgm:pt modelId="{8E9ECB06-EA42-485F-8683-03123C0D2343}" type="pres">
      <dgm:prSet presAssocID="{B3C0C5EC-4C46-46D2-96DA-83F1211C115B}" presName="composite" presStyleCnt="0"/>
      <dgm:spPr/>
    </dgm:pt>
    <dgm:pt modelId="{371209DC-4E5D-4198-AD0D-DF30C9DF43D9}" type="pres">
      <dgm:prSet presAssocID="{B3C0C5EC-4C46-46D2-96DA-83F1211C115B}" presName="background" presStyleLbl="node0" presStyleIdx="0" presStyleCnt="2"/>
      <dgm:spPr/>
    </dgm:pt>
    <dgm:pt modelId="{C0C72556-F7F9-49B3-A6E6-FF4DA17C8E65}" type="pres">
      <dgm:prSet presAssocID="{B3C0C5EC-4C46-46D2-96DA-83F1211C115B}" presName="text" presStyleLbl="fgAcc0" presStyleIdx="0" presStyleCnt="2">
        <dgm:presLayoutVars>
          <dgm:chPref val="3"/>
        </dgm:presLayoutVars>
      </dgm:prSet>
      <dgm:spPr/>
    </dgm:pt>
    <dgm:pt modelId="{FC6CC0BF-8447-4E9F-84EC-EBC3614D9416}" type="pres">
      <dgm:prSet presAssocID="{B3C0C5EC-4C46-46D2-96DA-83F1211C115B}" presName="hierChild2" presStyleCnt="0"/>
      <dgm:spPr/>
    </dgm:pt>
    <dgm:pt modelId="{B1BC2E39-8CEE-41A8-A715-7C4660B5F1CD}" type="pres">
      <dgm:prSet presAssocID="{3CE996B2-52E5-4ECF-B0E2-7994E83CA282}" presName="hierRoot1" presStyleCnt="0"/>
      <dgm:spPr/>
    </dgm:pt>
    <dgm:pt modelId="{E56AB16F-CBDB-4584-9C4D-63E4DDDA0168}" type="pres">
      <dgm:prSet presAssocID="{3CE996B2-52E5-4ECF-B0E2-7994E83CA282}" presName="composite" presStyleCnt="0"/>
      <dgm:spPr/>
    </dgm:pt>
    <dgm:pt modelId="{1D07F5B5-0673-458E-95F1-A79FE516B4BB}" type="pres">
      <dgm:prSet presAssocID="{3CE996B2-52E5-4ECF-B0E2-7994E83CA282}" presName="background" presStyleLbl="node0" presStyleIdx="1" presStyleCnt="2"/>
      <dgm:spPr/>
    </dgm:pt>
    <dgm:pt modelId="{C83AD698-C86E-479D-AC23-5F914700A0AA}" type="pres">
      <dgm:prSet presAssocID="{3CE996B2-52E5-4ECF-B0E2-7994E83CA282}" presName="text" presStyleLbl="fgAcc0" presStyleIdx="1" presStyleCnt="2">
        <dgm:presLayoutVars>
          <dgm:chPref val="3"/>
        </dgm:presLayoutVars>
      </dgm:prSet>
      <dgm:spPr/>
    </dgm:pt>
    <dgm:pt modelId="{05FCD4B1-7A4C-401B-8E22-6E990BCE51C2}" type="pres">
      <dgm:prSet presAssocID="{3CE996B2-52E5-4ECF-B0E2-7994E83CA282}" presName="hierChild2" presStyleCnt="0"/>
      <dgm:spPr/>
    </dgm:pt>
  </dgm:ptLst>
  <dgm:cxnLst>
    <dgm:cxn modelId="{36E12210-25F2-472B-B25A-434EB53E5B09}" type="presOf" srcId="{B3C0C5EC-4C46-46D2-96DA-83F1211C115B}" destId="{C0C72556-F7F9-49B3-A6E6-FF4DA17C8E65}" srcOrd="0" destOrd="0" presId="urn:microsoft.com/office/officeart/2005/8/layout/hierarchy1"/>
    <dgm:cxn modelId="{84DDE810-0B02-4378-AD5F-10C379948E1F}" type="presOf" srcId="{3CE996B2-52E5-4ECF-B0E2-7994E83CA282}" destId="{C83AD698-C86E-479D-AC23-5F914700A0AA}" srcOrd="0" destOrd="0" presId="urn:microsoft.com/office/officeart/2005/8/layout/hierarchy1"/>
    <dgm:cxn modelId="{2ECE5E7D-08D2-491B-8C4E-39BF09BC72B4}" srcId="{C88379CD-7E04-40D7-A49F-755BFC5823BD}" destId="{B3C0C5EC-4C46-46D2-96DA-83F1211C115B}" srcOrd="0" destOrd="0" parTransId="{80AF0EB9-EC6C-4089-8484-8D2C0A53C6B2}" sibTransId="{8E6474ED-F7C7-4E21-A35D-F7E3B2435631}"/>
    <dgm:cxn modelId="{A2750C90-2B1A-4D98-A11B-F5434345492F}" srcId="{C88379CD-7E04-40D7-A49F-755BFC5823BD}" destId="{3CE996B2-52E5-4ECF-B0E2-7994E83CA282}" srcOrd="1" destOrd="0" parTransId="{8D4C93D2-033C-48D6-AC20-AFA7CECB428B}" sibTransId="{4C516078-B6BC-4AD9-A398-9A5F5CA0DB37}"/>
    <dgm:cxn modelId="{91C7F298-C141-4933-BB98-2AE6960FF242}" type="presOf" srcId="{C88379CD-7E04-40D7-A49F-755BFC5823BD}" destId="{A435CBD6-4638-4A9B-A56E-DCC5E69DA2BE}" srcOrd="0" destOrd="0" presId="urn:microsoft.com/office/officeart/2005/8/layout/hierarchy1"/>
    <dgm:cxn modelId="{8ED21AC5-FFED-47F1-B6A6-CE0EFF33CB81}" type="presParOf" srcId="{A435CBD6-4638-4A9B-A56E-DCC5E69DA2BE}" destId="{8021A7B8-3F1D-4D4D-A17D-6B93260AC244}" srcOrd="0" destOrd="0" presId="urn:microsoft.com/office/officeart/2005/8/layout/hierarchy1"/>
    <dgm:cxn modelId="{2B1ED08B-7D10-4654-A481-11366E909D31}" type="presParOf" srcId="{8021A7B8-3F1D-4D4D-A17D-6B93260AC244}" destId="{8E9ECB06-EA42-485F-8683-03123C0D2343}" srcOrd="0" destOrd="0" presId="urn:microsoft.com/office/officeart/2005/8/layout/hierarchy1"/>
    <dgm:cxn modelId="{16B59997-9B57-4867-A69F-AF50599D03D5}" type="presParOf" srcId="{8E9ECB06-EA42-485F-8683-03123C0D2343}" destId="{371209DC-4E5D-4198-AD0D-DF30C9DF43D9}" srcOrd="0" destOrd="0" presId="urn:microsoft.com/office/officeart/2005/8/layout/hierarchy1"/>
    <dgm:cxn modelId="{54652863-257D-4C78-82FE-F4177E96BDEC}" type="presParOf" srcId="{8E9ECB06-EA42-485F-8683-03123C0D2343}" destId="{C0C72556-F7F9-49B3-A6E6-FF4DA17C8E65}" srcOrd="1" destOrd="0" presId="urn:microsoft.com/office/officeart/2005/8/layout/hierarchy1"/>
    <dgm:cxn modelId="{BA28F42A-7DF1-43A9-8783-A9A37CDCC82D}" type="presParOf" srcId="{8021A7B8-3F1D-4D4D-A17D-6B93260AC244}" destId="{FC6CC0BF-8447-4E9F-84EC-EBC3614D9416}" srcOrd="1" destOrd="0" presId="urn:microsoft.com/office/officeart/2005/8/layout/hierarchy1"/>
    <dgm:cxn modelId="{E269C95E-959D-4D8B-929B-FFFA40AEFC1C}" type="presParOf" srcId="{A435CBD6-4638-4A9B-A56E-DCC5E69DA2BE}" destId="{B1BC2E39-8CEE-41A8-A715-7C4660B5F1CD}" srcOrd="1" destOrd="0" presId="urn:microsoft.com/office/officeart/2005/8/layout/hierarchy1"/>
    <dgm:cxn modelId="{2917F727-CDB3-48C1-8CF4-09C1EEFD4FFA}" type="presParOf" srcId="{B1BC2E39-8CEE-41A8-A715-7C4660B5F1CD}" destId="{E56AB16F-CBDB-4584-9C4D-63E4DDDA0168}" srcOrd="0" destOrd="0" presId="urn:microsoft.com/office/officeart/2005/8/layout/hierarchy1"/>
    <dgm:cxn modelId="{6450FB34-0C9F-44FA-8F43-81362659E1AE}" type="presParOf" srcId="{E56AB16F-CBDB-4584-9C4D-63E4DDDA0168}" destId="{1D07F5B5-0673-458E-95F1-A79FE516B4BB}" srcOrd="0" destOrd="0" presId="urn:microsoft.com/office/officeart/2005/8/layout/hierarchy1"/>
    <dgm:cxn modelId="{D6543BA5-98AE-41E7-B2B8-E52210177E70}" type="presParOf" srcId="{E56AB16F-CBDB-4584-9C4D-63E4DDDA0168}" destId="{C83AD698-C86E-479D-AC23-5F914700A0AA}" srcOrd="1" destOrd="0" presId="urn:microsoft.com/office/officeart/2005/8/layout/hierarchy1"/>
    <dgm:cxn modelId="{FD3C448C-EDBE-4960-BF40-D4C77B7AC55E}" type="presParOf" srcId="{B1BC2E39-8CEE-41A8-A715-7C4660B5F1CD}" destId="{05FCD4B1-7A4C-401B-8E22-6E990BCE51C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8410394-6222-4214-B5AB-D79C2B1B8CA5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7AD74AA6-9705-4A50-826F-F09B03861868}">
          <dgm:prSet custT="1"/>
          <dgm:spPr/>
          <dgm:t>
            <a:bodyPr/>
            <a:lstStyle/>
            <a:p>
              <a:r>
                <a:rPr lang="en-US" sz="4400" dirty="0"/>
                <a:t>Insertion sort - O(</a:t>
              </a:r>
              <a14:m>
                <m:oMath xmlns:m="http://schemas.openxmlformats.org/officeDocument/2006/math">
                  <m:sSup>
                    <m:sSupPr>
                      <m:ctrlPr>
                        <a:rPr lang="en-US" sz="4400" i="1" smtClean="0">
                          <a:latin typeface="Cambria Math" panose="02040503050406030204" pitchFamily="18" charset="0"/>
                        </a:rPr>
                      </m:ctrlPr>
                    </m:sSupPr>
                    <m:e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𝑛</m:t>
                      </m:r>
                    </m:e>
                    <m: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</m:oMath>
              </a14:m>
              <a:r>
                <a:rPr lang="en-US" sz="4400" dirty="0"/>
                <a:t>)</a:t>
              </a:r>
            </a:p>
          </dgm:t>
        </dgm:pt>
      </mc:Choice>
      <mc:Fallback xmlns="">
        <dgm:pt modelId="{7AD74AA6-9705-4A50-826F-F09B03861868}">
          <dgm:prSet custT="1"/>
          <dgm:spPr/>
          <dgm:t>
            <a:bodyPr/>
            <a:lstStyle/>
            <a:p>
              <a:r>
                <a:rPr lang="en-US" sz="4400" dirty="0"/>
                <a:t>Insertion sort - O(</a:t>
              </a:r>
              <a:r>
                <a:rPr lang="en-US" sz="4400" b="0" i="0">
                  <a:latin typeface="Cambria Math" panose="02040503050406030204" pitchFamily="18" charset="0"/>
                </a:rPr>
                <a:t>𝑛^2</a:t>
              </a:r>
              <a:r>
                <a:rPr lang="en-US" sz="4400" dirty="0"/>
                <a:t>)</a:t>
              </a:r>
            </a:p>
          </dgm:t>
        </dgm:pt>
      </mc:Fallback>
    </mc:AlternateContent>
    <dgm:pt modelId="{CFAED2FF-69A1-4338-9C65-3B117E1D1B19}" type="parTrans" cxnId="{A62B2FAD-3D08-42CF-AE4E-6B27DC9AE288}">
      <dgm:prSet/>
      <dgm:spPr/>
      <dgm:t>
        <a:bodyPr/>
        <a:lstStyle/>
        <a:p>
          <a:endParaRPr lang="en-US"/>
        </a:p>
      </dgm:t>
    </dgm:pt>
    <dgm:pt modelId="{1D057C7E-78BD-4CB6-BC0F-EB6321253F51}" type="sibTrans" cxnId="{A62B2FAD-3D08-42CF-AE4E-6B27DC9AE288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2424F55F-12B7-4AC2-807F-369971E89394}">
          <dgm:prSet custT="1"/>
          <dgm:spPr/>
          <dgm:t>
            <a:bodyPr/>
            <a:lstStyle/>
            <a:p>
              <a:r>
                <a:rPr lang="en-US" sz="4400" dirty="0"/>
                <a:t>Merge sort – O(</a:t>
              </a:r>
              <a14:m>
                <m:oMath xmlns:m="http://schemas.openxmlformats.org/officeDocument/2006/math">
                  <m:r>
                    <a:rPr lang="en-US" sz="4400" b="0" i="1" smtClean="0">
                      <a:latin typeface="Cambria Math" panose="02040503050406030204" pitchFamily="18" charset="0"/>
                    </a:rPr>
                    <m:t>𝑛</m:t>
                  </m:r>
                  <m:r>
                    <a:rPr lang="en-US" sz="4400" b="0" i="1" smtClean="0">
                      <a:latin typeface="Cambria Math" panose="02040503050406030204" pitchFamily="18" charset="0"/>
                    </a:rPr>
                    <m:t>∗</m:t>
                  </m:r>
                  <m:r>
                    <m:rPr>
                      <m:sty m:val="p"/>
                    </m:rPr>
                    <a:rPr lang="en-US" sz="4400" b="0" i="0" smtClean="0">
                      <a:latin typeface="Cambria Math" panose="02040503050406030204" pitchFamily="18" charset="0"/>
                    </a:rPr>
                    <m:t>log</m:t>
                  </m:r>
                  <m:r>
                    <a:rPr lang="en-US" sz="4400" b="0" i="1" smtClean="0">
                      <a:latin typeface="Cambria Math" panose="02040503050406030204" pitchFamily="18" charset="0"/>
                    </a:rPr>
                    <m:t>⁡(</m:t>
                  </m:r>
                  <m:r>
                    <a:rPr lang="en-US" sz="4400" b="0" i="1" smtClean="0">
                      <a:latin typeface="Cambria Math" panose="02040503050406030204" pitchFamily="18" charset="0"/>
                    </a:rPr>
                    <m:t>𝑛</m:t>
                  </m:r>
                  <m:r>
                    <a:rPr lang="en-US" sz="4400" b="0" i="1" smtClean="0">
                      <a:latin typeface="Cambria Math" panose="02040503050406030204" pitchFamily="18" charset="0"/>
                    </a:rPr>
                    <m:t>)</m:t>
                  </m:r>
                </m:oMath>
              </a14:m>
              <a:r>
                <a:rPr lang="en-US" sz="4400" dirty="0"/>
                <a:t>)</a:t>
              </a:r>
            </a:p>
          </dgm:t>
        </dgm:pt>
      </mc:Choice>
      <mc:Fallback xmlns="">
        <dgm:pt modelId="{2424F55F-12B7-4AC2-807F-369971E89394}">
          <dgm:prSet custT="1"/>
          <dgm:spPr/>
          <dgm:t>
            <a:bodyPr/>
            <a:lstStyle/>
            <a:p>
              <a:r>
                <a:rPr lang="en-US" sz="4400" dirty="0"/>
                <a:t>Merge sort – O(</a:t>
              </a:r>
              <a:r>
                <a:rPr lang="en-US" sz="4400" b="0" i="0">
                  <a:latin typeface="Cambria Math" panose="02040503050406030204" pitchFamily="18" charset="0"/>
                </a:rPr>
                <a:t>𝑛∗log⁡(𝑛)</a:t>
              </a:r>
              <a:r>
                <a:rPr lang="en-US" sz="4400" dirty="0"/>
                <a:t>)</a:t>
              </a:r>
            </a:p>
          </dgm:t>
        </dgm:pt>
      </mc:Fallback>
    </mc:AlternateContent>
    <dgm:pt modelId="{60EA5034-2511-43F4-BE28-3924DD945284}" type="parTrans" cxnId="{EF8098BC-6200-4303-8C6A-84DE52D0C5EA}">
      <dgm:prSet/>
      <dgm:spPr/>
      <dgm:t>
        <a:bodyPr/>
        <a:lstStyle/>
        <a:p>
          <a:endParaRPr lang="en-US"/>
        </a:p>
      </dgm:t>
    </dgm:pt>
    <dgm:pt modelId="{80283791-2E50-4439-A87E-1A566C3CA244}" type="sibTrans" cxnId="{EF8098BC-6200-4303-8C6A-84DE52D0C5EA}">
      <dgm:prSet/>
      <dgm:spPr/>
      <dgm:t>
        <a:bodyPr/>
        <a:lstStyle/>
        <a:p>
          <a:endParaRPr lang="en-US"/>
        </a:p>
      </dgm:t>
    </dgm:pt>
    <dgm:pt modelId="{F78D9865-9FBA-4A68-B76A-34CE83AAEB37}" type="pres">
      <dgm:prSet presAssocID="{38410394-6222-4214-B5AB-D79C2B1B8CA5}" presName="linear" presStyleCnt="0">
        <dgm:presLayoutVars>
          <dgm:animLvl val="lvl"/>
          <dgm:resizeHandles val="exact"/>
        </dgm:presLayoutVars>
      </dgm:prSet>
      <dgm:spPr/>
    </dgm:pt>
    <dgm:pt modelId="{7DECA069-400F-409B-BA38-707F01D875C7}" type="pres">
      <dgm:prSet presAssocID="{7AD74AA6-9705-4A50-826F-F09B0386186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E4B27D8-76EE-4F0D-8F5B-584ACDD4785F}" type="pres">
      <dgm:prSet presAssocID="{1D057C7E-78BD-4CB6-BC0F-EB6321253F51}" presName="spacer" presStyleCnt="0"/>
      <dgm:spPr/>
    </dgm:pt>
    <dgm:pt modelId="{1B21062C-9886-4670-98A4-1907C25DDDE0}" type="pres">
      <dgm:prSet presAssocID="{2424F55F-12B7-4AC2-807F-369971E89394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23D45F7B-3DC7-493A-906F-DB6A38D1CA9A}" type="presOf" srcId="{38410394-6222-4214-B5AB-D79C2B1B8CA5}" destId="{F78D9865-9FBA-4A68-B76A-34CE83AAEB37}" srcOrd="0" destOrd="0" presId="urn:microsoft.com/office/officeart/2005/8/layout/vList2"/>
    <dgm:cxn modelId="{A62B2FAD-3D08-42CF-AE4E-6B27DC9AE288}" srcId="{38410394-6222-4214-B5AB-D79C2B1B8CA5}" destId="{7AD74AA6-9705-4A50-826F-F09B03861868}" srcOrd="0" destOrd="0" parTransId="{CFAED2FF-69A1-4338-9C65-3B117E1D1B19}" sibTransId="{1D057C7E-78BD-4CB6-BC0F-EB6321253F51}"/>
    <dgm:cxn modelId="{EF8098BC-6200-4303-8C6A-84DE52D0C5EA}" srcId="{38410394-6222-4214-B5AB-D79C2B1B8CA5}" destId="{2424F55F-12B7-4AC2-807F-369971E89394}" srcOrd="1" destOrd="0" parTransId="{60EA5034-2511-43F4-BE28-3924DD945284}" sibTransId="{80283791-2E50-4439-A87E-1A566C3CA244}"/>
    <dgm:cxn modelId="{42ACF1BC-338F-4C19-ABDC-41F537C69FDD}" type="presOf" srcId="{2424F55F-12B7-4AC2-807F-369971E89394}" destId="{1B21062C-9886-4670-98A4-1907C25DDDE0}" srcOrd="0" destOrd="0" presId="urn:microsoft.com/office/officeart/2005/8/layout/vList2"/>
    <dgm:cxn modelId="{F18B60FF-EE98-4801-AD57-3EA45A9C4642}" type="presOf" srcId="{7AD74AA6-9705-4A50-826F-F09B03861868}" destId="{7DECA069-400F-409B-BA38-707F01D875C7}" srcOrd="0" destOrd="0" presId="urn:microsoft.com/office/officeart/2005/8/layout/vList2"/>
    <dgm:cxn modelId="{8CE63C7F-B000-420B-9E45-99308AD9B312}" type="presParOf" srcId="{F78D9865-9FBA-4A68-B76A-34CE83AAEB37}" destId="{7DECA069-400F-409B-BA38-707F01D875C7}" srcOrd="0" destOrd="0" presId="urn:microsoft.com/office/officeart/2005/8/layout/vList2"/>
    <dgm:cxn modelId="{BA6D2E24-72CA-4A53-8D51-8F3CC74A86E5}" type="presParOf" srcId="{F78D9865-9FBA-4A68-B76A-34CE83AAEB37}" destId="{BE4B27D8-76EE-4F0D-8F5B-584ACDD4785F}" srcOrd="1" destOrd="0" presId="urn:microsoft.com/office/officeart/2005/8/layout/vList2"/>
    <dgm:cxn modelId="{724C1AA8-D8F6-4F4F-83F2-26341856EB6B}" type="presParOf" srcId="{F78D9865-9FBA-4A68-B76A-34CE83AAEB37}" destId="{1B21062C-9886-4670-98A4-1907C25DDDE0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8410394-6222-4214-B5AB-D79C2B1B8CA5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AD74AA6-9705-4A50-826F-F09B03861868}">
      <dgm:prSet custT="1"/>
      <dgm:spPr>
        <a:blipFill>
          <a:blip xmlns:r="http://schemas.openxmlformats.org/officeDocument/2006/relationships" r:embed="rId1"/>
          <a:stretch>
            <a:fillRect l="-1830" b="-4500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CFAED2FF-69A1-4338-9C65-3B117E1D1B19}" type="parTrans" cxnId="{A62B2FAD-3D08-42CF-AE4E-6B27DC9AE288}">
      <dgm:prSet/>
      <dgm:spPr/>
      <dgm:t>
        <a:bodyPr/>
        <a:lstStyle/>
        <a:p>
          <a:endParaRPr lang="en-US"/>
        </a:p>
      </dgm:t>
    </dgm:pt>
    <dgm:pt modelId="{1D057C7E-78BD-4CB6-BC0F-EB6321253F51}" type="sibTrans" cxnId="{A62B2FAD-3D08-42CF-AE4E-6B27DC9AE288}">
      <dgm:prSet/>
      <dgm:spPr/>
      <dgm:t>
        <a:bodyPr/>
        <a:lstStyle/>
        <a:p>
          <a:endParaRPr lang="en-US"/>
        </a:p>
      </dgm:t>
    </dgm:pt>
    <dgm:pt modelId="{2424F55F-12B7-4AC2-807F-369971E89394}">
      <dgm:prSet custT="1"/>
      <dgm:spPr>
        <a:blipFill>
          <a:blip xmlns:r="http://schemas.openxmlformats.org/officeDocument/2006/relationships" r:embed="rId2"/>
          <a:stretch>
            <a:fillRect l="-1830" r="-366" b="-4020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60EA5034-2511-43F4-BE28-3924DD945284}" type="parTrans" cxnId="{EF8098BC-6200-4303-8C6A-84DE52D0C5EA}">
      <dgm:prSet/>
      <dgm:spPr/>
      <dgm:t>
        <a:bodyPr/>
        <a:lstStyle/>
        <a:p>
          <a:endParaRPr lang="en-US"/>
        </a:p>
      </dgm:t>
    </dgm:pt>
    <dgm:pt modelId="{80283791-2E50-4439-A87E-1A566C3CA244}" type="sibTrans" cxnId="{EF8098BC-6200-4303-8C6A-84DE52D0C5EA}">
      <dgm:prSet/>
      <dgm:spPr/>
      <dgm:t>
        <a:bodyPr/>
        <a:lstStyle/>
        <a:p>
          <a:endParaRPr lang="en-US"/>
        </a:p>
      </dgm:t>
    </dgm:pt>
    <dgm:pt modelId="{F78D9865-9FBA-4A68-B76A-34CE83AAEB37}" type="pres">
      <dgm:prSet presAssocID="{38410394-6222-4214-B5AB-D79C2B1B8CA5}" presName="linear" presStyleCnt="0">
        <dgm:presLayoutVars>
          <dgm:animLvl val="lvl"/>
          <dgm:resizeHandles val="exact"/>
        </dgm:presLayoutVars>
      </dgm:prSet>
      <dgm:spPr/>
    </dgm:pt>
    <dgm:pt modelId="{7DECA069-400F-409B-BA38-707F01D875C7}" type="pres">
      <dgm:prSet presAssocID="{7AD74AA6-9705-4A50-826F-F09B0386186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E4B27D8-76EE-4F0D-8F5B-584ACDD4785F}" type="pres">
      <dgm:prSet presAssocID="{1D057C7E-78BD-4CB6-BC0F-EB6321253F51}" presName="spacer" presStyleCnt="0"/>
      <dgm:spPr/>
    </dgm:pt>
    <dgm:pt modelId="{1B21062C-9886-4670-98A4-1907C25DDDE0}" type="pres">
      <dgm:prSet presAssocID="{2424F55F-12B7-4AC2-807F-369971E89394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23D45F7B-3DC7-493A-906F-DB6A38D1CA9A}" type="presOf" srcId="{38410394-6222-4214-B5AB-D79C2B1B8CA5}" destId="{F78D9865-9FBA-4A68-B76A-34CE83AAEB37}" srcOrd="0" destOrd="0" presId="urn:microsoft.com/office/officeart/2005/8/layout/vList2"/>
    <dgm:cxn modelId="{A62B2FAD-3D08-42CF-AE4E-6B27DC9AE288}" srcId="{38410394-6222-4214-B5AB-D79C2B1B8CA5}" destId="{7AD74AA6-9705-4A50-826F-F09B03861868}" srcOrd="0" destOrd="0" parTransId="{CFAED2FF-69A1-4338-9C65-3B117E1D1B19}" sibTransId="{1D057C7E-78BD-4CB6-BC0F-EB6321253F51}"/>
    <dgm:cxn modelId="{EF8098BC-6200-4303-8C6A-84DE52D0C5EA}" srcId="{38410394-6222-4214-B5AB-D79C2B1B8CA5}" destId="{2424F55F-12B7-4AC2-807F-369971E89394}" srcOrd="1" destOrd="0" parTransId="{60EA5034-2511-43F4-BE28-3924DD945284}" sibTransId="{80283791-2E50-4439-A87E-1A566C3CA244}"/>
    <dgm:cxn modelId="{42ACF1BC-338F-4C19-ABDC-41F537C69FDD}" type="presOf" srcId="{2424F55F-12B7-4AC2-807F-369971E89394}" destId="{1B21062C-9886-4670-98A4-1907C25DDDE0}" srcOrd="0" destOrd="0" presId="urn:microsoft.com/office/officeart/2005/8/layout/vList2"/>
    <dgm:cxn modelId="{F18B60FF-EE98-4801-AD57-3EA45A9C4642}" type="presOf" srcId="{7AD74AA6-9705-4A50-826F-F09B03861868}" destId="{7DECA069-400F-409B-BA38-707F01D875C7}" srcOrd="0" destOrd="0" presId="urn:microsoft.com/office/officeart/2005/8/layout/vList2"/>
    <dgm:cxn modelId="{8CE63C7F-B000-420B-9E45-99308AD9B312}" type="presParOf" srcId="{F78D9865-9FBA-4A68-B76A-34CE83AAEB37}" destId="{7DECA069-400F-409B-BA38-707F01D875C7}" srcOrd="0" destOrd="0" presId="urn:microsoft.com/office/officeart/2005/8/layout/vList2"/>
    <dgm:cxn modelId="{BA6D2E24-72CA-4A53-8D51-8F3CC74A86E5}" type="presParOf" srcId="{F78D9865-9FBA-4A68-B76A-34CE83AAEB37}" destId="{BE4B27D8-76EE-4F0D-8F5B-584ACDD4785F}" srcOrd="1" destOrd="0" presId="urn:microsoft.com/office/officeart/2005/8/layout/vList2"/>
    <dgm:cxn modelId="{724C1AA8-D8F6-4F4F-83F2-26341856EB6B}" type="presParOf" srcId="{F78D9865-9FBA-4A68-B76A-34CE83AAEB37}" destId="{1B21062C-9886-4670-98A4-1907C25DDDE0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ED7F18D6-22C8-41AA-BD6A-A15BED36E0DE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7926C54-4CF5-4478-9148-00CF5F6C8FF6}">
      <dgm:prSet/>
      <dgm:spPr/>
      <dgm:t>
        <a:bodyPr/>
        <a:lstStyle/>
        <a:p>
          <a:r>
            <a:rPr lang="en-US"/>
            <a:t>Insertion sort</a:t>
          </a:r>
        </a:p>
      </dgm:t>
    </dgm:pt>
    <dgm:pt modelId="{7E314ADF-71A3-4F18-A3F2-9A3D20ED17B5}" type="parTrans" cxnId="{4828438C-67AE-49B7-BC64-EBC93C0B2B3E}">
      <dgm:prSet/>
      <dgm:spPr/>
      <dgm:t>
        <a:bodyPr/>
        <a:lstStyle/>
        <a:p>
          <a:endParaRPr lang="en-US"/>
        </a:p>
      </dgm:t>
    </dgm:pt>
    <dgm:pt modelId="{7891A973-E99B-45B4-89D2-A6181C7D1F44}" type="sibTrans" cxnId="{4828438C-67AE-49B7-BC64-EBC93C0B2B3E}">
      <dgm:prSet/>
      <dgm:spPr/>
      <dgm:t>
        <a:bodyPr/>
        <a:lstStyle/>
        <a:p>
          <a:endParaRPr lang="en-US"/>
        </a:p>
      </dgm:t>
    </dgm:pt>
    <dgm:pt modelId="{E50E2B92-DCE3-42B8-8CB6-76F25B4AF169}">
      <dgm:prSet/>
      <dgm:spPr/>
      <dgm:t>
        <a:bodyPr/>
        <a:lstStyle/>
        <a:p>
          <a:endParaRPr lang="en-US" dirty="0"/>
        </a:p>
      </dgm:t>
    </dgm:pt>
    <dgm:pt modelId="{FEC6CEC6-B23B-43B7-A9E7-9FCF96F0349E}" type="parTrans" cxnId="{9952A282-E904-4AF4-BCBE-1554E5DA771A}">
      <dgm:prSet/>
      <dgm:spPr/>
      <dgm:t>
        <a:bodyPr/>
        <a:lstStyle/>
        <a:p>
          <a:endParaRPr lang="en-US"/>
        </a:p>
      </dgm:t>
    </dgm:pt>
    <dgm:pt modelId="{7A566CA2-834F-4406-9623-F7A8D863C3E1}" type="sibTrans" cxnId="{9952A282-E904-4AF4-BCBE-1554E5DA771A}">
      <dgm:prSet/>
      <dgm:spPr/>
      <dgm:t>
        <a:bodyPr/>
        <a:lstStyle/>
        <a:p>
          <a:endParaRPr lang="en-US"/>
        </a:p>
      </dgm:t>
    </dgm:pt>
    <dgm:pt modelId="{5B66D8A0-379E-4342-A838-84A5239B0A20}">
      <dgm:prSet/>
      <dgm:spPr/>
      <dgm:t>
        <a:bodyPr/>
        <a:lstStyle/>
        <a:p>
          <a:r>
            <a:rPr lang="en-US"/>
            <a:t>Efficient for small datasets</a:t>
          </a:r>
        </a:p>
      </dgm:t>
    </dgm:pt>
    <dgm:pt modelId="{F3889BFB-E48E-42CD-850D-E43038A4EEA4}" type="parTrans" cxnId="{3810F60D-4329-42F1-B117-F04024AFD6D3}">
      <dgm:prSet/>
      <dgm:spPr/>
      <dgm:t>
        <a:bodyPr/>
        <a:lstStyle/>
        <a:p>
          <a:endParaRPr lang="en-US"/>
        </a:p>
      </dgm:t>
    </dgm:pt>
    <dgm:pt modelId="{3AAB5BEC-6267-4CB9-B007-A3BAA10536DB}" type="sibTrans" cxnId="{3810F60D-4329-42F1-B117-F04024AFD6D3}">
      <dgm:prSet/>
      <dgm:spPr/>
      <dgm:t>
        <a:bodyPr/>
        <a:lstStyle/>
        <a:p>
          <a:endParaRPr lang="en-US"/>
        </a:p>
      </dgm:t>
    </dgm:pt>
    <dgm:pt modelId="{3776C93A-87F8-4F99-85F9-73C8CA402D7A}">
      <dgm:prSet/>
      <dgm:spPr/>
      <dgm:t>
        <a:bodyPr/>
        <a:lstStyle/>
        <a:p>
          <a:r>
            <a:rPr lang="en-US"/>
            <a:t>Low memory usage</a:t>
          </a:r>
        </a:p>
      </dgm:t>
    </dgm:pt>
    <dgm:pt modelId="{71D19022-607D-448A-88A1-34FE6056B715}" type="parTrans" cxnId="{9C7123AF-CFDA-4FFE-9F71-A9A9E10110EC}">
      <dgm:prSet/>
      <dgm:spPr/>
      <dgm:t>
        <a:bodyPr/>
        <a:lstStyle/>
        <a:p>
          <a:endParaRPr lang="en-US"/>
        </a:p>
      </dgm:t>
    </dgm:pt>
    <dgm:pt modelId="{7838E422-E0E2-4F08-9902-345BCF65FE0A}" type="sibTrans" cxnId="{9C7123AF-CFDA-4FFE-9F71-A9A9E10110EC}">
      <dgm:prSet/>
      <dgm:spPr/>
      <dgm:t>
        <a:bodyPr/>
        <a:lstStyle/>
        <a:p>
          <a:endParaRPr lang="en-US"/>
        </a:p>
      </dgm:t>
    </dgm:pt>
    <dgm:pt modelId="{D0B0BD52-6504-4CD2-8523-85E9CEC76E93}">
      <dgm:prSet/>
      <dgm:spPr/>
      <dgm:t>
        <a:bodyPr/>
        <a:lstStyle/>
        <a:p>
          <a:r>
            <a:rPr lang="en-US" dirty="0"/>
            <a:t>Stable</a:t>
          </a:r>
        </a:p>
      </dgm:t>
    </dgm:pt>
    <dgm:pt modelId="{98C1525B-6588-4B4A-B8E3-408BC3081F3C}" type="parTrans" cxnId="{F99E01A6-3582-4FD0-97D1-63F9B316FA09}">
      <dgm:prSet/>
      <dgm:spPr/>
      <dgm:t>
        <a:bodyPr/>
        <a:lstStyle/>
        <a:p>
          <a:endParaRPr lang="en-US"/>
        </a:p>
      </dgm:t>
    </dgm:pt>
    <dgm:pt modelId="{0E4A5C77-CD12-40EA-8A45-3891A4683670}" type="sibTrans" cxnId="{F99E01A6-3582-4FD0-97D1-63F9B316FA09}">
      <dgm:prSet/>
      <dgm:spPr/>
      <dgm:t>
        <a:bodyPr/>
        <a:lstStyle/>
        <a:p>
          <a:endParaRPr lang="en-US"/>
        </a:p>
      </dgm:t>
    </dgm:pt>
    <dgm:pt modelId="{48598301-680A-493F-B65F-83991832E049}">
      <dgm:prSet/>
      <dgm:spPr/>
      <dgm:t>
        <a:bodyPr/>
        <a:lstStyle/>
        <a:p>
          <a:r>
            <a:rPr lang="en-US"/>
            <a:t>Merge sort</a:t>
          </a:r>
        </a:p>
      </dgm:t>
    </dgm:pt>
    <dgm:pt modelId="{42C6481B-F157-4B67-BA90-0A0B794BC719}" type="parTrans" cxnId="{A4EC5627-6B03-4595-AA3C-EE4E86C2B5C4}">
      <dgm:prSet/>
      <dgm:spPr/>
      <dgm:t>
        <a:bodyPr/>
        <a:lstStyle/>
        <a:p>
          <a:endParaRPr lang="en-US"/>
        </a:p>
      </dgm:t>
    </dgm:pt>
    <dgm:pt modelId="{F4870361-D655-41BA-A5CC-934D98C05431}" type="sibTrans" cxnId="{A4EC5627-6B03-4595-AA3C-EE4E86C2B5C4}">
      <dgm:prSet/>
      <dgm:spPr/>
      <dgm:t>
        <a:bodyPr/>
        <a:lstStyle/>
        <a:p>
          <a:endParaRPr lang="en-US"/>
        </a:p>
      </dgm:t>
    </dgm:pt>
    <dgm:pt modelId="{0D1E6491-4DB2-474D-B018-7D781F226E27}">
      <dgm:prSet/>
      <dgm:spPr/>
      <dgm:t>
        <a:bodyPr/>
        <a:lstStyle/>
        <a:p>
          <a:r>
            <a:rPr lang="en-US"/>
            <a:t>Efficient for large datasets</a:t>
          </a:r>
        </a:p>
      </dgm:t>
    </dgm:pt>
    <dgm:pt modelId="{29676528-DAA8-492A-8F51-A14B265C67E1}" type="parTrans" cxnId="{D52514BA-0E1B-4938-9C64-2E2C081E1DCB}">
      <dgm:prSet/>
      <dgm:spPr/>
      <dgm:t>
        <a:bodyPr/>
        <a:lstStyle/>
        <a:p>
          <a:endParaRPr lang="en-US"/>
        </a:p>
      </dgm:t>
    </dgm:pt>
    <dgm:pt modelId="{58C90330-854A-4DF5-8AF9-7BB5E3E236E8}" type="sibTrans" cxnId="{D52514BA-0E1B-4938-9C64-2E2C081E1DCB}">
      <dgm:prSet/>
      <dgm:spPr/>
      <dgm:t>
        <a:bodyPr/>
        <a:lstStyle/>
        <a:p>
          <a:endParaRPr lang="en-US"/>
        </a:p>
      </dgm:t>
    </dgm:pt>
    <dgm:pt modelId="{AA517F4F-5C9B-481B-AABC-A7E07ED6559D}">
      <dgm:prSet/>
      <dgm:spPr/>
      <dgm:t>
        <a:bodyPr/>
        <a:lstStyle/>
        <a:p>
          <a:r>
            <a:rPr lang="en-US"/>
            <a:t>Uses extra memory</a:t>
          </a:r>
        </a:p>
      </dgm:t>
    </dgm:pt>
    <dgm:pt modelId="{C88245F0-6055-4F74-B09D-27DCBC7DE080}" type="parTrans" cxnId="{4B03E043-4EC5-41B2-92EB-887998FEB32B}">
      <dgm:prSet/>
      <dgm:spPr/>
      <dgm:t>
        <a:bodyPr/>
        <a:lstStyle/>
        <a:p>
          <a:endParaRPr lang="en-US"/>
        </a:p>
      </dgm:t>
    </dgm:pt>
    <dgm:pt modelId="{B65D99B8-4201-46CF-8C1D-F1289B5A745B}" type="sibTrans" cxnId="{4B03E043-4EC5-41B2-92EB-887998FEB32B}">
      <dgm:prSet/>
      <dgm:spPr/>
      <dgm:t>
        <a:bodyPr/>
        <a:lstStyle/>
        <a:p>
          <a:endParaRPr lang="en-US"/>
        </a:p>
      </dgm:t>
    </dgm:pt>
    <dgm:pt modelId="{8CF6B74A-F9FF-4E02-842B-0D1A0414A42E}">
      <dgm:prSet/>
      <dgm:spPr/>
      <dgm:t>
        <a:bodyPr/>
        <a:lstStyle/>
        <a:p>
          <a:r>
            <a:rPr lang="en-US"/>
            <a:t>Stable</a:t>
          </a:r>
        </a:p>
      </dgm:t>
    </dgm:pt>
    <dgm:pt modelId="{CD96CE6F-14CB-44A5-B252-5184517768F5}" type="parTrans" cxnId="{67BDEDEB-6E1E-4FE9-B503-F80BBE0442AF}">
      <dgm:prSet/>
      <dgm:spPr/>
      <dgm:t>
        <a:bodyPr/>
        <a:lstStyle/>
        <a:p>
          <a:endParaRPr lang="en-US"/>
        </a:p>
      </dgm:t>
    </dgm:pt>
    <dgm:pt modelId="{9C75A29E-B91C-4F6E-8E6A-C8572EF8D110}" type="sibTrans" cxnId="{67BDEDEB-6E1E-4FE9-B503-F80BBE0442AF}">
      <dgm:prSet/>
      <dgm:spPr/>
      <dgm:t>
        <a:bodyPr/>
        <a:lstStyle/>
        <a:p>
          <a:endParaRPr lang="en-US"/>
        </a:p>
      </dgm:t>
    </dgm:pt>
    <dgm:pt modelId="{75256B0B-9534-451D-92BD-C98FDC5302CB}" type="pres">
      <dgm:prSet presAssocID="{ED7F18D6-22C8-41AA-BD6A-A15BED36E0DE}" presName="Name0" presStyleCnt="0">
        <dgm:presLayoutVars>
          <dgm:dir/>
          <dgm:animLvl val="lvl"/>
          <dgm:resizeHandles val="exact"/>
        </dgm:presLayoutVars>
      </dgm:prSet>
      <dgm:spPr/>
    </dgm:pt>
    <dgm:pt modelId="{9B6B45C2-3EB6-44D7-89CE-D76699809074}" type="pres">
      <dgm:prSet presAssocID="{D7926C54-4CF5-4478-9148-00CF5F6C8FF6}" presName="linNode" presStyleCnt="0"/>
      <dgm:spPr/>
    </dgm:pt>
    <dgm:pt modelId="{69CDAC79-9964-459D-964F-A0EA04A4879D}" type="pres">
      <dgm:prSet presAssocID="{D7926C54-4CF5-4478-9148-00CF5F6C8FF6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CECD63E5-4F66-4B0C-B068-CED9952E9D5A}" type="pres">
      <dgm:prSet presAssocID="{D7926C54-4CF5-4478-9148-00CF5F6C8FF6}" presName="descendantText" presStyleLbl="alignAccFollowNode1" presStyleIdx="0" presStyleCnt="2">
        <dgm:presLayoutVars>
          <dgm:bulletEnabled val="1"/>
        </dgm:presLayoutVars>
      </dgm:prSet>
      <dgm:spPr/>
    </dgm:pt>
    <dgm:pt modelId="{6A886D8E-06E1-429C-9EFB-910DF19CA432}" type="pres">
      <dgm:prSet presAssocID="{7891A973-E99B-45B4-89D2-A6181C7D1F44}" presName="sp" presStyleCnt="0"/>
      <dgm:spPr/>
    </dgm:pt>
    <dgm:pt modelId="{C1C6FF86-21A7-481F-8107-6C1FF3CFC9E0}" type="pres">
      <dgm:prSet presAssocID="{48598301-680A-493F-B65F-83991832E049}" presName="linNode" presStyleCnt="0"/>
      <dgm:spPr/>
    </dgm:pt>
    <dgm:pt modelId="{AE510EC4-BC54-461A-9F0C-6BA945AF9BD8}" type="pres">
      <dgm:prSet presAssocID="{48598301-680A-493F-B65F-83991832E049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32F56358-AB68-4D88-B7B7-797F38FAB7E6}" type="pres">
      <dgm:prSet presAssocID="{48598301-680A-493F-B65F-83991832E049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35ECD105-8EC6-473C-93BC-277F6FE5308C}" type="presOf" srcId="{0D1E6491-4DB2-474D-B018-7D781F226E27}" destId="{32F56358-AB68-4D88-B7B7-797F38FAB7E6}" srcOrd="0" destOrd="0" presId="urn:microsoft.com/office/officeart/2005/8/layout/vList5"/>
    <dgm:cxn modelId="{3810F60D-4329-42F1-B117-F04024AFD6D3}" srcId="{D7926C54-4CF5-4478-9148-00CF5F6C8FF6}" destId="{5B66D8A0-379E-4342-A838-84A5239B0A20}" srcOrd="1" destOrd="0" parTransId="{F3889BFB-E48E-42CD-850D-E43038A4EEA4}" sibTransId="{3AAB5BEC-6267-4CB9-B007-A3BAA10536DB}"/>
    <dgm:cxn modelId="{2CD0490E-992E-4223-9495-D4B83344817E}" type="presOf" srcId="{3776C93A-87F8-4F99-85F9-73C8CA402D7A}" destId="{CECD63E5-4F66-4B0C-B068-CED9952E9D5A}" srcOrd="0" destOrd="2" presId="urn:microsoft.com/office/officeart/2005/8/layout/vList5"/>
    <dgm:cxn modelId="{A4EC5627-6B03-4595-AA3C-EE4E86C2B5C4}" srcId="{ED7F18D6-22C8-41AA-BD6A-A15BED36E0DE}" destId="{48598301-680A-493F-B65F-83991832E049}" srcOrd="1" destOrd="0" parTransId="{42C6481B-F157-4B67-BA90-0A0B794BC719}" sibTransId="{F4870361-D655-41BA-A5CC-934D98C05431}"/>
    <dgm:cxn modelId="{FBA15F5E-7923-4DB4-B340-CF319F8E9729}" type="presOf" srcId="{D0B0BD52-6504-4CD2-8523-85E9CEC76E93}" destId="{CECD63E5-4F66-4B0C-B068-CED9952E9D5A}" srcOrd="0" destOrd="3" presId="urn:microsoft.com/office/officeart/2005/8/layout/vList5"/>
    <dgm:cxn modelId="{4B03E043-4EC5-41B2-92EB-887998FEB32B}" srcId="{48598301-680A-493F-B65F-83991832E049}" destId="{AA517F4F-5C9B-481B-AABC-A7E07ED6559D}" srcOrd="1" destOrd="0" parTransId="{C88245F0-6055-4F74-B09D-27DCBC7DE080}" sibTransId="{B65D99B8-4201-46CF-8C1D-F1289B5A745B}"/>
    <dgm:cxn modelId="{F1F87470-C157-4B20-A95F-D030227408A0}" type="presOf" srcId="{48598301-680A-493F-B65F-83991832E049}" destId="{AE510EC4-BC54-461A-9F0C-6BA945AF9BD8}" srcOrd="0" destOrd="0" presId="urn:microsoft.com/office/officeart/2005/8/layout/vList5"/>
    <dgm:cxn modelId="{33FE4E54-5EE3-4A8D-9BD7-DC2EB9C5052D}" type="presOf" srcId="{D7926C54-4CF5-4478-9148-00CF5F6C8FF6}" destId="{69CDAC79-9964-459D-964F-A0EA04A4879D}" srcOrd="0" destOrd="0" presId="urn:microsoft.com/office/officeart/2005/8/layout/vList5"/>
    <dgm:cxn modelId="{78F4E95A-CB3E-47DF-B055-90A24628836D}" type="presOf" srcId="{ED7F18D6-22C8-41AA-BD6A-A15BED36E0DE}" destId="{75256B0B-9534-451D-92BD-C98FDC5302CB}" srcOrd="0" destOrd="0" presId="urn:microsoft.com/office/officeart/2005/8/layout/vList5"/>
    <dgm:cxn modelId="{25F49E7F-6D42-40A8-B088-56797EAAF2D4}" type="presOf" srcId="{E50E2B92-DCE3-42B8-8CB6-76F25B4AF169}" destId="{CECD63E5-4F66-4B0C-B068-CED9952E9D5A}" srcOrd="0" destOrd="0" presId="urn:microsoft.com/office/officeart/2005/8/layout/vList5"/>
    <dgm:cxn modelId="{9952A282-E904-4AF4-BCBE-1554E5DA771A}" srcId="{D7926C54-4CF5-4478-9148-00CF5F6C8FF6}" destId="{E50E2B92-DCE3-42B8-8CB6-76F25B4AF169}" srcOrd="0" destOrd="0" parTransId="{FEC6CEC6-B23B-43B7-A9E7-9FCF96F0349E}" sibTransId="{7A566CA2-834F-4406-9623-F7A8D863C3E1}"/>
    <dgm:cxn modelId="{4828438C-67AE-49B7-BC64-EBC93C0B2B3E}" srcId="{ED7F18D6-22C8-41AA-BD6A-A15BED36E0DE}" destId="{D7926C54-4CF5-4478-9148-00CF5F6C8FF6}" srcOrd="0" destOrd="0" parTransId="{7E314ADF-71A3-4F18-A3F2-9A3D20ED17B5}" sibTransId="{7891A973-E99B-45B4-89D2-A6181C7D1F44}"/>
    <dgm:cxn modelId="{8D56129A-EB28-48E1-A972-E32BF1270421}" type="presOf" srcId="{AA517F4F-5C9B-481B-AABC-A7E07ED6559D}" destId="{32F56358-AB68-4D88-B7B7-797F38FAB7E6}" srcOrd="0" destOrd="1" presId="urn:microsoft.com/office/officeart/2005/8/layout/vList5"/>
    <dgm:cxn modelId="{F99E01A6-3582-4FD0-97D1-63F9B316FA09}" srcId="{D7926C54-4CF5-4478-9148-00CF5F6C8FF6}" destId="{D0B0BD52-6504-4CD2-8523-85E9CEC76E93}" srcOrd="3" destOrd="0" parTransId="{98C1525B-6588-4B4A-B8E3-408BC3081F3C}" sibTransId="{0E4A5C77-CD12-40EA-8A45-3891A4683670}"/>
    <dgm:cxn modelId="{52FD45A6-E1CF-4CD2-8808-C799EA66F791}" type="presOf" srcId="{5B66D8A0-379E-4342-A838-84A5239B0A20}" destId="{CECD63E5-4F66-4B0C-B068-CED9952E9D5A}" srcOrd="0" destOrd="1" presId="urn:microsoft.com/office/officeart/2005/8/layout/vList5"/>
    <dgm:cxn modelId="{9C7123AF-CFDA-4FFE-9F71-A9A9E10110EC}" srcId="{D7926C54-4CF5-4478-9148-00CF5F6C8FF6}" destId="{3776C93A-87F8-4F99-85F9-73C8CA402D7A}" srcOrd="2" destOrd="0" parTransId="{71D19022-607D-448A-88A1-34FE6056B715}" sibTransId="{7838E422-E0E2-4F08-9902-345BCF65FE0A}"/>
    <dgm:cxn modelId="{D52514BA-0E1B-4938-9C64-2E2C081E1DCB}" srcId="{48598301-680A-493F-B65F-83991832E049}" destId="{0D1E6491-4DB2-474D-B018-7D781F226E27}" srcOrd="0" destOrd="0" parTransId="{29676528-DAA8-492A-8F51-A14B265C67E1}" sibTransId="{58C90330-854A-4DF5-8AF9-7BB5E3E236E8}"/>
    <dgm:cxn modelId="{4723FCC4-FAB7-45F2-8FF9-DA75E9EE7EB0}" type="presOf" srcId="{8CF6B74A-F9FF-4E02-842B-0D1A0414A42E}" destId="{32F56358-AB68-4D88-B7B7-797F38FAB7E6}" srcOrd="0" destOrd="2" presId="urn:microsoft.com/office/officeart/2005/8/layout/vList5"/>
    <dgm:cxn modelId="{67BDEDEB-6E1E-4FE9-B503-F80BBE0442AF}" srcId="{48598301-680A-493F-B65F-83991832E049}" destId="{8CF6B74A-F9FF-4E02-842B-0D1A0414A42E}" srcOrd="2" destOrd="0" parTransId="{CD96CE6F-14CB-44A5-B252-5184517768F5}" sibTransId="{9C75A29E-B91C-4F6E-8E6A-C8572EF8D110}"/>
    <dgm:cxn modelId="{4DB26D26-A823-4CE2-BBEE-AB533D0BF1A5}" type="presParOf" srcId="{75256B0B-9534-451D-92BD-C98FDC5302CB}" destId="{9B6B45C2-3EB6-44D7-89CE-D76699809074}" srcOrd="0" destOrd="0" presId="urn:microsoft.com/office/officeart/2005/8/layout/vList5"/>
    <dgm:cxn modelId="{1376B93C-26F8-414E-A00D-A8529223467C}" type="presParOf" srcId="{9B6B45C2-3EB6-44D7-89CE-D76699809074}" destId="{69CDAC79-9964-459D-964F-A0EA04A4879D}" srcOrd="0" destOrd="0" presId="urn:microsoft.com/office/officeart/2005/8/layout/vList5"/>
    <dgm:cxn modelId="{2BEF291D-37B6-4F5F-80D6-F59DE957F821}" type="presParOf" srcId="{9B6B45C2-3EB6-44D7-89CE-D76699809074}" destId="{CECD63E5-4F66-4B0C-B068-CED9952E9D5A}" srcOrd="1" destOrd="0" presId="urn:microsoft.com/office/officeart/2005/8/layout/vList5"/>
    <dgm:cxn modelId="{2DF36B07-80FA-48F0-AB46-6F86E5071350}" type="presParOf" srcId="{75256B0B-9534-451D-92BD-C98FDC5302CB}" destId="{6A886D8E-06E1-429C-9EFB-910DF19CA432}" srcOrd="1" destOrd="0" presId="urn:microsoft.com/office/officeart/2005/8/layout/vList5"/>
    <dgm:cxn modelId="{BAE45731-075D-4C03-B89A-71676A07785F}" type="presParOf" srcId="{75256B0B-9534-451D-92BD-C98FDC5302CB}" destId="{C1C6FF86-21A7-481F-8107-6C1FF3CFC9E0}" srcOrd="2" destOrd="0" presId="urn:microsoft.com/office/officeart/2005/8/layout/vList5"/>
    <dgm:cxn modelId="{8B02C860-747F-4F72-9E29-8A86F5D973B1}" type="presParOf" srcId="{C1C6FF86-21A7-481F-8107-6C1FF3CFC9E0}" destId="{AE510EC4-BC54-461A-9F0C-6BA945AF9BD8}" srcOrd="0" destOrd="0" presId="urn:microsoft.com/office/officeart/2005/8/layout/vList5"/>
    <dgm:cxn modelId="{822954F5-6487-4DD5-A97A-7BC546344D34}" type="presParOf" srcId="{C1C6FF86-21A7-481F-8107-6C1FF3CFC9E0}" destId="{32F56358-AB68-4D88-B7B7-797F38FAB7E6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E338BA48-5108-4F58-B968-CF5CCF6B7230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3B5661C-570A-48C3-886B-302B96F9B4B7}">
      <dgm:prSet/>
      <dgm:spPr/>
      <dgm:t>
        <a:bodyPr/>
        <a:lstStyle/>
        <a:p>
          <a:r>
            <a:rPr lang="en-US"/>
            <a:t>Heapsort</a:t>
          </a:r>
        </a:p>
      </dgm:t>
    </dgm:pt>
    <dgm:pt modelId="{B600BFAB-AC1F-435C-B5F0-30CD6BED5EF0}" type="parTrans" cxnId="{5F62369E-D960-4ABC-8A45-F5FB8BE940CD}">
      <dgm:prSet/>
      <dgm:spPr/>
      <dgm:t>
        <a:bodyPr/>
        <a:lstStyle/>
        <a:p>
          <a:endParaRPr lang="en-US"/>
        </a:p>
      </dgm:t>
    </dgm:pt>
    <dgm:pt modelId="{52A892D1-0A0C-4B59-8AA4-600D7059047B}" type="sibTrans" cxnId="{5F62369E-D960-4ABC-8A45-F5FB8BE940CD}">
      <dgm:prSet/>
      <dgm:spPr/>
      <dgm:t>
        <a:bodyPr/>
        <a:lstStyle/>
        <a:p>
          <a:endParaRPr lang="en-US"/>
        </a:p>
      </dgm:t>
    </dgm:pt>
    <dgm:pt modelId="{4F44731D-DED4-4911-9D0B-41B443EBEBD4}">
      <dgm:prSet/>
      <dgm:spPr/>
      <dgm:t>
        <a:bodyPr/>
        <a:lstStyle/>
        <a:p>
          <a:r>
            <a:rPr lang="en-US" dirty="0"/>
            <a:t>Faster in the worst-case scenario</a:t>
          </a:r>
        </a:p>
      </dgm:t>
    </dgm:pt>
    <dgm:pt modelId="{35674E1E-F0B6-436E-99A4-7DBB05FFE0C2}" type="parTrans" cxnId="{A1C7CE0A-7DE5-4726-8AFC-57EF25593924}">
      <dgm:prSet/>
      <dgm:spPr/>
      <dgm:t>
        <a:bodyPr/>
        <a:lstStyle/>
        <a:p>
          <a:endParaRPr lang="en-US"/>
        </a:p>
      </dgm:t>
    </dgm:pt>
    <dgm:pt modelId="{9CCDA4C0-01CE-411E-BB09-03F619670B37}" type="sibTrans" cxnId="{A1C7CE0A-7DE5-4726-8AFC-57EF25593924}">
      <dgm:prSet/>
      <dgm:spPr/>
      <dgm:t>
        <a:bodyPr/>
        <a:lstStyle/>
        <a:p>
          <a:endParaRPr lang="en-US"/>
        </a:p>
      </dgm:t>
    </dgm:pt>
    <dgm:pt modelId="{EAF4F1D5-A852-4011-820C-15FD7956EE48}">
      <dgm:prSet/>
      <dgm:spPr/>
      <dgm:t>
        <a:bodyPr/>
        <a:lstStyle/>
        <a:p>
          <a:r>
            <a:rPr lang="en-US" dirty="0"/>
            <a:t>Slower on average</a:t>
          </a:r>
        </a:p>
      </dgm:t>
    </dgm:pt>
    <dgm:pt modelId="{27E4C16E-F18C-433D-AC0A-EA1BC145CC60}" type="parTrans" cxnId="{CE98D0C6-FFB0-492B-A742-A474642A04AA}">
      <dgm:prSet/>
      <dgm:spPr/>
      <dgm:t>
        <a:bodyPr/>
        <a:lstStyle/>
        <a:p>
          <a:endParaRPr lang="en-US"/>
        </a:p>
      </dgm:t>
    </dgm:pt>
    <dgm:pt modelId="{F3D8675E-DBB9-4C48-BFD6-627C4559BF4E}" type="sibTrans" cxnId="{CE98D0C6-FFB0-492B-A742-A474642A04AA}">
      <dgm:prSet/>
      <dgm:spPr/>
      <dgm:t>
        <a:bodyPr/>
        <a:lstStyle/>
        <a:p>
          <a:endParaRPr lang="en-US"/>
        </a:p>
      </dgm:t>
    </dgm:pt>
    <dgm:pt modelId="{A4B686D6-F1AA-486B-AD5C-094EA216ABE5}">
      <dgm:prSet/>
      <dgm:spPr/>
      <dgm:t>
        <a:bodyPr/>
        <a:lstStyle/>
        <a:p>
          <a:r>
            <a:rPr lang="en-US" b="1" dirty="0"/>
            <a:t>Uses no extra space</a:t>
          </a:r>
        </a:p>
      </dgm:t>
    </dgm:pt>
    <dgm:pt modelId="{672BE3BD-69F1-415C-874E-18583F6A1D37}" type="parTrans" cxnId="{7CF174B1-95FE-452F-B104-66762E388A11}">
      <dgm:prSet/>
      <dgm:spPr/>
      <dgm:t>
        <a:bodyPr/>
        <a:lstStyle/>
        <a:p>
          <a:endParaRPr lang="en-US"/>
        </a:p>
      </dgm:t>
    </dgm:pt>
    <dgm:pt modelId="{51B94581-ADEA-4668-B831-DDC1D72265C9}" type="sibTrans" cxnId="{7CF174B1-95FE-452F-B104-66762E388A11}">
      <dgm:prSet/>
      <dgm:spPr/>
      <dgm:t>
        <a:bodyPr/>
        <a:lstStyle/>
        <a:p>
          <a:endParaRPr lang="en-US"/>
        </a:p>
      </dgm:t>
    </dgm:pt>
    <dgm:pt modelId="{675A002E-ECE9-429F-9C4C-39C2668D2AEC}">
      <dgm:prSet/>
      <dgm:spPr/>
      <dgm:t>
        <a:bodyPr/>
        <a:lstStyle/>
        <a:p>
          <a:r>
            <a:rPr lang="en-US"/>
            <a:t>Quicksort</a:t>
          </a:r>
        </a:p>
      </dgm:t>
    </dgm:pt>
    <dgm:pt modelId="{2C53EB93-A37F-4A64-9A56-0502E1609ADA}" type="parTrans" cxnId="{99DBBA49-F8F9-41D3-8133-099B6DC4CE29}">
      <dgm:prSet/>
      <dgm:spPr/>
      <dgm:t>
        <a:bodyPr/>
        <a:lstStyle/>
        <a:p>
          <a:endParaRPr lang="en-US"/>
        </a:p>
      </dgm:t>
    </dgm:pt>
    <dgm:pt modelId="{E5808C54-517E-4DE1-A249-F8CFCA826ADC}" type="sibTrans" cxnId="{99DBBA49-F8F9-41D3-8133-099B6DC4CE29}">
      <dgm:prSet/>
      <dgm:spPr/>
      <dgm:t>
        <a:bodyPr/>
        <a:lstStyle/>
        <a:p>
          <a:endParaRPr lang="en-US"/>
        </a:p>
      </dgm:t>
    </dgm:pt>
    <dgm:pt modelId="{825BF634-AF18-46B3-B503-22374168BAB2}">
      <dgm:prSet/>
      <dgm:spPr/>
      <dgm:t>
        <a:bodyPr/>
        <a:lstStyle/>
        <a:p>
          <a:r>
            <a:rPr lang="en-US" i="1" dirty="0"/>
            <a:t>Much faster on average</a:t>
          </a:r>
        </a:p>
      </dgm:t>
    </dgm:pt>
    <dgm:pt modelId="{AB21F951-0EEC-48D4-97F7-9E61A3C9D54B}" type="parTrans" cxnId="{377BD2A4-0F40-43CF-93AB-5D549962BF94}">
      <dgm:prSet/>
      <dgm:spPr/>
      <dgm:t>
        <a:bodyPr/>
        <a:lstStyle/>
        <a:p>
          <a:endParaRPr lang="en-US"/>
        </a:p>
      </dgm:t>
    </dgm:pt>
    <dgm:pt modelId="{365CEEC4-B357-41F0-848D-8032B398AB7F}" type="sibTrans" cxnId="{377BD2A4-0F40-43CF-93AB-5D549962BF94}">
      <dgm:prSet/>
      <dgm:spPr/>
      <dgm:t>
        <a:bodyPr/>
        <a:lstStyle/>
        <a:p>
          <a:endParaRPr lang="en-US"/>
        </a:p>
      </dgm:t>
    </dgm:pt>
    <dgm:pt modelId="{097E6C1E-7BBD-4729-8CE6-6BA85BB19795}">
      <dgm:prSet/>
      <dgm:spPr/>
      <dgm:t>
        <a:bodyPr/>
        <a:lstStyle/>
        <a:p>
          <a:r>
            <a:rPr lang="en-US" dirty="0"/>
            <a:t>Much slower in the worst-case scenario</a:t>
          </a:r>
        </a:p>
      </dgm:t>
    </dgm:pt>
    <dgm:pt modelId="{A45E3DDC-89AA-4619-ABC4-ECDFD9118B2A}" type="parTrans" cxnId="{CB0CE3AA-C273-412F-A1FA-BB41ED1757C6}">
      <dgm:prSet/>
      <dgm:spPr/>
      <dgm:t>
        <a:bodyPr/>
        <a:lstStyle/>
        <a:p>
          <a:endParaRPr lang="en-US"/>
        </a:p>
      </dgm:t>
    </dgm:pt>
    <dgm:pt modelId="{48D5E50E-E490-4446-A030-48CA268B7F3D}" type="sibTrans" cxnId="{CB0CE3AA-C273-412F-A1FA-BB41ED1757C6}">
      <dgm:prSet/>
      <dgm:spPr/>
      <dgm:t>
        <a:bodyPr/>
        <a:lstStyle/>
        <a:p>
          <a:endParaRPr lang="en-US"/>
        </a:p>
      </dgm:t>
    </dgm:pt>
    <dgm:pt modelId="{932BC694-6DAF-4CA5-B5BF-C0E8851B822B}">
      <dgm:prSet/>
      <dgm:spPr/>
      <dgm:t>
        <a:bodyPr/>
        <a:lstStyle/>
        <a:p>
          <a:r>
            <a:rPr lang="en-US" b="1" dirty="0"/>
            <a:t>Uses extra space</a:t>
          </a:r>
        </a:p>
      </dgm:t>
    </dgm:pt>
    <dgm:pt modelId="{211E41D0-21E3-404E-B4B5-D3C41AD2BFCE}" type="parTrans" cxnId="{E376683F-A7C8-4CFD-BED8-5F709D6D0545}">
      <dgm:prSet/>
      <dgm:spPr/>
      <dgm:t>
        <a:bodyPr/>
        <a:lstStyle/>
        <a:p>
          <a:endParaRPr lang="en-US"/>
        </a:p>
      </dgm:t>
    </dgm:pt>
    <dgm:pt modelId="{3D0345DF-A7F8-41D8-8AE2-88A5E0FEA0AA}" type="sibTrans" cxnId="{E376683F-A7C8-4CFD-BED8-5F709D6D0545}">
      <dgm:prSet/>
      <dgm:spPr/>
      <dgm:t>
        <a:bodyPr/>
        <a:lstStyle/>
        <a:p>
          <a:endParaRPr lang="en-US"/>
        </a:p>
      </dgm:t>
    </dgm:pt>
    <dgm:pt modelId="{A5CDAFC3-A9FA-49BC-B541-828D6021F887}" type="pres">
      <dgm:prSet presAssocID="{E338BA48-5108-4F58-B968-CF5CCF6B7230}" presName="linear" presStyleCnt="0">
        <dgm:presLayoutVars>
          <dgm:dir/>
          <dgm:animLvl val="lvl"/>
          <dgm:resizeHandles val="exact"/>
        </dgm:presLayoutVars>
      </dgm:prSet>
      <dgm:spPr/>
    </dgm:pt>
    <dgm:pt modelId="{2678755D-B52A-4C83-B4E6-566030502B6B}" type="pres">
      <dgm:prSet presAssocID="{03B5661C-570A-48C3-886B-302B96F9B4B7}" presName="parentLin" presStyleCnt="0"/>
      <dgm:spPr/>
    </dgm:pt>
    <dgm:pt modelId="{D64A25EE-F5ED-4A3D-B79A-6361BEF7C001}" type="pres">
      <dgm:prSet presAssocID="{03B5661C-570A-48C3-886B-302B96F9B4B7}" presName="parentLeftMargin" presStyleLbl="node1" presStyleIdx="0" presStyleCnt="2"/>
      <dgm:spPr/>
    </dgm:pt>
    <dgm:pt modelId="{C8B7D49C-A8CF-4B2C-96A3-C24937760446}" type="pres">
      <dgm:prSet presAssocID="{03B5661C-570A-48C3-886B-302B96F9B4B7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1585752-4CEC-4DFA-B1E2-A4F3A8E664DC}" type="pres">
      <dgm:prSet presAssocID="{03B5661C-570A-48C3-886B-302B96F9B4B7}" presName="negativeSpace" presStyleCnt="0"/>
      <dgm:spPr/>
    </dgm:pt>
    <dgm:pt modelId="{F40DEF3A-2450-41DC-AE61-980D86FE89F1}" type="pres">
      <dgm:prSet presAssocID="{03B5661C-570A-48C3-886B-302B96F9B4B7}" presName="childText" presStyleLbl="conFgAcc1" presStyleIdx="0" presStyleCnt="2">
        <dgm:presLayoutVars>
          <dgm:bulletEnabled val="1"/>
        </dgm:presLayoutVars>
      </dgm:prSet>
      <dgm:spPr/>
    </dgm:pt>
    <dgm:pt modelId="{9D42264B-4ADE-43AA-9AA9-84A63C23FCBD}" type="pres">
      <dgm:prSet presAssocID="{52A892D1-0A0C-4B59-8AA4-600D7059047B}" presName="spaceBetweenRectangles" presStyleCnt="0"/>
      <dgm:spPr/>
    </dgm:pt>
    <dgm:pt modelId="{26367CAF-15D8-4927-AC15-36609B2122D6}" type="pres">
      <dgm:prSet presAssocID="{675A002E-ECE9-429F-9C4C-39C2668D2AEC}" presName="parentLin" presStyleCnt="0"/>
      <dgm:spPr/>
    </dgm:pt>
    <dgm:pt modelId="{FF8EF8B2-D20E-43E0-9639-1EBF31F8473F}" type="pres">
      <dgm:prSet presAssocID="{675A002E-ECE9-429F-9C4C-39C2668D2AEC}" presName="parentLeftMargin" presStyleLbl="node1" presStyleIdx="0" presStyleCnt="2"/>
      <dgm:spPr/>
    </dgm:pt>
    <dgm:pt modelId="{42EE3514-0EB9-4D47-8CCA-603B05416039}" type="pres">
      <dgm:prSet presAssocID="{675A002E-ECE9-429F-9C4C-39C2668D2AEC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1991515-71BB-4AAE-A120-383C1111D6D8}" type="pres">
      <dgm:prSet presAssocID="{675A002E-ECE9-429F-9C4C-39C2668D2AEC}" presName="negativeSpace" presStyleCnt="0"/>
      <dgm:spPr/>
    </dgm:pt>
    <dgm:pt modelId="{AE5714C6-7DAD-4DA4-BD4D-DA036DF47EA9}" type="pres">
      <dgm:prSet presAssocID="{675A002E-ECE9-429F-9C4C-39C2668D2AEC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A1C7CE0A-7DE5-4726-8AFC-57EF25593924}" srcId="{03B5661C-570A-48C3-886B-302B96F9B4B7}" destId="{4F44731D-DED4-4911-9D0B-41B443EBEBD4}" srcOrd="0" destOrd="0" parTransId="{35674E1E-F0B6-436E-99A4-7DBB05FFE0C2}" sibTransId="{9CCDA4C0-01CE-411E-BB09-03F619670B37}"/>
    <dgm:cxn modelId="{B3E9B90E-7B48-4D36-BEE8-AA095EB1A5E6}" type="presOf" srcId="{03B5661C-570A-48C3-886B-302B96F9B4B7}" destId="{C8B7D49C-A8CF-4B2C-96A3-C24937760446}" srcOrd="1" destOrd="0" presId="urn:microsoft.com/office/officeart/2005/8/layout/list1"/>
    <dgm:cxn modelId="{07CA4C2C-9F1C-45DC-A231-A4680C0EEF89}" type="presOf" srcId="{675A002E-ECE9-429F-9C4C-39C2668D2AEC}" destId="{FF8EF8B2-D20E-43E0-9639-1EBF31F8473F}" srcOrd="0" destOrd="0" presId="urn:microsoft.com/office/officeart/2005/8/layout/list1"/>
    <dgm:cxn modelId="{A509993C-E125-43A2-A4FF-0F6312F76958}" type="presOf" srcId="{E338BA48-5108-4F58-B968-CF5CCF6B7230}" destId="{A5CDAFC3-A9FA-49BC-B541-828D6021F887}" srcOrd="0" destOrd="0" presId="urn:microsoft.com/office/officeart/2005/8/layout/list1"/>
    <dgm:cxn modelId="{E376683F-A7C8-4CFD-BED8-5F709D6D0545}" srcId="{675A002E-ECE9-429F-9C4C-39C2668D2AEC}" destId="{932BC694-6DAF-4CA5-B5BF-C0E8851B822B}" srcOrd="2" destOrd="0" parTransId="{211E41D0-21E3-404E-B4B5-D3C41AD2BFCE}" sibTransId="{3D0345DF-A7F8-41D8-8AE2-88A5E0FEA0AA}"/>
    <dgm:cxn modelId="{99DBBA49-F8F9-41D3-8133-099B6DC4CE29}" srcId="{E338BA48-5108-4F58-B968-CF5CCF6B7230}" destId="{675A002E-ECE9-429F-9C4C-39C2668D2AEC}" srcOrd="1" destOrd="0" parTransId="{2C53EB93-A37F-4A64-9A56-0502E1609ADA}" sibTransId="{E5808C54-517E-4DE1-A249-F8CFCA826ADC}"/>
    <dgm:cxn modelId="{501B886C-B1D2-4331-9EB2-27E443B36B8A}" type="presOf" srcId="{A4B686D6-F1AA-486B-AD5C-094EA216ABE5}" destId="{F40DEF3A-2450-41DC-AE61-980D86FE89F1}" srcOrd="0" destOrd="2" presId="urn:microsoft.com/office/officeart/2005/8/layout/list1"/>
    <dgm:cxn modelId="{23D6336E-809C-44D2-95FC-0F29EA7EB4EF}" type="presOf" srcId="{932BC694-6DAF-4CA5-B5BF-C0E8851B822B}" destId="{AE5714C6-7DAD-4DA4-BD4D-DA036DF47EA9}" srcOrd="0" destOrd="2" presId="urn:microsoft.com/office/officeart/2005/8/layout/list1"/>
    <dgm:cxn modelId="{C6D71051-CA06-4569-8E06-3869C4FC9CC6}" type="presOf" srcId="{097E6C1E-7BBD-4729-8CE6-6BA85BB19795}" destId="{AE5714C6-7DAD-4DA4-BD4D-DA036DF47EA9}" srcOrd="0" destOrd="1" presId="urn:microsoft.com/office/officeart/2005/8/layout/list1"/>
    <dgm:cxn modelId="{19CC8559-DD91-407D-91E9-C63FD8F1C50B}" type="presOf" srcId="{03B5661C-570A-48C3-886B-302B96F9B4B7}" destId="{D64A25EE-F5ED-4A3D-B79A-6361BEF7C001}" srcOrd="0" destOrd="0" presId="urn:microsoft.com/office/officeart/2005/8/layout/list1"/>
    <dgm:cxn modelId="{328FC299-E5BB-4724-9C1E-F8CEC80FCF16}" type="presOf" srcId="{4F44731D-DED4-4911-9D0B-41B443EBEBD4}" destId="{F40DEF3A-2450-41DC-AE61-980D86FE89F1}" srcOrd="0" destOrd="0" presId="urn:microsoft.com/office/officeart/2005/8/layout/list1"/>
    <dgm:cxn modelId="{825EB39B-F967-4818-BB40-318A8BBF0B31}" type="presOf" srcId="{675A002E-ECE9-429F-9C4C-39C2668D2AEC}" destId="{42EE3514-0EB9-4D47-8CCA-603B05416039}" srcOrd="1" destOrd="0" presId="urn:microsoft.com/office/officeart/2005/8/layout/list1"/>
    <dgm:cxn modelId="{5F62369E-D960-4ABC-8A45-F5FB8BE940CD}" srcId="{E338BA48-5108-4F58-B968-CF5CCF6B7230}" destId="{03B5661C-570A-48C3-886B-302B96F9B4B7}" srcOrd="0" destOrd="0" parTransId="{B600BFAB-AC1F-435C-B5F0-30CD6BED5EF0}" sibTransId="{52A892D1-0A0C-4B59-8AA4-600D7059047B}"/>
    <dgm:cxn modelId="{377BD2A4-0F40-43CF-93AB-5D549962BF94}" srcId="{675A002E-ECE9-429F-9C4C-39C2668D2AEC}" destId="{825BF634-AF18-46B3-B503-22374168BAB2}" srcOrd="0" destOrd="0" parTransId="{AB21F951-0EEC-48D4-97F7-9E61A3C9D54B}" sibTransId="{365CEEC4-B357-41F0-848D-8032B398AB7F}"/>
    <dgm:cxn modelId="{CB0CE3AA-C273-412F-A1FA-BB41ED1757C6}" srcId="{675A002E-ECE9-429F-9C4C-39C2668D2AEC}" destId="{097E6C1E-7BBD-4729-8CE6-6BA85BB19795}" srcOrd="1" destOrd="0" parTransId="{A45E3DDC-89AA-4619-ABC4-ECDFD9118B2A}" sibTransId="{48D5E50E-E490-4446-A030-48CA268B7F3D}"/>
    <dgm:cxn modelId="{7CF174B1-95FE-452F-B104-66762E388A11}" srcId="{03B5661C-570A-48C3-886B-302B96F9B4B7}" destId="{A4B686D6-F1AA-486B-AD5C-094EA216ABE5}" srcOrd="2" destOrd="0" parTransId="{672BE3BD-69F1-415C-874E-18583F6A1D37}" sibTransId="{51B94581-ADEA-4668-B831-DDC1D72265C9}"/>
    <dgm:cxn modelId="{BC54EFB4-5AFF-4D96-9CD1-3C51E4F65E82}" type="presOf" srcId="{EAF4F1D5-A852-4011-820C-15FD7956EE48}" destId="{F40DEF3A-2450-41DC-AE61-980D86FE89F1}" srcOrd="0" destOrd="1" presId="urn:microsoft.com/office/officeart/2005/8/layout/list1"/>
    <dgm:cxn modelId="{CE98D0C6-FFB0-492B-A742-A474642A04AA}" srcId="{03B5661C-570A-48C3-886B-302B96F9B4B7}" destId="{EAF4F1D5-A852-4011-820C-15FD7956EE48}" srcOrd="1" destOrd="0" parTransId="{27E4C16E-F18C-433D-AC0A-EA1BC145CC60}" sibTransId="{F3D8675E-DBB9-4C48-BFD6-627C4559BF4E}"/>
    <dgm:cxn modelId="{93F759D7-AB6D-4266-827E-2542D8EA58DA}" type="presOf" srcId="{825BF634-AF18-46B3-B503-22374168BAB2}" destId="{AE5714C6-7DAD-4DA4-BD4D-DA036DF47EA9}" srcOrd="0" destOrd="0" presId="urn:microsoft.com/office/officeart/2005/8/layout/list1"/>
    <dgm:cxn modelId="{BFB8614D-13D7-46B8-BB40-669097CDBC0E}" type="presParOf" srcId="{A5CDAFC3-A9FA-49BC-B541-828D6021F887}" destId="{2678755D-B52A-4C83-B4E6-566030502B6B}" srcOrd="0" destOrd="0" presId="urn:microsoft.com/office/officeart/2005/8/layout/list1"/>
    <dgm:cxn modelId="{5EFC9A93-302F-46BE-82A7-C3F58F85E147}" type="presParOf" srcId="{2678755D-B52A-4C83-B4E6-566030502B6B}" destId="{D64A25EE-F5ED-4A3D-B79A-6361BEF7C001}" srcOrd="0" destOrd="0" presId="urn:microsoft.com/office/officeart/2005/8/layout/list1"/>
    <dgm:cxn modelId="{1EAAF888-C081-4307-A411-E04F1BAF556B}" type="presParOf" srcId="{2678755D-B52A-4C83-B4E6-566030502B6B}" destId="{C8B7D49C-A8CF-4B2C-96A3-C24937760446}" srcOrd="1" destOrd="0" presId="urn:microsoft.com/office/officeart/2005/8/layout/list1"/>
    <dgm:cxn modelId="{55D50E26-ACA7-4D50-AFA7-7D2B6ADC5590}" type="presParOf" srcId="{A5CDAFC3-A9FA-49BC-B541-828D6021F887}" destId="{A1585752-4CEC-4DFA-B1E2-A4F3A8E664DC}" srcOrd="1" destOrd="0" presId="urn:microsoft.com/office/officeart/2005/8/layout/list1"/>
    <dgm:cxn modelId="{82EBB3FD-CCE9-4FEC-AAA0-C1D5051C4227}" type="presParOf" srcId="{A5CDAFC3-A9FA-49BC-B541-828D6021F887}" destId="{F40DEF3A-2450-41DC-AE61-980D86FE89F1}" srcOrd="2" destOrd="0" presId="urn:microsoft.com/office/officeart/2005/8/layout/list1"/>
    <dgm:cxn modelId="{FDE7F005-EC62-4012-8A51-42C47049BD67}" type="presParOf" srcId="{A5CDAFC3-A9FA-49BC-B541-828D6021F887}" destId="{9D42264B-4ADE-43AA-9AA9-84A63C23FCBD}" srcOrd="3" destOrd="0" presId="urn:microsoft.com/office/officeart/2005/8/layout/list1"/>
    <dgm:cxn modelId="{69A7A88C-E09B-470E-8C72-5BB25BB6F85B}" type="presParOf" srcId="{A5CDAFC3-A9FA-49BC-B541-828D6021F887}" destId="{26367CAF-15D8-4927-AC15-36609B2122D6}" srcOrd="4" destOrd="0" presId="urn:microsoft.com/office/officeart/2005/8/layout/list1"/>
    <dgm:cxn modelId="{52142D24-03F0-496B-B3E2-B282B98888F1}" type="presParOf" srcId="{26367CAF-15D8-4927-AC15-36609B2122D6}" destId="{FF8EF8B2-D20E-43E0-9639-1EBF31F8473F}" srcOrd="0" destOrd="0" presId="urn:microsoft.com/office/officeart/2005/8/layout/list1"/>
    <dgm:cxn modelId="{59541506-3167-43B2-B141-3428CF749D74}" type="presParOf" srcId="{26367CAF-15D8-4927-AC15-36609B2122D6}" destId="{42EE3514-0EB9-4D47-8CCA-603B05416039}" srcOrd="1" destOrd="0" presId="urn:microsoft.com/office/officeart/2005/8/layout/list1"/>
    <dgm:cxn modelId="{983EA300-E8E2-48B8-A79E-E217877BB904}" type="presParOf" srcId="{A5CDAFC3-A9FA-49BC-B541-828D6021F887}" destId="{51991515-71BB-4AAE-A120-383C1111D6D8}" srcOrd="5" destOrd="0" presId="urn:microsoft.com/office/officeart/2005/8/layout/list1"/>
    <dgm:cxn modelId="{7B10D3AD-D19B-4108-B42C-38FBF92ABA76}" type="presParOf" srcId="{A5CDAFC3-A9FA-49BC-B541-828D6021F887}" destId="{AE5714C6-7DAD-4DA4-BD4D-DA036DF47EA9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4B8514-7F56-40DA-B778-C6AC797505B5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46B0C6-D7EF-4F27-BA38-249BD41D1BAB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 dirty="0"/>
            <a:t>Naive approach  </a:t>
          </a:r>
          <a14:m xmlns:a14="http://schemas.microsoft.com/office/drawing/2010/main">
            <m:oMath xmlns:m="http://schemas.openxmlformats.org/officeDocument/2006/math">
              <m:r>
                <a:rPr lang="en-US" sz="5600" b="0" i="1" kern="1200" smtClean="0">
                  <a:latin typeface="Cambria Math" panose="02040503050406030204" pitchFamily="18" charset="0"/>
                </a:rPr>
                <m:t>𝑂</m:t>
              </m:r>
              <m:r>
                <a:rPr lang="en-US" sz="5600" b="0" i="1" kern="1200" smtClean="0">
                  <a:latin typeface="Cambria Math" panose="02040503050406030204" pitchFamily="18" charset="0"/>
                </a:rPr>
                <m:t>(</m:t>
              </m:r>
              <m:r>
                <a:rPr lang="en-US" sz="5600" b="0" i="1" kern="1200" smtClean="0">
                  <a:latin typeface="Cambria Math" panose="02040503050406030204" pitchFamily="18" charset="0"/>
                </a:rPr>
                <m:t>𝑛</m:t>
              </m:r>
              <m:r>
                <a:rPr lang="en-US" sz="5600" b="0" i="1" kern="1200" smtClean="0">
                  <a:latin typeface="Cambria Math" panose="02040503050406030204" pitchFamily="18" charset="0"/>
                </a:rPr>
                <m:t>)</m:t>
              </m:r>
            </m:oMath>
          </a14:m>
          <a:endParaRPr lang="en-US" sz="5600" kern="1200" dirty="0"/>
        </a:p>
      </dsp:txBody>
      <dsp:txXfrm>
        <a:off x="608661" y="692298"/>
        <a:ext cx="4508047" cy="2799040"/>
      </dsp:txXfrm>
    </dsp:sp>
    <dsp:sp modelId="{7778BA84-936C-4A3B-A4EA-C7D2FAD21D65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56BFDE-14D3-47E5-8E81-FAD8C0002902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 dirty="0"/>
            <a:t>Binary search  </a:t>
          </a:r>
          <a14:m xmlns:a14="http://schemas.microsoft.com/office/drawing/2010/main">
            <m:oMath xmlns:m="http://schemas.openxmlformats.org/officeDocument/2006/math">
              <m:r>
                <a:rPr lang="en-US" sz="5600" b="0" i="1" kern="1200" smtClean="0">
                  <a:latin typeface="Cambria Math" panose="02040503050406030204" pitchFamily="18" charset="0"/>
                </a:rPr>
                <m:t>𝑂</m:t>
              </m:r>
              <m:d>
                <m:dPr>
                  <m:ctrlPr>
                    <a:rPr lang="en-US" sz="5600" b="0" i="1" kern="1200" smtClean="0">
                      <a:latin typeface="Cambria Math" panose="02040503050406030204" pitchFamily="18" charset="0"/>
                    </a:rPr>
                  </m:ctrlPr>
                </m:dPr>
                <m:e>
                  <m:func>
                    <m:funcPr>
                      <m:ctrlPr>
                        <a:rPr lang="en-US" sz="5600" b="0" i="1" kern="1200" smtClean="0">
                          <a:latin typeface="Cambria Math" panose="02040503050406030204" pitchFamily="18" charset="0"/>
                        </a:rPr>
                      </m:ctrlPr>
                    </m:funcPr>
                    <m:fName>
                      <m:sSub>
                        <m:sSubPr>
                          <m:ctrlPr>
                            <a:rPr lang="en-US" sz="5600" b="0" i="1" kern="120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5600" b="0" i="0" kern="120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sz="5600" b="0" i="1" kern="120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fName>
                    <m:e>
                      <m:r>
                        <a:rPr lang="en-US" sz="5600" b="0" i="1" kern="120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5600" b="0" i="1" kern="120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5600" b="0" i="1" kern="1200" smtClean="0">
                          <a:latin typeface="Cambria Math" panose="02040503050406030204" pitchFamily="18" charset="0"/>
                        </a:rPr>
                        <m:t>)</m:t>
                      </m:r>
                    </m:e>
                  </m:func>
                </m:e>
              </m:d>
            </m:oMath>
          </a14:m>
          <a:endParaRPr lang="en-US" sz="5600" kern="1200" dirty="0"/>
        </a:p>
      </dsp:txBody>
      <dsp:txXfrm>
        <a:off x="6331365" y="692298"/>
        <a:ext cx="4508047" cy="27990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1D7531-A7C1-4ACD-B2B6-6BD3C0EBD8C5}">
      <dsp:nvSpPr>
        <dsp:cNvPr id="0" name=""/>
        <dsp:cNvSpPr/>
      </dsp:nvSpPr>
      <dsp:spPr>
        <a:xfrm>
          <a:off x="0" y="1057819"/>
          <a:ext cx="6666833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E6F3E3-1060-4D74-B1FE-E6F2A6D3B006}">
      <dsp:nvSpPr>
        <dsp:cNvPr id="0" name=""/>
        <dsp:cNvSpPr/>
      </dsp:nvSpPr>
      <dsp:spPr>
        <a:xfrm>
          <a:off x="333341" y="570739"/>
          <a:ext cx="4666783" cy="9741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Comparison based</a:t>
          </a:r>
        </a:p>
      </dsp:txBody>
      <dsp:txXfrm>
        <a:off x="380896" y="618294"/>
        <a:ext cx="4571673" cy="879050"/>
      </dsp:txXfrm>
    </dsp:sp>
    <dsp:sp modelId="{ECFAC8B9-81E2-4576-BA1D-86E372729AE0}">
      <dsp:nvSpPr>
        <dsp:cNvPr id="0" name=""/>
        <dsp:cNvSpPr/>
      </dsp:nvSpPr>
      <dsp:spPr>
        <a:xfrm>
          <a:off x="0" y="2554700"/>
          <a:ext cx="6666833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6076075"/>
              <a:satOff val="-413"/>
              <a:lumOff val="98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F71A0C-F981-42ED-A4CE-9382587EAECA}">
      <dsp:nvSpPr>
        <dsp:cNvPr id="0" name=""/>
        <dsp:cNvSpPr/>
      </dsp:nvSpPr>
      <dsp:spPr>
        <a:xfrm>
          <a:off x="333341" y="2067619"/>
          <a:ext cx="4666783" cy="974160"/>
        </a:xfrm>
        <a:prstGeom prst="roundRect">
          <a:avLst/>
        </a:prstGeom>
        <a:gradFill rotWithShape="0">
          <a:gsLst>
            <a:gs pos="0">
              <a:schemeClr val="accent5">
                <a:hueOff val="-6076075"/>
                <a:satOff val="-413"/>
                <a:lumOff val="9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6076075"/>
                <a:satOff val="-413"/>
                <a:lumOff val="9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6076075"/>
                <a:satOff val="-413"/>
                <a:lumOff val="9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Non comparison based</a:t>
          </a:r>
        </a:p>
      </dsp:txBody>
      <dsp:txXfrm>
        <a:off x="380896" y="2115174"/>
        <a:ext cx="4571673" cy="879050"/>
      </dsp:txXfrm>
    </dsp:sp>
    <dsp:sp modelId="{5C175D13-A06B-4ABC-A535-2BED0625AF7F}">
      <dsp:nvSpPr>
        <dsp:cNvPr id="0" name=""/>
        <dsp:cNvSpPr/>
      </dsp:nvSpPr>
      <dsp:spPr>
        <a:xfrm>
          <a:off x="0" y="4051580"/>
          <a:ext cx="6666833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068D13-9A3D-49F7-963F-54FB83FE2711}">
      <dsp:nvSpPr>
        <dsp:cNvPr id="0" name=""/>
        <dsp:cNvSpPr/>
      </dsp:nvSpPr>
      <dsp:spPr>
        <a:xfrm>
          <a:off x="333341" y="3564500"/>
          <a:ext cx="4666783" cy="974160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Hybrid</a:t>
          </a:r>
        </a:p>
      </dsp:txBody>
      <dsp:txXfrm>
        <a:off x="380896" y="3612055"/>
        <a:ext cx="4571673" cy="87905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1209DC-4E5D-4198-AD0D-DF30C9DF43D9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C72556-F7F9-49B3-A6E6-FF4DA17C8E65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Stable sorting</a:t>
          </a:r>
        </a:p>
      </dsp:txBody>
      <dsp:txXfrm>
        <a:off x="608661" y="692298"/>
        <a:ext cx="4508047" cy="2799040"/>
      </dsp:txXfrm>
    </dsp:sp>
    <dsp:sp modelId="{1D07F5B5-0673-458E-95F1-A79FE516B4BB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3AD698-C86E-479D-AC23-5F914700A0AA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Unstable sorting</a:t>
          </a:r>
        </a:p>
      </dsp:txBody>
      <dsp:txXfrm>
        <a:off x="6331365" y="692298"/>
        <a:ext cx="4508047" cy="27990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ECA069-400F-409B-BA38-707F01D875C7}">
      <dsp:nvSpPr>
        <dsp:cNvPr id="0" name=""/>
        <dsp:cNvSpPr/>
      </dsp:nvSpPr>
      <dsp:spPr>
        <a:xfrm>
          <a:off x="0" y="1416559"/>
          <a:ext cx="6666833" cy="12168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/>
            <a:t>Insertion sort - O(</a:t>
          </a: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US" sz="4400" i="1" kern="1200" smtClean="0">
                      <a:latin typeface="Cambria Math" panose="02040503050406030204" pitchFamily="18" charset="0"/>
                    </a:rPr>
                  </m:ctrlPr>
                </m:sSupPr>
                <m:e>
                  <m:r>
                    <a:rPr lang="en-US" sz="4400" b="0" i="1" kern="1200" smtClean="0">
                      <a:latin typeface="Cambria Math" panose="02040503050406030204" pitchFamily="18" charset="0"/>
                    </a:rPr>
                    <m:t>𝑛</m:t>
                  </m:r>
                </m:e>
                <m:sup>
                  <m:r>
                    <a:rPr lang="en-US" sz="4400" b="0" i="1" kern="1200" smtClean="0">
                      <a:latin typeface="Cambria Math" panose="02040503050406030204" pitchFamily="18" charset="0"/>
                    </a:rPr>
                    <m:t>2</m:t>
                  </m:r>
                </m:sup>
              </m:sSup>
            </m:oMath>
          </a14:m>
          <a:r>
            <a:rPr lang="en-US" sz="4400" kern="1200" dirty="0"/>
            <a:t>)</a:t>
          </a:r>
        </a:p>
      </dsp:txBody>
      <dsp:txXfrm>
        <a:off x="59399" y="1475958"/>
        <a:ext cx="6548035" cy="1098002"/>
      </dsp:txXfrm>
    </dsp:sp>
    <dsp:sp modelId="{1B21062C-9886-4670-98A4-1907C25DDDE0}">
      <dsp:nvSpPr>
        <dsp:cNvPr id="0" name=""/>
        <dsp:cNvSpPr/>
      </dsp:nvSpPr>
      <dsp:spPr>
        <a:xfrm>
          <a:off x="0" y="2820560"/>
          <a:ext cx="6666833" cy="121680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/>
            <a:t>Merge sort – O(</a:t>
          </a:r>
          <a14:m xmlns:a14="http://schemas.microsoft.com/office/drawing/2010/main">
            <m:oMath xmlns:m="http://schemas.openxmlformats.org/officeDocument/2006/math">
              <m:r>
                <a:rPr lang="en-US" sz="4400" b="0" i="1" kern="1200" smtClean="0">
                  <a:latin typeface="Cambria Math" panose="02040503050406030204" pitchFamily="18" charset="0"/>
                </a:rPr>
                <m:t>𝑛</m:t>
              </m:r>
              <m:r>
                <a:rPr lang="en-US" sz="4400" b="0" i="1" kern="1200" smtClean="0">
                  <a:latin typeface="Cambria Math" panose="02040503050406030204" pitchFamily="18" charset="0"/>
                </a:rPr>
                <m:t>∗</m:t>
              </m:r>
              <m:r>
                <m:rPr>
                  <m:sty m:val="p"/>
                </m:rPr>
                <a:rPr lang="en-US" sz="4400" b="0" i="0" kern="1200" smtClean="0">
                  <a:latin typeface="Cambria Math" panose="02040503050406030204" pitchFamily="18" charset="0"/>
                </a:rPr>
                <m:t>log</m:t>
              </m:r>
              <m:r>
                <a:rPr lang="en-US" sz="4400" b="0" i="1" kern="1200" smtClean="0">
                  <a:latin typeface="Cambria Math" panose="02040503050406030204" pitchFamily="18" charset="0"/>
                </a:rPr>
                <m:t>⁡(</m:t>
              </m:r>
              <m:r>
                <a:rPr lang="en-US" sz="4400" b="0" i="1" kern="1200" smtClean="0">
                  <a:latin typeface="Cambria Math" panose="02040503050406030204" pitchFamily="18" charset="0"/>
                </a:rPr>
                <m:t>𝑛</m:t>
              </m:r>
              <m:r>
                <a:rPr lang="en-US" sz="4400" b="0" i="1" kern="1200" smtClean="0">
                  <a:latin typeface="Cambria Math" panose="02040503050406030204" pitchFamily="18" charset="0"/>
                </a:rPr>
                <m:t>)</m:t>
              </m:r>
            </m:oMath>
          </a14:m>
          <a:r>
            <a:rPr lang="en-US" sz="4400" kern="1200" dirty="0"/>
            <a:t>)</a:t>
          </a:r>
        </a:p>
      </dsp:txBody>
      <dsp:txXfrm>
        <a:off x="59399" y="2879959"/>
        <a:ext cx="6548035" cy="109800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CD63E5-4F66-4B0C-B068-CED9952E9D5A}">
      <dsp:nvSpPr>
        <dsp:cNvPr id="0" name=""/>
        <dsp:cNvSpPr/>
      </dsp:nvSpPr>
      <dsp:spPr>
        <a:xfrm rot="5400000">
          <a:off x="3251828" y="-691680"/>
          <a:ext cx="2151686" cy="4073103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Efficient for small datasets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Low memory usage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Stable</a:t>
          </a:r>
        </a:p>
      </dsp:txBody>
      <dsp:txXfrm rot="-5400000">
        <a:off x="2291120" y="374065"/>
        <a:ext cx="3968066" cy="1941612"/>
      </dsp:txXfrm>
    </dsp:sp>
    <dsp:sp modelId="{69CDAC79-9964-459D-964F-A0EA04A4879D}">
      <dsp:nvSpPr>
        <dsp:cNvPr id="0" name=""/>
        <dsp:cNvSpPr/>
      </dsp:nvSpPr>
      <dsp:spPr>
        <a:xfrm>
          <a:off x="0" y="67"/>
          <a:ext cx="2291120" cy="268960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68580" rIns="137160" bIns="6858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Insertion sort</a:t>
          </a:r>
        </a:p>
      </dsp:txBody>
      <dsp:txXfrm>
        <a:off x="111843" y="111910"/>
        <a:ext cx="2067434" cy="2465922"/>
      </dsp:txXfrm>
    </dsp:sp>
    <dsp:sp modelId="{32F56358-AB68-4D88-B7B7-797F38FAB7E6}">
      <dsp:nvSpPr>
        <dsp:cNvPr id="0" name=""/>
        <dsp:cNvSpPr/>
      </dsp:nvSpPr>
      <dsp:spPr>
        <a:xfrm rot="5400000">
          <a:off x="3251828" y="2132408"/>
          <a:ext cx="2151686" cy="4073103"/>
        </a:xfrm>
        <a:prstGeom prst="round2Same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Efficient for large datasets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Uses extra memory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Stable</a:t>
          </a:r>
        </a:p>
      </dsp:txBody>
      <dsp:txXfrm rot="-5400000">
        <a:off x="2291120" y="3198154"/>
        <a:ext cx="3968066" cy="1941612"/>
      </dsp:txXfrm>
    </dsp:sp>
    <dsp:sp modelId="{AE510EC4-BC54-461A-9F0C-6BA945AF9BD8}">
      <dsp:nvSpPr>
        <dsp:cNvPr id="0" name=""/>
        <dsp:cNvSpPr/>
      </dsp:nvSpPr>
      <dsp:spPr>
        <a:xfrm>
          <a:off x="0" y="2824156"/>
          <a:ext cx="2291120" cy="2689608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68580" rIns="137160" bIns="6858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Merge sort</a:t>
          </a:r>
        </a:p>
      </dsp:txBody>
      <dsp:txXfrm>
        <a:off x="111843" y="2935999"/>
        <a:ext cx="2067434" cy="246592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0DEF3A-2450-41DC-AE61-980D86FE89F1}">
      <dsp:nvSpPr>
        <dsp:cNvPr id="0" name=""/>
        <dsp:cNvSpPr/>
      </dsp:nvSpPr>
      <dsp:spPr>
        <a:xfrm>
          <a:off x="0" y="421497"/>
          <a:ext cx="6666833" cy="2041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562356" rIns="517420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Faster in the worst-case scenario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Slower on average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b="1" kern="1200" dirty="0"/>
            <a:t>Uses no extra space</a:t>
          </a:r>
        </a:p>
      </dsp:txBody>
      <dsp:txXfrm>
        <a:off x="0" y="421497"/>
        <a:ext cx="6666833" cy="2041200"/>
      </dsp:txXfrm>
    </dsp:sp>
    <dsp:sp modelId="{C8B7D49C-A8CF-4B2C-96A3-C24937760446}">
      <dsp:nvSpPr>
        <dsp:cNvPr id="0" name=""/>
        <dsp:cNvSpPr/>
      </dsp:nvSpPr>
      <dsp:spPr>
        <a:xfrm>
          <a:off x="333341" y="22977"/>
          <a:ext cx="4666783" cy="7970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Heapsort</a:t>
          </a:r>
        </a:p>
      </dsp:txBody>
      <dsp:txXfrm>
        <a:off x="372249" y="61885"/>
        <a:ext cx="4588967" cy="719224"/>
      </dsp:txXfrm>
    </dsp:sp>
    <dsp:sp modelId="{AE5714C6-7DAD-4DA4-BD4D-DA036DF47EA9}">
      <dsp:nvSpPr>
        <dsp:cNvPr id="0" name=""/>
        <dsp:cNvSpPr/>
      </dsp:nvSpPr>
      <dsp:spPr>
        <a:xfrm>
          <a:off x="0" y="3007017"/>
          <a:ext cx="6666833" cy="2423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562356" rIns="517420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i="1" kern="1200" dirty="0"/>
            <a:t>Much faster on average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Much slower in the worst-case scenario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b="1" kern="1200" dirty="0"/>
            <a:t>Uses extra space</a:t>
          </a:r>
        </a:p>
      </dsp:txBody>
      <dsp:txXfrm>
        <a:off x="0" y="3007017"/>
        <a:ext cx="6666833" cy="2423925"/>
      </dsp:txXfrm>
    </dsp:sp>
    <dsp:sp modelId="{42EE3514-0EB9-4D47-8CCA-603B05416039}">
      <dsp:nvSpPr>
        <dsp:cNvPr id="0" name=""/>
        <dsp:cNvSpPr/>
      </dsp:nvSpPr>
      <dsp:spPr>
        <a:xfrm>
          <a:off x="333341" y="2608497"/>
          <a:ext cx="4666783" cy="7970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Quicksort</a:t>
          </a:r>
        </a:p>
      </dsp:txBody>
      <dsp:txXfrm>
        <a:off x="372249" y="2647405"/>
        <a:ext cx="4588967" cy="7192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08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23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50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31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101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515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91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289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339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95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216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199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hyperlink" Target="https://www.geeksforgeeks.org/dsa/sorting-algorithms/" TargetMode="Externa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terviewcake.com/concept/java/heapsort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terviewcake.com/concept/java/heapsort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terviewcake.com/concept/java/quicksort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torvalds/linux/blob/master/lib/sort.c#L53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6" name="Rectangle 13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800"/>
              <a:t>Data Structures and Algorithms I.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hu-HU" dirty="0">
                <a:solidFill>
                  <a:srgbClr val="FFFFFF"/>
                </a:solidFill>
              </a:rPr>
              <a:t>University of </a:t>
            </a:r>
            <a:r>
              <a:rPr lang="en-US" dirty="0">
                <a:solidFill>
                  <a:srgbClr val="FFFFFF"/>
                </a:solidFill>
              </a:rPr>
              <a:t>Szeged 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Robert Nagy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2025/26. Autumn Semester</a:t>
            </a:r>
          </a:p>
          <a:p>
            <a:pPr algn="l"/>
            <a:endParaRPr lang="hu-HU" dirty="0">
              <a:solidFill>
                <a:srgbClr val="FFFFFF"/>
              </a:solidFill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573907" y="658489"/>
            <a:ext cx="5163022" cy="5163022"/>
          </a:xfrm>
          <a:prstGeom prst="rect">
            <a:avLst/>
          </a:prstGeom>
        </p:spPr>
      </p:pic>
      <p:sp>
        <p:nvSpPr>
          <p:cNvPr id="144" name="Rectangle 14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B4E406-FB0E-1B65-BF03-F2FC894EA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640080"/>
            <a:ext cx="625111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Sorting Algorithms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D43375-ABC4-9297-9B42-D2AF1DDB21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93" r="47674" b="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0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28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063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AE4E1-D75B-1415-CD65-8556D9B34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4914855"/>
            <a:ext cx="9144000" cy="7867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dirty="0"/>
              <a:t>Why is sorting important?</a:t>
            </a:r>
          </a:p>
        </p:txBody>
      </p:sp>
      <p:pic>
        <p:nvPicPr>
          <p:cNvPr id="5" name="Picture 4" descr="3D black question marks with one yellow question mark">
            <a:extLst>
              <a:ext uri="{FF2B5EF4-FFF2-40B4-BE49-F238E27FC236}">
                <a16:creationId xmlns:a16="http://schemas.microsoft.com/office/drawing/2014/main" id="{78653DF3-F2FC-6BC8-9A2B-5A1EE1A710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78" r="1" b="1"/>
          <a:stretch>
            <a:fillRect/>
          </a:stretch>
        </p:blipFill>
        <p:spPr>
          <a:xfrm>
            <a:off x="20" y="10"/>
            <a:ext cx="12191980" cy="4605671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B7FB62D-DD5B-C587-F53F-679128D41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439" y="4525778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474BA53-241B-ACB6-E742-B074F40EB9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797B091-2608-7480-FE24-507CC5333A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37791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Illuminated server room panel">
            <a:extLst>
              <a:ext uri="{FF2B5EF4-FFF2-40B4-BE49-F238E27FC236}">
                <a16:creationId xmlns:a16="http://schemas.microsoft.com/office/drawing/2014/main" id="{3DE8D03D-A908-C4F2-48B9-07A9812113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82" b="-1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085583-27FF-3404-5FC9-3DF3486DE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5402" y="743447"/>
            <a:ext cx="3445765" cy="3692028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/>
              <a:t>Database systems</a:t>
            </a:r>
          </a:p>
        </p:txBody>
      </p:sp>
    </p:spTree>
    <p:extLst>
      <p:ext uri="{BB962C8B-B14F-4D97-AF65-F5344CB8AC3E}">
        <p14:creationId xmlns:p14="http://schemas.microsoft.com/office/powerpoint/2010/main" val="1081779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AB9D7-EE06-A227-DB3A-3C7429FF5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314" y="486917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6000" dirty="0">
                <a:solidFill>
                  <a:srgbClr val="FFFFFF"/>
                </a:solidFill>
              </a:rPr>
              <a:t>Searching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013B587D-9EAD-00CF-2485-15190C7B5AA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749941010"/>
                  </p:ext>
                </p:extLst>
              </p:nvPr>
            </p:nvGraphicFramePr>
            <p:xfrm>
              <a:off x="644056" y="2615979"/>
              <a:ext cx="10927829" cy="3689405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013B587D-9EAD-00CF-2485-15190C7B5AA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749941010"/>
                  </p:ext>
                </p:extLst>
              </p:nvPr>
            </p:nvGraphicFramePr>
            <p:xfrm>
              <a:off x="644056" y="2615979"/>
              <a:ext cx="10927829" cy="3689405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61233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6F141-9650-5770-2DA3-6C4ADCD58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Naive search (Brute force)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2AC3B-DEB3-5E1E-DCEE-5869E83C827C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7, 4, 5, 9, 2, 3, 0, 1, 8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022033-8CAF-985C-996E-9C93262D8862}"/>
              </a:ext>
            </a:extLst>
          </p:cNvPr>
          <p:cNvSpPr txBox="1"/>
          <p:nvPr/>
        </p:nvSpPr>
        <p:spPr>
          <a:xfrm>
            <a:off x="838200" y="2084070"/>
            <a:ext cx="2491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Task: Find </a:t>
            </a:r>
            <a:r>
              <a:rPr lang="en-US" sz="3600" b="1" i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343836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9E723-174D-3151-F567-9FB6220A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377FA-6DD4-5680-B589-A0CDA59AD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Naive search (Brute force)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B99C8B-B213-25F9-AF99-341557EA1AE4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7, 4, 5, 9, 2, 3, 0, 1, 8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DFA3AF-8CE3-4B89-A2F1-EDF7071443A2}"/>
              </a:ext>
            </a:extLst>
          </p:cNvPr>
          <p:cNvSpPr txBox="1"/>
          <p:nvPr/>
        </p:nvSpPr>
        <p:spPr>
          <a:xfrm>
            <a:off x="838200" y="2084070"/>
            <a:ext cx="2491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Task: Find </a:t>
            </a:r>
            <a:r>
              <a:rPr lang="en-US" sz="3600" b="1" i="1" dirty="0"/>
              <a:t>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D134BC6-4605-713F-8333-68BB2B2E0FAE}"/>
              </a:ext>
            </a:extLst>
          </p:cNvPr>
          <p:cNvCxnSpPr/>
          <p:nvPr/>
        </p:nvCxnSpPr>
        <p:spPr>
          <a:xfrm>
            <a:off x="967388" y="3989070"/>
            <a:ext cx="273939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59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3D black question marks with one yellow question mark">
            <a:extLst>
              <a:ext uri="{FF2B5EF4-FFF2-40B4-BE49-F238E27FC236}">
                <a16:creationId xmlns:a16="http://schemas.microsoft.com/office/drawing/2014/main" id="{AF30B2C4-B71F-6C74-EE35-AB9BA06BF5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02" r="12834" b="1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62545B-FA82-7945-B9D7-8EC0130BE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5402" y="743447"/>
            <a:ext cx="3445765" cy="3692028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/>
              <a:t>Worst case scenario?</a:t>
            </a:r>
          </a:p>
        </p:txBody>
      </p:sp>
    </p:spTree>
    <p:extLst>
      <p:ext uri="{BB962C8B-B14F-4D97-AF65-F5344CB8AC3E}">
        <p14:creationId xmlns:p14="http://schemas.microsoft.com/office/powerpoint/2010/main" val="578284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B7D5C-D84F-D7AE-6F09-A918F6DDF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6B1A-63F5-444E-530A-EB5936A6A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C7FA68-0D00-F708-77FB-CCA06583FAD6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7, 4, 5, 9, 2, 3, 0, 1, 8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EBE49A-C0EC-3883-1A53-C6DFE87F11C3}"/>
              </a:ext>
            </a:extLst>
          </p:cNvPr>
          <p:cNvSpPr txBox="1"/>
          <p:nvPr/>
        </p:nvSpPr>
        <p:spPr>
          <a:xfrm>
            <a:off x="838200" y="2084070"/>
            <a:ext cx="2491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Task: Find </a:t>
            </a:r>
            <a:r>
              <a:rPr lang="en-US" sz="3600" b="1" i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23984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211E8-A945-8ABA-0C00-171C09349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A7425-881F-0096-37C2-37A9CA118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E56817-328F-5D9B-BBD2-376EA595BE03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0, 1, 2, 3, 4, 5, 7, 8, 9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73217-693D-AE2A-ACC2-AEAA50B347FB}"/>
              </a:ext>
            </a:extLst>
          </p:cNvPr>
          <p:cNvSpPr txBox="1"/>
          <p:nvPr/>
        </p:nvSpPr>
        <p:spPr>
          <a:xfrm>
            <a:off x="838200" y="2084070"/>
            <a:ext cx="4351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Step 1: Sort the input</a:t>
            </a:r>
            <a:endParaRPr lang="en-US" sz="3600" b="1" i="1" dirty="0"/>
          </a:p>
        </p:txBody>
      </p:sp>
    </p:spTree>
    <p:extLst>
      <p:ext uri="{BB962C8B-B14F-4D97-AF65-F5344CB8AC3E}">
        <p14:creationId xmlns:p14="http://schemas.microsoft.com/office/powerpoint/2010/main" val="4219411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B7E6F-304E-F5E4-01AF-784D094F3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D97D-3856-5D7C-F6A7-53B219768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EA3FB2-0E84-F625-C7B0-FC36B4C410C6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0, 1, 2, 3, 4, 5, 7, 8, 9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E41E3C-3ABB-D2E6-A51B-4D2016AE0855}"/>
              </a:ext>
            </a:extLst>
          </p:cNvPr>
          <p:cNvSpPr txBox="1"/>
          <p:nvPr/>
        </p:nvSpPr>
        <p:spPr>
          <a:xfrm>
            <a:off x="838200" y="2084070"/>
            <a:ext cx="5151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Step 2: Find the midpoint</a:t>
            </a:r>
            <a:endParaRPr lang="en-US" sz="3600" b="1" i="1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F847E72-5DC4-EC81-F3BA-CBA703EAC4E0}"/>
              </a:ext>
            </a:extLst>
          </p:cNvPr>
          <p:cNvCxnSpPr/>
          <p:nvPr/>
        </p:nvCxnSpPr>
        <p:spPr>
          <a:xfrm flipV="1">
            <a:off x="3383280" y="3954780"/>
            <a:ext cx="0" cy="960120"/>
          </a:xfrm>
          <a:prstGeom prst="straightConnector1">
            <a:avLst/>
          </a:prstGeom>
          <a:ln w="762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27876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7FC3C-5EAC-5358-F75C-8F26BA87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3FAF9-B01B-5E56-84EE-F85EC3CE2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8EB735-2032-B0D2-2256-14E26207800F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0, 1, 2, 3, 4, 5, 7, 8, 9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9EA579-8486-2FDF-58F4-DE3355A4C9C8}"/>
              </a:ext>
            </a:extLst>
          </p:cNvPr>
          <p:cNvSpPr txBox="1"/>
          <p:nvPr/>
        </p:nvSpPr>
        <p:spPr>
          <a:xfrm>
            <a:off x="838200" y="2084070"/>
            <a:ext cx="72085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Step 3: Cut the search space in half</a:t>
            </a:r>
            <a:endParaRPr lang="en-US" sz="3600" b="1" i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5BBBDB-289F-A61D-0C80-216A87E613AF}"/>
              </a:ext>
            </a:extLst>
          </p:cNvPr>
          <p:cNvSpPr/>
          <p:nvPr/>
        </p:nvSpPr>
        <p:spPr>
          <a:xfrm>
            <a:off x="2971800" y="3006090"/>
            <a:ext cx="3291840" cy="11215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4285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C6EAD-E249-4BC9-1326-D65F8188D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5BB4-25FC-A17E-DA57-25A34AC0A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F54CAE-0E82-0BD5-B07D-7CE32099A500}"/>
              </a:ext>
            </a:extLst>
          </p:cNvPr>
          <p:cNvSpPr txBox="1"/>
          <p:nvPr/>
        </p:nvSpPr>
        <p:spPr>
          <a:xfrm>
            <a:off x="838200" y="3185339"/>
            <a:ext cx="51155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0, 1, 2, 3, 4, 5, 7, 8, 9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E7BDA-4EDD-D192-A938-584E62FFD387}"/>
              </a:ext>
            </a:extLst>
          </p:cNvPr>
          <p:cNvSpPr txBox="1"/>
          <p:nvPr/>
        </p:nvSpPr>
        <p:spPr>
          <a:xfrm>
            <a:off x="838200" y="2084070"/>
            <a:ext cx="91906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Step 4: Repeat steps 1-3 until the key is found</a:t>
            </a:r>
            <a:endParaRPr lang="en-US" sz="3600" b="1" i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C923DF-6E61-21AC-650A-FF49E05B4165}"/>
              </a:ext>
            </a:extLst>
          </p:cNvPr>
          <p:cNvSpPr/>
          <p:nvPr/>
        </p:nvSpPr>
        <p:spPr>
          <a:xfrm>
            <a:off x="2971800" y="3006090"/>
            <a:ext cx="3291840" cy="11215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5164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9E720-8088-7095-1C39-34E08A49F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5F26A-7B98-F71C-B925-4DC62148F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447E8C-766C-B64F-1C7A-78A9D431682D}"/>
              </a:ext>
            </a:extLst>
          </p:cNvPr>
          <p:cNvSpPr txBox="1"/>
          <p:nvPr/>
        </p:nvSpPr>
        <p:spPr>
          <a:xfrm>
            <a:off x="980497" y="1963668"/>
            <a:ext cx="222208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0, 1, 2, 3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3211807-383F-2755-F90A-3BBEE0DCDBA0}"/>
              </a:ext>
            </a:extLst>
          </p:cNvPr>
          <p:cNvCxnSpPr/>
          <p:nvPr/>
        </p:nvCxnSpPr>
        <p:spPr>
          <a:xfrm flipV="1">
            <a:off x="2366010" y="2733109"/>
            <a:ext cx="0" cy="960120"/>
          </a:xfrm>
          <a:prstGeom prst="straightConnector1">
            <a:avLst/>
          </a:prstGeom>
          <a:ln w="762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8766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3720D-1E12-0501-9F6F-6DEC12254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5F6E5-1F4F-AC16-E957-B8BE661D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9E4FFE-3188-97EA-6368-6A5942B0EBD2}"/>
              </a:ext>
            </a:extLst>
          </p:cNvPr>
          <p:cNvSpPr txBox="1"/>
          <p:nvPr/>
        </p:nvSpPr>
        <p:spPr>
          <a:xfrm>
            <a:off x="980497" y="1963668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899600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close-up of a police car&#10;&#10;AI-generated content may be incorrect.">
            <a:extLst>
              <a:ext uri="{FF2B5EF4-FFF2-40B4-BE49-F238E27FC236}">
                <a16:creationId xmlns:a16="http://schemas.microsoft.com/office/drawing/2014/main" id="{E54D845E-755B-189D-5298-78FE4A6539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59" r="21466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5375CC-6D21-0F25-AF19-48A21DE71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F.Y.I - Watching security footage for stolen items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29CFEC-7BF4-2984-030E-7B81961406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15317" y="2743200"/>
                <a:ext cx="5247340" cy="3496878"/>
              </a:xfrm>
            </p:spPr>
            <p:txBody>
              <a:bodyPr anchor="ctr">
                <a:normAutofit/>
              </a:bodyPr>
              <a:lstStyle/>
              <a:p>
                <a:r>
                  <a:rPr lang="en-US" sz="2000" dirty="0"/>
                  <a:t>Binary search!</a:t>
                </a:r>
              </a:p>
              <a:p>
                <a:pPr lvl="1"/>
                <a:r>
                  <a:rPr lang="en-US" sz="2000" dirty="0"/>
                  <a:t>Start at the middle of the footage</a:t>
                </a:r>
              </a:p>
              <a:p>
                <a:pPr lvl="1"/>
                <a:r>
                  <a:rPr lang="en-US" sz="2000" dirty="0"/>
                  <a:t>If the item is present, move to the ¾ marker </a:t>
                </a:r>
              </a:p>
              <a:p>
                <a:pPr lvl="1"/>
                <a:r>
                  <a:rPr lang="en-US" sz="2000" dirty="0"/>
                  <a:t>If not, move to the ¼ marker</a:t>
                </a:r>
              </a:p>
              <a:p>
                <a:pPr lvl="1"/>
                <a:r>
                  <a:rPr lang="en-US" sz="2000" dirty="0"/>
                  <a:t>You will find the exact time the item was stolen in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i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sz="2000" i="1" dirty="0"/>
                  <a:t> </a:t>
                </a:r>
                <a:r>
                  <a:rPr lang="en-US" sz="2000" dirty="0"/>
                  <a:t>time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29CFEC-7BF4-2984-030E-7B81961406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15317" y="2743200"/>
                <a:ext cx="5247340" cy="3496878"/>
              </a:xfrm>
              <a:blipFill>
                <a:blip r:embed="rId3"/>
                <a:stretch>
                  <a:fillRect l="-1045" r="-16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67877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1227EE-25B4-0F14-DFDC-A1D1C24FC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But how quickly can we sort?</a:t>
            </a:r>
          </a:p>
        </p:txBody>
      </p:sp>
      <p:pic>
        <p:nvPicPr>
          <p:cNvPr id="7" name="Graphic 6" descr="Filter">
            <a:extLst>
              <a:ext uri="{FF2B5EF4-FFF2-40B4-BE49-F238E27FC236}">
                <a16:creationId xmlns:a16="http://schemas.microsoft.com/office/drawing/2014/main" id="{2F16D16F-1E07-343A-EF3C-1AAD569865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Filter">
            <a:extLst>
              <a:ext uri="{FF2B5EF4-FFF2-40B4-BE49-F238E27FC236}">
                <a16:creationId xmlns:a16="http://schemas.microsoft.com/office/drawing/2014/main" id="{6EBD0C25-7CDC-4E1A-A36E-B867B70E0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33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2D0B3-5596-88D8-6F9A-B298FA60F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Different approaches to sorting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12205019-A041-BE92-3FB0-B5CAF9A97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19377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8A7ED9-5759-852F-2D35-34F6AB36BA6A}"/>
              </a:ext>
            </a:extLst>
          </p:cNvPr>
          <p:cNvSpPr txBox="1"/>
          <p:nvPr/>
        </p:nvSpPr>
        <p:spPr>
          <a:xfrm>
            <a:off x="4686436" y="6071140"/>
            <a:ext cx="68569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 more: </a:t>
            </a:r>
            <a:r>
              <a:rPr lang="en-US" dirty="0">
                <a:hlinkClick r:id="rId7"/>
              </a:rPr>
              <a:t>https://www.geeksforgeeks.org/dsa/sorting-algorithms/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407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D29E054-AAF9-23D8-936D-FA9E5534A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108049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61CE3DE-41AA-6866-97ED-4FB5B46061A2}"/>
              </a:ext>
            </a:extLst>
          </p:cNvPr>
          <p:cNvSpPr txBox="1"/>
          <p:nvPr/>
        </p:nvSpPr>
        <p:spPr>
          <a:xfrm>
            <a:off x="1074420" y="788670"/>
            <a:ext cx="21541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Stability</a:t>
            </a:r>
          </a:p>
        </p:txBody>
      </p:sp>
    </p:spTree>
    <p:extLst>
      <p:ext uri="{BB962C8B-B14F-4D97-AF65-F5344CB8AC3E}">
        <p14:creationId xmlns:p14="http://schemas.microsoft.com/office/powerpoint/2010/main" val="12226028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chart with a blue arrow and green rectangles&#10;&#10;AI-generated content may be incorrect.">
            <a:extLst>
              <a:ext uri="{FF2B5EF4-FFF2-40B4-BE49-F238E27FC236}">
                <a16:creationId xmlns:a16="http://schemas.microsoft.com/office/drawing/2014/main" id="{E4F22628-2900-78BD-4264-B18143F987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363955"/>
            <a:ext cx="10905066" cy="4130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4968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1C898B-2FAE-16B4-BA19-96A525FC7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0414" y="640080"/>
            <a:ext cx="4758458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/>
              <a:t>Comparison based sorting</a:t>
            </a:r>
          </a:p>
        </p:txBody>
      </p:sp>
      <p:pic>
        <p:nvPicPr>
          <p:cNvPr id="4" name="Picture 3" descr="A digital balance scale using circles">
            <a:extLst>
              <a:ext uri="{FF2B5EF4-FFF2-40B4-BE49-F238E27FC236}">
                <a16:creationId xmlns:a16="http://schemas.microsoft.com/office/drawing/2014/main" id="{CA1F2EF5-3841-44B7-D68E-341473EED8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367" r="21749" b="1"/>
          <a:stretch>
            <a:fillRect/>
          </a:stretch>
        </p:blipFill>
        <p:spPr>
          <a:xfrm>
            <a:off x="20" y="10"/>
            <a:ext cx="6108141" cy="6857990"/>
          </a:xfrm>
          <a:custGeom>
            <a:avLst/>
            <a:gdLst/>
            <a:ahLst/>
            <a:cxnLst/>
            <a:rect l="l" t="t" r="r" b="b"/>
            <a:pathLst>
              <a:path w="6108161" h="6858000">
                <a:moveTo>
                  <a:pt x="0" y="0"/>
                </a:moveTo>
                <a:lnTo>
                  <a:pt x="2058355" y="0"/>
                </a:lnTo>
                <a:lnTo>
                  <a:pt x="3299791" y="0"/>
                </a:lnTo>
                <a:lnTo>
                  <a:pt x="6076880" y="0"/>
                </a:lnTo>
                <a:lnTo>
                  <a:pt x="6078171" y="10931"/>
                </a:lnTo>
                <a:cubicBezTo>
                  <a:pt x="6093300" y="94836"/>
                  <a:pt x="6090630" y="179884"/>
                  <a:pt x="6094698" y="264297"/>
                </a:cubicBezTo>
                <a:cubicBezTo>
                  <a:pt x="6099656" y="367652"/>
                  <a:pt x="6093427" y="471135"/>
                  <a:pt x="6091266" y="574617"/>
                </a:cubicBezTo>
                <a:cubicBezTo>
                  <a:pt x="6089359" y="662717"/>
                  <a:pt x="6080587" y="750690"/>
                  <a:pt x="6083384" y="838916"/>
                </a:cubicBezTo>
                <a:cubicBezTo>
                  <a:pt x="6083384" y="841968"/>
                  <a:pt x="6083384" y="845019"/>
                  <a:pt x="6083384" y="848070"/>
                </a:cubicBezTo>
                <a:cubicBezTo>
                  <a:pt x="6075375" y="945068"/>
                  <a:pt x="6075375" y="1042576"/>
                  <a:pt x="6083384" y="1139574"/>
                </a:cubicBezTo>
                <a:cubicBezTo>
                  <a:pt x="6085964" y="1179950"/>
                  <a:pt x="6085240" y="1220466"/>
                  <a:pt x="6081223" y="1260728"/>
                </a:cubicBezTo>
                <a:cubicBezTo>
                  <a:pt x="6077409" y="1311960"/>
                  <a:pt x="6065204" y="1364083"/>
                  <a:pt x="6073976" y="1414934"/>
                </a:cubicBezTo>
                <a:cubicBezTo>
                  <a:pt x="6079722" y="1456784"/>
                  <a:pt x="6082913" y="1498940"/>
                  <a:pt x="6083511" y="1541172"/>
                </a:cubicBezTo>
                <a:cubicBezTo>
                  <a:pt x="6087833" y="1635755"/>
                  <a:pt x="6083638" y="1730847"/>
                  <a:pt x="6082112" y="1825685"/>
                </a:cubicBezTo>
                <a:cubicBezTo>
                  <a:pt x="6080205" y="1936286"/>
                  <a:pt x="6083002" y="2046634"/>
                  <a:pt x="6074103" y="2157235"/>
                </a:cubicBezTo>
                <a:cubicBezTo>
                  <a:pt x="6069145" y="2246581"/>
                  <a:pt x="6069145" y="2336130"/>
                  <a:pt x="6074103" y="2425476"/>
                </a:cubicBezTo>
                <a:cubicBezTo>
                  <a:pt x="6076519" y="2507473"/>
                  <a:pt x="6088850" y="2588454"/>
                  <a:pt x="6086816" y="2671214"/>
                </a:cubicBezTo>
                <a:cubicBezTo>
                  <a:pt x="6084401" y="2767832"/>
                  <a:pt x="6072959" y="2863940"/>
                  <a:pt x="6076519" y="2960685"/>
                </a:cubicBezTo>
                <a:cubicBezTo>
                  <a:pt x="6078171" y="3006832"/>
                  <a:pt x="6078299" y="3052980"/>
                  <a:pt x="6079316" y="3099127"/>
                </a:cubicBezTo>
                <a:cubicBezTo>
                  <a:pt x="6080333" y="3154682"/>
                  <a:pt x="6090376" y="3210110"/>
                  <a:pt x="6084782" y="3265665"/>
                </a:cubicBezTo>
                <a:cubicBezTo>
                  <a:pt x="6075502" y="3358087"/>
                  <a:pt x="6051475" y="3448857"/>
                  <a:pt x="6066476" y="3543567"/>
                </a:cubicBezTo>
                <a:cubicBezTo>
                  <a:pt x="6074739" y="3595690"/>
                  <a:pt x="6084146" y="3647940"/>
                  <a:pt x="6088850" y="3700571"/>
                </a:cubicBezTo>
                <a:cubicBezTo>
                  <a:pt x="6093045" y="3747608"/>
                  <a:pt x="6103724" y="3795408"/>
                  <a:pt x="6095588" y="3842191"/>
                </a:cubicBezTo>
                <a:cubicBezTo>
                  <a:pt x="6088723" y="3882237"/>
                  <a:pt x="6092410" y="3922282"/>
                  <a:pt x="6087070" y="3962327"/>
                </a:cubicBezTo>
                <a:cubicBezTo>
                  <a:pt x="6080078" y="4014831"/>
                  <a:pt x="6076265" y="4068352"/>
                  <a:pt x="6071052" y="4121111"/>
                </a:cubicBezTo>
                <a:cubicBezTo>
                  <a:pt x="6066221" y="4169038"/>
                  <a:pt x="6062662" y="4216838"/>
                  <a:pt x="6075375" y="4261841"/>
                </a:cubicBezTo>
                <a:cubicBezTo>
                  <a:pt x="6106394" y="4375112"/>
                  <a:pt x="6089359" y="4487748"/>
                  <a:pt x="6077663" y="4600257"/>
                </a:cubicBezTo>
                <a:cubicBezTo>
                  <a:pt x="6071942" y="4655049"/>
                  <a:pt x="6063552" y="4712765"/>
                  <a:pt x="6076265" y="4762853"/>
                </a:cubicBezTo>
                <a:cubicBezTo>
                  <a:pt x="6099783" y="4851716"/>
                  <a:pt x="6081350" y="4936764"/>
                  <a:pt x="6071179" y="5021432"/>
                </a:cubicBezTo>
                <a:cubicBezTo>
                  <a:pt x="6061009" y="5106099"/>
                  <a:pt x="6058594" y="5189495"/>
                  <a:pt x="6076392" y="5272637"/>
                </a:cubicBezTo>
                <a:cubicBezTo>
                  <a:pt x="6088850" y="5331116"/>
                  <a:pt x="6088850" y="5390612"/>
                  <a:pt x="6090376" y="5449600"/>
                </a:cubicBezTo>
                <a:cubicBezTo>
                  <a:pt x="6091266" y="5486339"/>
                  <a:pt x="6077663" y="5523842"/>
                  <a:pt x="6068637" y="5560582"/>
                </a:cubicBezTo>
                <a:cubicBezTo>
                  <a:pt x="6052364" y="5626943"/>
                  <a:pt x="6046517" y="5694321"/>
                  <a:pt x="6068637" y="5759029"/>
                </a:cubicBezTo>
                <a:cubicBezTo>
                  <a:pt x="6099148" y="5848655"/>
                  <a:pt x="6116691" y="5938407"/>
                  <a:pt x="6103978" y="6033117"/>
                </a:cubicBezTo>
                <a:cubicBezTo>
                  <a:pt x="6096732" y="6091724"/>
                  <a:pt x="6094952" y="6151347"/>
                  <a:pt x="6084019" y="6209190"/>
                </a:cubicBezTo>
                <a:cubicBezTo>
                  <a:pt x="6065713" y="6304790"/>
                  <a:pt x="6072196" y="6399882"/>
                  <a:pt x="6086816" y="6494211"/>
                </a:cubicBezTo>
                <a:cubicBezTo>
                  <a:pt x="6096897" y="6573081"/>
                  <a:pt x="6097965" y="6652829"/>
                  <a:pt x="6089994" y="6731941"/>
                </a:cubicBezTo>
                <a:lnTo>
                  <a:pt x="6081268" y="6858000"/>
                </a:lnTo>
                <a:lnTo>
                  <a:pt x="3299791" y="6858000"/>
                </a:lnTo>
                <a:lnTo>
                  <a:pt x="205835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0" name="sketchy line">
            <a:extLst>
              <a:ext uri="{FF2B5EF4-FFF2-40B4-BE49-F238E27FC236}">
                <a16:creationId xmlns:a16="http://schemas.microsoft.com/office/drawing/2014/main" id="{82580482-BA80-420A-8A05-C58E97F2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01142" y="4409267"/>
            <a:ext cx="4242816" cy="18288"/>
          </a:xfrm>
          <a:custGeom>
            <a:avLst/>
            <a:gdLst>
              <a:gd name="connsiteX0" fmla="*/ 0 w 4242816"/>
              <a:gd name="connsiteY0" fmla="*/ 0 h 18288"/>
              <a:gd name="connsiteX1" fmla="*/ 690973 w 4242816"/>
              <a:gd name="connsiteY1" fmla="*/ 0 h 18288"/>
              <a:gd name="connsiteX2" fmla="*/ 1212233 w 4242816"/>
              <a:gd name="connsiteY2" fmla="*/ 0 h 18288"/>
              <a:gd name="connsiteX3" fmla="*/ 1860778 w 4242816"/>
              <a:gd name="connsiteY3" fmla="*/ 0 h 18288"/>
              <a:gd name="connsiteX4" fmla="*/ 2424466 w 4242816"/>
              <a:gd name="connsiteY4" fmla="*/ 0 h 18288"/>
              <a:gd name="connsiteX5" fmla="*/ 3115439 w 4242816"/>
              <a:gd name="connsiteY5" fmla="*/ 0 h 18288"/>
              <a:gd name="connsiteX6" fmla="*/ 3636699 w 4242816"/>
              <a:gd name="connsiteY6" fmla="*/ 0 h 18288"/>
              <a:gd name="connsiteX7" fmla="*/ 4242816 w 4242816"/>
              <a:gd name="connsiteY7" fmla="*/ 0 h 18288"/>
              <a:gd name="connsiteX8" fmla="*/ 4242816 w 4242816"/>
              <a:gd name="connsiteY8" fmla="*/ 18288 h 18288"/>
              <a:gd name="connsiteX9" fmla="*/ 3636699 w 4242816"/>
              <a:gd name="connsiteY9" fmla="*/ 18288 h 18288"/>
              <a:gd name="connsiteX10" fmla="*/ 3030583 w 4242816"/>
              <a:gd name="connsiteY10" fmla="*/ 18288 h 18288"/>
              <a:gd name="connsiteX11" fmla="*/ 2466894 w 4242816"/>
              <a:gd name="connsiteY11" fmla="*/ 18288 h 18288"/>
              <a:gd name="connsiteX12" fmla="*/ 1988062 w 4242816"/>
              <a:gd name="connsiteY12" fmla="*/ 18288 h 18288"/>
              <a:gd name="connsiteX13" fmla="*/ 1466802 w 4242816"/>
              <a:gd name="connsiteY13" fmla="*/ 18288 h 18288"/>
              <a:gd name="connsiteX14" fmla="*/ 860686 w 4242816"/>
              <a:gd name="connsiteY14" fmla="*/ 18288 h 18288"/>
              <a:gd name="connsiteX15" fmla="*/ 0 w 4242816"/>
              <a:gd name="connsiteY15" fmla="*/ 18288 h 18288"/>
              <a:gd name="connsiteX16" fmla="*/ 0 w 4242816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2816" h="18288" fill="none" extrusionOk="0">
                <a:moveTo>
                  <a:pt x="0" y="0"/>
                </a:moveTo>
                <a:cubicBezTo>
                  <a:pt x="249934" y="1471"/>
                  <a:pt x="379877" y="-29444"/>
                  <a:pt x="690973" y="0"/>
                </a:cubicBezTo>
                <a:cubicBezTo>
                  <a:pt x="1002069" y="29444"/>
                  <a:pt x="1021583" y="17501"/>
                  <a:pt x="1212233" y="0"/>
                </a:cubicBezTo>
                <a:cubicBezTo>
                  <a:pt x="1402883" y="-17501"/>
                  <a:pt x="1678760" y="5386"/>
                  <a:pt x="1860778" y="0"/>
                </a:cubicBezTo>
                <a:cubicBezTo>
                  <a:pt x="2042796" y="-5386"/>
                  <a:pt x="2245608" y="-22401"/>
                  <a:pt x="2424466" y="0"/>
                </a:cubicBezTo>
                <a:cubicBezTo>
                  <a:pt x="2603324" y="22401"/>
                  <a:pt x="2890020" y="33806"/>
                  <a:pt x="3115439" y="0"/>
                </a:cubicBezTo>
                <a:cubicBezTo>
                  <a:pt x="3340858" y="-33806"/>
                  <a:pt x="3428300" y="18628"/>
                  <a:pt x="3636699" y="0"/>
                </a:cubicBezTo>
                <a:cubicBezTo>
                  <a:pt x="3845098" y="-18628"/>
                  <a:pt x="4108824" y="5541"/>
                  <a:pt x="4242816" y="0"/>
                </a:cubicBezTo>
                <a:cubicBezTo>
                  <a:pt x="4242066" y="4160"/>
                  <a:pt x="4243125" y="10356"/>
                  <a:pt x="4242816" y="18288"/>
                </a:cubicBezTo>
                <a:cubicBezTo>
                  <a:pt x="4113424" y="32735"/>
                  <a:pt x="3768327" y="47567"/>
                  <a:pt x="3636699" y="18288"/>
                </a:cubicBezTo>
                <a:cubicBezTo>
                  <a:pt x="3505071" y="-10991"/>
                  <a:pt x="3294208" y="-4990"/>
                  <a:pt x="3030583" y="18288"/>
                </a:cubicBezTo>
                <a:cubicBezTo>
                  <a:pt x="2766958" y="41566"/>
                  <a:pt x="2649277" y="20974"/>
                  <a:pt x="2466894" y="18288"/>
                </a:cubicBezTo>
                <a:cubicBezTo>
                  <a:pt x="2284511" y="15602"/>
                  <a:pt x="2151277" y="1154"/>
                  <a:pt x="1988062" y="18288"/>
                </a:cubicBezTo>
                <a:cubicBezTo>
                  <a:pt x="1824847" y="35422"/>
                  <a:pt x="1691359" y="9265"/>
                  <a:pt x="1466802" y="18288"/>
                </a:cubicBezTo>
                <a:cubicBezTo>
                  <a:pt x="1242245" y="27311"/>
                  <a:pt x="1006161" y="36605"/>
                  <a:pt x="860686" y="18288"/>
                </a:cubicBezTo>
                <a:cubicBezTo>
                  <a:pt x="715211" y="-29"/>
                  <a:pt x="242774" y="46538"/>
                  <a:pt x="0" y="18288"/>
                </a:cubicBezTo>
                <a:cubicBezTo>
                  <a:pt x="-146" y="11482"/>
                  <a:pt x="-422" y="5192"/>
                  <a:pt x="0" y="0"/>
                </a:cubicBezTo>
                <a:close/>
              </a:path>
              <a:path w="4242816" h="18288" stroke="0" extrusionOk="0">
                <a:moveTo>
                  <a:pt x="0" y="0"/>
                </a:moveTo>
                <a:cubicBezTo>
                  <a:pt x="259751" y="-14018"/>
                  <a:pt x="356632" y="-15007"/>
                  <a:pt x="521260" y="0"/>
                </a:cubicBezTo>
                <a:cubicBezTo>
                  <a:pt x="685888" y="15007"/>
                  <a:pt x="885786" y="5167"/>
                  <a:pt x="1212233" y="0"/>
                </a:cubicBezTo>
                <a:cubicBezTo>
                  <a:pt x="1538680" y="-5167"/>
                  <a:pt x="1458849" y="7951"/>
                  <a:pt x="1691065" y="0"/>
                </a:cubicBezTo>
                <a:cubicBezTo>
                  <a:pt x="1923281" y="-7951"/>
                  <a:pt x="1985780" y="-16303"/>
                  <a:pt x="2169897" y="0"/>
                </a:cubicBezTo>
                <a:cubicBezTo>
                  <a:pt x="2354014" y="16303"/>
                  <a:pt x="2633054" y="-2739"/>
                  <a:pt x="2776014" y="0"/>
                </a:cubicBezTo>
                <a:cubicBezTo>
                  <a:pt x="2918974" y="2739"/>
                  <a:pt x="3112688" y="-15682"/>
                  <a:pt x="3339702" y="0"/>
                </a:cubicBezTo>
                <a:cubicBezTo>
                  <a:pt x="3566716" y="15682"/>
                  <a:pt x="4015278" y="-28467"/>
                  <a:pt x="4242816" y="0"/>
                </a:cubicBezTo>
                <a:cubicBezTo>
                  <a:pt x="4243501" y="7633"/>
                  <a:pt x="4242294" y="10002"/>
                  <a:pt x="4242816" y="18288"/>
                </a:cubicBezTo>
                <a:cubicBezTo>
                  <a:pt x="3924964" y="16283"/>
                  <a:pt x="3746362" y="-1805"/>
                  <a:pt x="3551843" y="18288"/>
                </a:cubicBezTo>
                <a:cubicBezTo>
                  <a:pt x="3357324" y="38381"/>
                  <a:pt x="3126422" y="47156"/>
                  <a:pt x="2860870" y="18288"/>
                </a:cubicBezTo>
                <a:cubicBezTo>
                  <a:pt x="2595318" y="-10580"/>
                  <a:pt x="2572437" y="11441"/>
                  <a:pt x="2297182" y="18288"/>
                </a:cubicBezTo>
                <a:cubicBezTo>
                  <a:pt x="2021927" y="25135"/>
                  <a:pt x="1916908" y="33601"/>
                  <a:pt x="1733493" y="18288"/>
                </a:cubicBezTo>
                <a:cubicBezTo>
                  <a:pt x="1550078" y="2975"/>
                  <a:pt x="1412440" y="27896"/>
                  <a:pt x="1212233" y="18288"/>
                </a:cubicBezTo>
                <a:cubicBezTo>
                  <a:pt x="1012026" y="8680"/>
                  <a:pt x="914386" y="13859"/>
                  <a:pt x="648545" y="18288"/>
                </a:cubicBezTo>
                <a:cubicBezTo>
                  <a:pt x="382704" y="22717"/>
                  <a:pt x="233522" y="39342"/>
                  <a:pt x="0" y="18288"/>
                </a:cubicBezTo>
                <a:cubicBezTo>
                  <a:pt x="-772" y="13661"/>
                  <a:pt x="-839" y="849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5530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0B22CF-E1AC-AC11-32FE-628191198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We have already seen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0A9916CE-75F4-588B-DA9E-94BEF2F667B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03795263"/>
                  </p:ext>
                </p:extLst>
              </p:nvPr>
            </p:nvGraphicFramePr>
            <p:xfrm>
              <a:off x="4905052" y="750440"/>
              <a:ext cx="6666833" cy="54539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0A9916CE-75F4-588B-DA9E-94BEF2F667B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03795263"/>
                  </p:ext>
                </p:extLst>
              </p:nvPr>
            </p:nvGraphicFramePr>
            <p:xfrm>
              <a:off x="4905052" y="750440"/>
              <a:ext cx="6666833" cy="54539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731861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73499-6C2E-E4B1-4987-F9028A3DD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 – F.Y.I</a:t>
            </a:r>
          </a:p>
        </p:txBody>
      </p:sp>
      <p:pic>
        <p:nvPicPr>
          <p:cNvPr id="5" name="Content Placeholder 4" descr="A close-up of a white background&#10;&#10;AI-generated content may be incorrect.">
            <a:extLst>
              <a:ext uri="{FF2B5EF4-FFF2-40B4-BE49-F238E27FC236}">
                <a16:creationId xmlns:a16="http://schemas.microsoft.com/office/drawing/2014/main" id="{765B6117-F63B-B5C5-E05F-F4EEA5E33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20979"/>
            <a:ext cx="10515600" cy="3760630"/>
          </a:xfrm>
        </p:spPr>
      </p:pic>
    </p:spTree>
    <p:extLst>
      <p:ext uri="{BB962C8B-B14F-4D97-AF65-F5344CB8AC3E}">
        <p14:creationId xmlns:p14="http://schemas.microsoft.com/office/powerpoint/2010/main" val="29312150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F5BFD-4AD3-6CD0-4086-7BC3CB8A4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– F.Y.I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954BB658-86D2-E436-0DD8-E5FBEF4404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782129"/>
            <a:ext cx="11052151" cy="3653818"/>
          </a:xfrm>
        </p:spPr>
      </p:pic>
    </p:spTree>
    <p:extLst>
      <p:ext uri="{BB962C8B-B14F-4D97-AF65-F5344CB8AC3E}">
        <p14:creationId xmlns:p14="http://schemas.microsoft.com/office/powerpoint/2010/main" val="30032572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A59C2-BD5E-5BF2-0543-647A689F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04324B-C51A-229D-587D-01A3F3466E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64154" y="81365"/>
            <a:ext cx="6663691" cy="6776635"/>
          </a:xfrm>
        </p:spPr>
      </p:pic>
    </p:spTree>
    <p:extLst>
      <p:ext uri="{BB962C8B-B14F-4D97-AF65-F5344CB8AC3E}">
        <p14:creationId xmlns:p14="http://schemas.microsoft.com/office/powerpoint/2010/main" val="33454105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CB3D7F-930B-2300-EA90-D04EDB32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000"/>
              <a:t>Characteristics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900F66F-0185-17D7-E8BE-69ED95ECA0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2020284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101159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3F2AEE-CF60-6415-A068-C5B5975A6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1" y="1008993"/>
            <a:ext cx="9231410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1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Heapsort</a:t>
            </a:r>
          </a:p>
        </p:txBody>
      </p:sp>
    </p:spTree>
    <p:extLst>
      <p:ext uri="{BB962C8B-B14F-4D97-AF65-F5344CB8AC3E}">
        <p14:creationId xmlns:p14="http://schemas.microsoft.com/office/powerpoint/2010/main" val="3874492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C001A9-3FFC-92E7-3FA0-751F3B78D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3796306" cy="2690949"/>
          </a:xfrm>
        </p:spPr>
        <p:txBody>
          <a:bodyPr anchor="t">
            <a:normAutofit/>
          </a:bodyPr>
          <a:lstStyle/>
          <a:p>
            <a:r>
              <a:rPr lang="en-US" sz="4800" dirty="0"/>
              <a:t>Heapsort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B11697-7263-2489-3461-0DF7D49A43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56218" y="1463039"/>
                <a:ext cx="5542387" cy="4300447"/>
              </a:xfrm>
            </p:spPr>
            <p:txBody>
              <a:bodyPr anchor="t">
                <a:normAutofit/>
              </a:bodyPr>
              <a:lstStyle/>
              <a:p>
                <a:r>
                  <a:rPr lang="en-US" sz="3200" dirty="0"/>
                  <a:t>Unstable</a:t>
                </a:r>
              </a:p>
              <a:p>
                <a:r>
                  <a:rPr lang="en-US" sz="3200" dirty="0"/>
                  <a:t>Fast – O(</a:t>
                </a:r>
                <a14:m>
                  <m:oMath xmlns:m="http://schemas.openxmlformats.org/officeDocument/2006/math">
                    <m:r>
                      <a:rPr lang="en-US" sz="3200" b="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b="0" i="1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3200" b="0" i="1">
                        <a:latin typeface="Cambria Math" panose="02040503050406030204" pitchFamily="18" charset="0"/>
                      </a:rPr>
                      <m:t>𝑙𝑜𝑔</m:t>
                    </m:r>
                    <m:r>
                      <a:rPr lang="en-US" sz="32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)</a:t>
                </a:r>
              </a:p>
              <a:p>
                <a:r>
                  <a:rPr lang="en-US" sz="3200" dirty="0"/>
                  <a:t>Does not use extra memory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B11697-7263-2489-3461-0DF7D49A43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56218" y="1463039"/>
                <a:ext cx="5542387" cy="4300447"/>
              </a:xfrm>
              <a:blipFill>
                <a:blip r:embed="rId2"/>
                <a:stretch>
                  <a:fillRect l="-2530" t="-2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56967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number in a row&#10;&#10;AI-generated content may be incorrect.">
            <a:extLst>
              <a:ext uri="{FF2B5EF4-FFF2-40B4-BE49-F238E27FC236}">
                <a16:creationId xmlns:a16="http://schemas.microsoft.com/office/drawing/2014/main" id="{EDF2404F-36D0-578D-93B9-A67F33EDFE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5472" y="1603630"/>
            <a:ext cx="9041055" cy="264426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D1C582-85EC-0DF2-42BA-9DB33A29E87C}"/>
              </a:ext>
            </a:extLst>
          </p:cNvPr>
          <p:cNvSpPr txBox="1"/>
          <p:nvPr/>
        </p:nvSpPr>
        <p:spPr>
          <a:xfrm>
            <a:off x="2926080" y="5143500"/>
            <a:ext cx="5692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3"/>
              </a:rPr>
              <a:t>https://www.interviewcake.com/concept/java/heapsort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18245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tree&#10;&#10;AI-generated content may be incorrect.">
            <a:extLst>
              <a:ext uri="{FF2B5EF4-FFF2-40B4-BE49-F238E27FC236}">
                <a16:creationId xmlns:a16="http://schemas.microsoft.com/office/drawing/2014/main" id="{322F7935-AC6A-5598-C52F-58A775EEB0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8741" y="734853"/>
            <a:ext cx="7854517" cy="5388293"/>
          </a:xfrm>
        </p:spPr>
      </p:pic>
    </p:spTree>
    <p:extLst>
      <p:ext uri="{BB962C8B-B14F-4D97-AF65-F5344CB8AC3E}">
        <p14:creationId xmlns:p14="http://schemas.microsoft.com/office/powerpoint/2010/main" val="26607691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FEFDA-8D32-A23F-DD9D-ED3DD1CBF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BF6571-9EFE-82C3-AF01-28D82A5914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4894779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A508B-C51E-E0F8-7035-39FF8850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E95D3D-2AF7-A03A-57ED-90623A773C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323126"/>
            <a:ext cx="8290166" cy="6211748"/>
          </a:xfrm>
        </p:spPr>
      </p:pic>
    </p:spTree>
    <p:extLst>
      <p:ext uri="{BB962C8B-B14F-4D97-AF65-F5344CB8AC3E}">
        <p14:creationId xmlns:p14="http://schemas.microsoft.com/office/powerpoint/2010/main" val="40146239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2F344-E226-06D2-C318-559F63836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D7AB72-3A0B-DF93-E72C-4D4340D9A0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323126"/>
            <a:ext cx="8290166" cy="6211748"/>
          </a:xfrm>
        </p:spPr>
      </p:pic>
    </p:spTree>
    <p:extLst>
      <p:ext uri="{BB962C8B-B14F-4D97-AF65-F5344CB8AC3E}">
        <p14:creationId xmlns:p14="http://schemas.microsoft.com/office/powerpoint/2010/main" val="4771188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8A116-DD44-4763-EB5C-B89C4932A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1D71EDE-56ED-793D-B52A-78F9C656F2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161563"/>
            <a:ext cx="8290166" cy="6534874"/>
          </a:xfrm>
        </p:spPr>
      </p:pic>
    </p:spTree>
    <p:extLst>
      <p:ext uri="{BB962C8B-B14F-4D97-AF65-F5344CB8AC3E}">
        <p14:creationId xmlns:p14="http://schemas.microsoft.com/office/powerpoint/2010/main" val="10813127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B5733-7457-8E0E-A3C6-A4C312B51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218D72-699D-208D-728E-83DE1AFB84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194310"/>
            <a:ext cx="8290166" cy="6340564"/>
          </a:xfrm>
        </p:spPr>
      </p:pic>
    </p:spTree>
    <p:extLst>
      <p:ext uri="{BB962C8B-B14F-4D97-AF65-F5344CB8AC3E}">
        <p14:creationId xmlns:p14="http://schemas.microsoft.com/office/powerpoint/2010/main" val="22016132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9304D-D1D2-0FCC-53DE-54D97CB29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4A2703-83D7-3250-E821-C9C5E29027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</p:spTree>
    <p:extLst>
      <p:ext uri="{BB962C8B-B14F-4D97-AF65-F5344CB8AC3E}">
        <p14:creationId xmlns:p14="http://schemas.microsoft.com/office/powerpoint/2010/main" val="2688949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56B53-6D05-5BA8-DA7D-019D535F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54AD74F-082A-C3A5-D068-421EE199B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</p:spTree>
    <p:extLst>
      <p:ext uri="{BB962C8B-B14F-4D97-AF65-F5344CB8AC3E}">
        <p14:creationId xmlns:p14="http://schemas.microsoft.com/office/powerpoint/2010/main" val="4934991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0E0DE-9495-FFAD-A41F-F667A1A7B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01EC9B-7C48-D4B7-4D6F-C0E1CD3990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</p:spTree>
    <p:extLst>
      <p:ext uri="{BB962C8B-B14F-4D97-AF65-F5344CB8AC3E}">
        <p14:creationId xmlns:p14="http://schemas.microsoft.com/office/powerpoint/2010/main" val="14589712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6F05A-2387-9E8D-C0F1-C213A53F2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78ABD0E-6593-89D3-75C4-DF10AF3242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</p:spTree>
    <p:extLst>
      <p:ext uri="{BB962C8B-B14F-4D97-AF65-F5344CB8AC3E}">
        <p14:creationId xmlns:p14="http://schemas.microsoft.com/office/powerpoint/2010/main" val="26530315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CA392-3CD0-39F8-1310-2C982474A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AC53CAB-7106-D037-3772-84EE2540B8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</p:spTree>
    <p:extLst>
      <p:ext uri="{BB962C8B-B14F-4D97-AF65-F5344CB8AC3E}">
        <p14:creationId xmlns:p14="http://schemas.microsoft.com/office/powerpoint/2010/main" val="10909822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C2426-8D50-4A5B-9F28-E7417D60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can guess the rest…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CC011-29AD-25B5-7FF9-EFB40C338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https://www.interviewcake.com/concept/java/heapsort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7813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FB461-3E7E-F25E-53D9-C47C6144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E9580D-5F28-2E24-BC97-45D5130DA8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Building the initial heap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E9580D-5F28-2E24-BC97-45D5130DA8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1291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9BE4E-287F-96EC-43C9-6D645D051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57763-E97C-DEB7-8E09-3219B00D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D3EC3B-FE5F-7038-9494-0BD1AAE5D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Building the initial heap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Deleting from a heap -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D3EC3B-FE5F-7038-9494-0BD1AAE5D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7833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CF288-44CE-B71B-4D8A-F91D81E3E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69B94-A7E4-DD3C-0C36-6FFF4D043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4C9C7D-C214-241B-C239-90EA7488F2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Building the initial heap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Deleting from a heap -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N elements – N deletions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4C9C7D-C214-241B-C239-90EA7488F2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63642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0DB0D-8CDC-C069-4E5A-EB459A001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890" y="-12201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The fastest sorting algorithm in the west?</a:t>
            </a:r>
          </a:p>
        </p:txBody>
      </p:sp>
      <p:pic>
        <p:nvPicPr>
          <p:cNvPr id="5" name="Content Placeholder 4" descr="A person in a cowboy hat pointing an object&#10;&#10;AI-generated content may be incorrect.">
            <a:extLst>
              <a:ext uri="{FF2B5EF4-FFF2-40B4-BE49-F238E27FC236}">
                <a16:creationId xmlns:a16="http://schemas.microsoft.com/office/drawing/2014/main" id="{D79B97B1-A5C2-826F-E3B5-D0FE61E80B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766" y="902970"/>
            <a:ext cx="10168467" cy="5719763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05F104-790B-F8AA-E25E-1B9C7641D9AE}"/>
              </a:ext>
            </a:extLst>
          </p:cNvPr>
          <p:cNvSpPr txBox="1"/>
          <p:nvPr/>
        </p:nvSpPr>
        <p:spPr>
          <a:xfrm rot="251262">
            <a:off x="5911686" y="1629340"/>
            <a:ext cx="2452916" cy="769441"/>
          </a:xfrm>
          <a:prstGeom prst="rect">
            <a:avLst/>
          </a:prstGeom>
          <a:noFill/>
          <a:scene3d>
            <a:camera prst="isometricOffAxis1Right"/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Heapsort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4C30D4-81DC-AD9E-1931-5D6CB1A6A016}"/>
                  </a:ext>
                </a:extLst>
              </p:cNvPr>
              <p:cNvSpPr txBox="1"/>
              <p:nvPr/>
            </p:nvSpPr>
            <p:spPr>
              <a:xfrm rot="251262">
                <a:off x="3971939" y="3528418"/>
                <a:ext cx="2751010" cy="769441"/>
              </a:xfrm>
              <a:prstGeom prst="rect">
                <a:avLst/>
              </a:prstGeom>
              <a:noFill/>
              <a:scene3d>
                <a:camera prst="isometricOffAxis1Right"/>
                <a:lightRig rig="threePt" dir="t"/>
              </a:scene3d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44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4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func>
                        <m:funcPr>
                          <m:ctrlPr>
                            <a:rPr lang="en-US" sz="44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4400" b="0" i="0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44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  <m:r>
                        <a:rPr lang="en-US" sz="44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4C30D4-81DC-AD9E-1931-5D6CB1A6A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51262">
                <a:off x="3971939" y="3528418"/>
                <a:ext cx="2751010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8720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8AF99-BE8F-9B5E-BA15-30FFDB0B3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/>
              <a:t>A new foe appeared!</a:t>
            </a:r>
          </a:p>
        </p:txBody>
      </p:sp>
      <p:pic>
        <p:nvPicPr>
          <p:cNvPr id="5" name="Content Placeholder 4" descr="A person in a hat holding an object&#10;&#10;AI-generated content may be incorrect.">
            <a:extLst>
              <a:ext uri="{FF2B5EF4-FFF2-40B4-BE49-F238E27FC236}">
                <a16:creationId xmlns:a16="http://schemas.microsoft.com/office/drawing/2014/main" id="{555B22E0-A23D-ADCD-CB14-AB575B885B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40" y="1364241"/>
            <a:ext cx="10088880" cy="5284051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9204B3-A0F0-7698-D949-40060A3FA421}"/>
              </a:ext>
            </a:extLst>
          </p:cNvPr>
          <p:cNvSpPr txBox="1"/>
          <p:nvPr/>
        </p:nvSpPr>
        <p:spPr>
          <a:xfrm rot="251262">
            <a:off x="5602359" y="1783448"/>
            <a:ext cx="2568652" cy="769441"/>
          </a:xfrm>
          <a:prstGeom prst="rect">
            <a:avLst/>
          </a:prstGeom>
          <a:noFill/>
          <a:scene3d>
            <a:camera prst="isometricOffAxis1Right"/>
            <a:lightRig rig="threePt" dir="t"/>
          </a:scene3d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Quicksort</a:t>
            </a:r>
          </a:p>
        </p:txBody>
      </p:sp>
    </p:spTree>
    <p:extLst>
      <p:ext uri="{BB962C8B-B14F-4D97-AF65-F5344CB8AC3E}">
        <p14:creationId xmlns:p14="http://schemas.microsoft.com/office/powerpoint/2010/main" val="32016197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EBAF3-D273-E5E4-CC94-60F965790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p:pic>
        <p:nvPicPr>
          <p:cNvPr id="5" name="Content Placeholder 4" descr="A number and number lines&#10;&#10;AI-generated content may be incorrect.">
            <a:extLst>
              <a:ext uri="{FF2B5EF4-FFF2-40B4-BE49-F238E27FC236}">
                <a16:creationId xmlns:a16="http://schemas.microsoft.com/office/drawing/2014/main" id="{B84694A4-EF87-0FC2-11A6-30DEFE6C8A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7370" y="1298464"/>
            <a:ext cx="8919585" cy="455468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D80021-1FCF-2ACC-277F-82C659436CC8}"/>
              </a:ext>
            </a:extLst>
          </p:cNvPr>
          <p:cNvSpPr txBox="1"/>
          <p:nvPr/>
        </p:nvSpPr>
        <p:spPr>
          <a:xfrm>
            <a:off x="982980" y="1690688"/>
            <a:ext cx="57203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https://www.interviewcake.com/concept/java/quicksort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9514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DC55C-4300-DAF5-4C6F-D6885ACCE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E9C40-BD18-E8A5-034A-DB6C3A2D8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FE5D2F-3039-3A7B-A93B-A7C7F9E5D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48790" y="1492774"/>
            <a:ext cx="8919585" cy="4554682"/>
          </a:xfrm>
        </p:spPr>
      </p:pic>
    </p:spTree>
    <p:extLst>
      <p:ext uri="{BB962C8B-B14F-4D97-AF65-F5344CB8AC3E}">
        <p14:creationId xmlns:p14="http://schemas.microsoft.com/office/powerpoint/2010/main" val="28003244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F61FC-0964-7B67-FE77-9F09ACDB2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7AE13B-CAD8-D630-AD40-F6CF2CFF69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78405" y="634365"/>
            <a:ext cx="7235190" cy="5589270"/>
          </a:xfrm>
        </p:spPr>
      </p:pic>
    </p:spTree>
    <p:extLst>
      <p:ext uri="{BB962C8B-B14F-4D97-AF65-F5344CB8AC3E}">
        <p14:creationId xmlns:p14="http://schemas.microsoft.com/office/powerpoint/2010/main" val="35789439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B7D71-C9E2-F320-D3A4-163D3F01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2A9B330-52D8-DC2A-29D6-6077CA2AB8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2764" y="268605"/>
            <a:ext cx="6046471" cy="6320790"/>
          </a:xfrm>
        </p:spPr>
      </p:pic>
    </p:spTree>
    <p:extLst>
      <p:ext uri="{BB962C8B-B14F-4D97-AF65-F5344CB8AC3E}">
        <p14:creationId xmlns:p14="http://schemas.microsoft.com/office/powerpoint/2010/main" val="38550030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C07AD-C14E-5AA1-431D-836469C3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4412EC-BAAF-E057-4C06-C209D9BB3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2764" y="1008697"/>
            <a:ext cx="6046471" cy="4840605"/>
          </a:xfrm>
        </p:spPr>
      </p:pic>
    </p:spTree>
    <p:extLst>
      <p:ext uri="{BB962C8B-B14F-4D97-AF65-F5344CB8AC3E}">
        <p14:creationId xmlns:p14="http://schemas.microsoft.com/office/powerpoint/2010/main" val="31006661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BB7C1-551A-FEB0-9C5E-605823188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27A7B3-553A-2741-8BF0-CCAD4968AD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2764" y="1658779"/>
            <a:ext cx="6046471" cy="3540442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0F171D7-6A90-0FB7-06EF-3564C6CAD923}"/>
              </a:ext>
            </a:extLst>
          </p:cNvPr>
          <p:cNvSpPr txBox="1"/>
          <p:nvPr/>
        </p:nvSpPr>
        <p:spPr>
          <a:xfrm>
            <a:off x="880110" y="628650"/>
            <a:ext cx="5620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Recursively sort the two halves</a:t>
            </a:r>
          </a:p>
        </p:txBody>
      </p:sp>
    </p:spTree>
    <p:extLst>
      <p:ext uri="{BB962C8B-B14F-4D97-AF65-F5344CB8AC3E}">
        <p14:creationId xmlns:p14="http://schemas.microsoft.com/office/powerpoint/2010/main" val="13657308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6499A-20D1-BF36-1E4C-152BE9AB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F314D9-C134-B7DB-CC9C-3F9230C7C1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1568" y="1690688"/>
            <a:ext cx="7008863" cy="3808064"/>
          </a:xfrm>
        </p:spPr>
      </p:pic>
    </p:spTree>
    <p:extLst>
      <p:ext uri="{BB962C8B-B14F-4D97-AF65-F5344CB8AC3E}">
        <p14:creationId xmlns:p14="http://schemas.microsoft.com/office/powerpoint/2010/main" val="2776411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0A2AE-332F-A725-6BB1-57D26D9F7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Space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36D9C-CE70-876B-2630-E1CA08DF4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Recursion allocates a stack frame for each recursive call</a:t>
            </a:r>
          </a:p>
        </p:txBody>
      </p:sp>
    </p:spTree>
    <p:extLst>
      <p:ext uri="{BB962C8B-B14F-4D97-AF65-F5344CB8AC3E}">
        <p14:creationId xmlns:p14="http://schemas.microsoft.com/office/powerpoint/2010/main" val="41531355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696D2-F40B-3F98-1CE2-95047B58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354D5-EAB5-81AA-94A5-A6516E7C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Space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A1372-DED9-0884-658D-87A2B85A5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Recursion allocates a stack frame for each recursive call</a:t>
            </a:r>
          </a:p>
          <a:p>
            <a:r>
              <a:rPr lang="en-US" dirty="0"/>
              <a:t>How tall will the recursion tree be?</a:t>
            </a:r>
          </a:p>
        </p:txBody>
      </p:sp>
    </p:spTree>
    <p:extLst>
      <p:ext uri="{BB962C8B-B14F-4D97-AF65-F5344CB8AC3E}">
        <p14:creationId xmlns:p14="http://schemas.microsoft.com/office/powerpoint/2010/main" val="40304324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DF4BA1-6538-44DD-327D-77C084390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E3596DD-156A-473E-9BB3-C6A29F757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C46C4D6-C474-4E92-B52E-944C1118F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FAD8E0-C802-8562-ACB8-7A3338E47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643467"/>
            <a:ext cx="3888526" cy="1800526"/>
          </a:xfrm>
        </p:spPr>
        <p:txBody>
          <a:bodyPr>
            <a:normAutofit/>
          </a:bodyPr>
          <a:lstStyle/>
          <a:p>
            <a:r>
              <a:rPr lang="en-US" sz="4100" dirty="0"/>
              <a:t>Space Complexity – best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DE673-EB13-8B07-4DFB-455B34B94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623381"/>
            <a:ext cx="3888528" cy="3553581"/>
          </a:xfrm>
        </p:spPr>
        <p:txBody>
          <a:bodyPr>
            <a:normAutofit/>
          </a:bodyPr>
          <a:lstStyle/>
          <a:p>
            <a:r>
              <a:rPr lang="en-US" sz="2400" dirty="0"/>
              <a:t>The pivot is the </a:t>
            </a:r>
            <a:r>
              <a:rPr lang="en-US" sz="2400" i="1" dirty="0"/>
              <a:t>median</a:t>
            </a:r>
          </a:p>
          <a:p>
            <a:r>
              <a:rPr lang="en-US" sz="2400" i="1" dirty="0"/>
              <a:t>Space complexity is O(lg(n))</a:t>
            </a:r>
          </a:p>
          <a:p>
            <a:endParaRPr lang="en-US" sz="2000" i="1" dirty="0"/>
          </a:p>
        </p:txBody>
      </p:sp>
      <p:pic>
        <p:nvPicPr>
          <p:cNvPr id="5" name="Picture 4" descr="A diagram of a number system&#10;&#10;AI-generated content may be incorrect.">
            <a:extLst>
              <a:ext uri="{FF2B5EF4-FFF2-40B4-BE49-F238E27FC236}">
                <a16:creationId xmlns:a16="http://schemas.microsoft.com/office/drawing/2014/main" id="{38F23FBC-92FD-94ED-36CC-98DA385EC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2918" y="0"/>
            <a:ext cx="5962785" cy="6873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6004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5A45B5-D074-374D-8810-4FCCE8299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BD816BC-58D4-9BCB-1FD9-DE8F610AF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AFAC80-C3F4-2709-3C67-F797DDA9BC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962785" cy="6858000"/>
          </a:xfrm>
          <a:custGeom>
            <a:avLst/>
            <a:gdLst>
              <a:gd name="connsiteX0" fmla="*/ 1044839 w 5962785"/>
              <a:gd name="connsiteY0" fmla="*/ 0 h 6858000"/>
              <a:gd name="connsiteX1" fmla="*/ 5962785 w 5962785"/>
              <a:gd name="connsiteY1" fmla="*/ 0 h 6858000"/>
              <a:gd name="connsiteX2" fmla="*/ 5962785 w 5962785"/>
              <a:gd name="connsiteY2" fmla="*/ 6858000 h 6858000"/>
              <a:gd name="connsiteX3" fmla="*/ 1469886 w 5962785"/>
              <a:gd name="connsiteY3" fmla="*/ 6858000 h 6858000"/>
              <a:gd name="connsiteX4" fmla="*/ 1416006 w 5962785"/>
              <a:gd name="connsiteY4" fmla="*/ 6823984 h 6858000"/>
              <a:gd name="connsiteX5" fmla="*/ 1232473 w 5962785"/>
              <a:gd name="connsiteY5" fmla="*/ 6733873 h 6858000"/>
              <a:gd name="connsiteX6" fmla="*/ 1075471 w 5962785"/>
              <a:gd name="connsiteY6" fmla="*/ 6503186 h 6858000"/>
              <a:gd name="connsiteX7" fmla="*/ 1020229 w 5962785"/>
              <a:gd name="connsiteY7" fmla="*/ 6438306 h 6858000"/>
              <a:gd name="connsiteX8" fmla="*/ 883579 w 5962785"/>
              <a:gd name="connsiteY8" fmla="*/ 6351798 h 6858000"/>
              <a:gd name="connsiteX9" fmla="*/ 645167 w 5962785"/>
              <a:gd name="connsiteY9" fmla="*/ 6167969 h 6858000"/>
              <a:gd name="connsiteX10" fmla="*/ 732391 w 5962785"/>
              <a:gd name="connsiteY10" fmla="*/ 6124716 h 6858000"/>
              <a:gd name="connsiteX11" fmla="*/ 985339 w 5962785"/>
              <a:gd name="connsiteY11" fmla="*/ 6236455 h 6858000"/>
              <a:gd name="connsiteX12" fmla="*/ 1168509 w 5962785"/>
              <a:gd name="connsiteY12" fmla="*/ 6265291 h 6858000"/>
              <a:gd name="connsiteX13" fmla="*/ 909746 w 5962785"/>
              <a:gd name="connsiteY13" fmla="*/ 6070649 h 6858000"/>
              <a:gd name="connsiteX14" fmla="*/ 659704 w 5962785"/>
              <a:gd name="connsiteY14" fmla="*/ 5818335 h 6858000"/>
              <a:gd name="connsiteX15" fmla="*/ 851597 w 5962785"/>
              <a:gd name="connsiteY15" fmla="*/ 5865193 h 6858000"/>
              <a:gd name="connsiteX16" fmla="*/ 860319 w 5962785"/>
              <a:gd name="connsiteY16" fmla="*/ 5832753 h 6858000"/>
              <a:gd name="connsiteX17" fmla="*/ 691686 w 5962785"/>
              <a:gd name="connsiteY17" fmla="*/ 5533581 h 6858000"/>
              <a:gd name="connsiteX18" fmla="*/ 610278 w 5962785"/>
              <a:gd name="connsiteY18" fmla="*/ 5411029 h 6858000"/>
              <a:gd name="connsiteX19" fmla="*/ 238123 w 5962785"/>
              <a:gd name="connsiteY19" fmla="*/ 5046976 h 6858000"/>
              <a:gd name="connsiteX20" fmla="*/ 592833 w 5962785"/>
              <a:gd name="connsiteY20" fmla="*/ 5209177 h 6858000"/>
              <a:gd name="connsiteX21" fmla="*/ 226494 w 5962785"/>
              <a:gd name="connsiteY21" fmla="*/ 4855939 h 6858000"/>
              <a:gd name="connsiteX22" fmla="*/ 49139 w 5962785"/>
              <a:gd name="connsiteY22" fmla="*/ 4726177 h 6858000"/>
              <a:gd name="connsiteX23" fmla="*/ 5527 w 5962785"/>
              <a:gd name="connsiteY23" fmla="*/ 4650483 h 6858000"/>
              <a:gd name="connsiteX24" fmla="*/ 84029 w 5962785"/>
              <a:gd name="connsiteY24" fmla="*/ 4632460 h 6858000"/>
              <a:gd name="connsiteX25" fmla="*/ 325347 w 5962785"/>
              <a:gd name="connsiteY25" fmla="*/ 4661296 h 6858000"/>
              <a:gd name="connsiteX26" fmla="*/ 25879 w 5962785"/>
              <a:gd name="connsiteY26" fmla="*/ 4423401 h 6858000"/>
              <a:gd name="connsiteX27" fmla="*/ 249753 w 5962785"/>
              <a:gd name="connsiteY27" fmla="*/ 4459446 h 6858000"/>
              <a:gd name="connsiteX28" fmla="*/ 313718 w 5962785"/>
              <a:gd name="connsiteY28" fmla="*/ 4365729 h 6858000"/>
              <a:gd name="connsiteX29" fmla="*/ 418386 w 5962785"/>
              <a:gd name="connsiteY29" fmla="*/ 4214341 h 6858000"/>
              <a:gd name="connsiteX30" fmla="*/ 491072 w 5962785"/>
              <a:gd name="connsiteY30" fmla="*/ 4131438 h 6858000"/>
              <a:gd name="connsiteX31" fmla="*/ 520147 w 5962785"/>
              <a:gd name="connsiteY31" fmla="*/ 3864706 h 6858000"/>
              <a:gd name="connsiteX32" fmla="*/ 459090 w 5962785"/>
              <a:gd name="connsiteY32" fmla="*/ 3572743 h 6858000"/>
              <a:gd name="connsiteX33" fmla="*/ 290458 w 5962785"/>
              <a:gd name="connsiteY33" fmla="*/ 3424959 h 6858000"/>
              <a:gd name="connsiteX34" fmla="*/ 339884 w 5962785"/>
              <a:gd name="connsiteY34" fmla="*/ 3259153 h 6858000"/>
              <a:gd name="connsiteX35" fmla="*/ 697501 w 5962785"/>
              <a:gd name="connsiteY35" fmla="*/ 3360078 h 6858000"/>
              <a:gd name="connsiteX36" fmla="*/ 165437 w 5962785"/>
              <a:gd name="connsiteY36" fmla="*/ 2967190 h 6858000"/>
              <a:gd name="connsiteX37" fmla="*/ 255568 w 5962785"/>
              <a:gd name="connsiteY37" fmla="*/ 2949167 h 6858000"/>
              <a:gd name="connsiteX38" fmla="*/ 578296 w 5962785"/>
              <a:gd name="connsiteY38" fmla="*/ 2725691 h 6858000"/>
              <a:gd name="connsiteX39" fmla="*/ 595740 w 5962785"/>
              <a:gd name="connsiteY39" fmla="*/ 2714876 h 6858000"/>
              <a:gd name="connsiteX40" fmla="*/ 650982 w 5962785"/>
              <a:gd name="connsiteY40" fmla="*/ 2574301 h 6858000"/>
              <a:gd name="connsiteX41" fmla="*/ 825429 w 5962785"/>
              <a:gd name="connsiteY41" fmla="*/ 2552674 h 6858000"/>
              <a:gd name="connsiteX42" fmla="*/ 970802 w 5962785"/>
              <a:gd name="connsiteY42" fmla="*/ 2585115 h 6858000"/>
              <a:gd name="connsiteX43" fmla="*/ 1127805 w 5962785"/>
              <a:gd name="connsiteY43" fmla="*/ 2545465 h 6858000"/>
              <a:gd name="connsiteX44" fmla="*/ 1267362 w 5962785"/>
              <a:gd name="connsiteY44" fmla="*/ 2563488 h 6858000"/>
              <a:gd name="connsiteX45" fmla="*/ 1386568 w 5962785"/>
              <a:gd name="connsiteY45" fmla="*/ 2538257 h 6858000"/>
              <a:gd name="connsiteX46" fmla="*/ 1270270 w 5962785"/>
              <a:gd name="connsiteY46" fmla="*/ 2419309 h 6858000"/>
              <a:gd name="connsiteX47" fmla="*/ 1107453 w 5962785"/>
              <a:gd name="connsiteY47" fmla="*/ 2419309 h 6858000"/>
              <a:gd name="connsiteX48" fmla="*/ 991154 w 5962785"/>
              <a:gd name="connsiteY48" fmla="*/ 2343615 h 6858000"/>
              <a:gd name="connsiteX49" fmla="*/ 880671 w 5962785"/>
              <a:gd name="connsiteY49" fmla="*/ 2206645 h 6858000"/>
              <a:gd name="connsiteX50" fmla="*/ 491072 w 5962785"/>
              <a:gd name="connsiteY50" fmla="*/ 1986771 h 6858000"/>
              <a:gd name="connsiteX51" fmla="*/ 421293 w 5962785"/>
              <a:gd name="connsiteY51" fmla="*/ 1903868 h 6858000"/>
              <a:gd name="connsiteX52" fmla="*/ 1531941 w 5962785"/>
              <a:gd name="connsiteY52" fmla="*/ 2224667 h 6858000"/>
              <a:gd name="connsiteX53" fmla="*/ 1188861 w 5962785"/>
              <a:gd name="connsiteY53" fmla="*/ 2091301 h 6858000"/>
              <a:gd name="connsiteX54" fmla="*/ 1421458 w 5962785"/>
              <a:gd name="connsiteY54" fmla="*/ 2116532 h 6858000"/>
              <a:gd name="connsiteX55" fmla="*/ 1549386 w 5962785"/>
              <a:gd name="connsiteY55" fmla="*/ 2026420 h 6858000"/>
              <a:gd name="connsiteX56" fmla="*/ 1549386 w 5962785"/>
              <a:gd name="connsiteY56" fmla="*/ 1997584 h 6858000"/>
              <a:gd name="connsiteX57" fmla="*/ 1453440 w 5962785"/>
              <a:gd name="connsiteY57" fmla="*/ 1914682 h 6858000"/>
              <a:gd name="connsiteX58" fmla="*/ 1398198 w 5962785"/>
              <a:gd name="connsiteY58" fmla="*/ 1860614 h 6858000"/>
              <a:gd name="connsiteX59" fmla="*/ 1247011 w 5962785"/>
              <a:gd name="connsiteY59" fmla="*/ 1665972 h 6858000"/>
              <a:gd name="connsiteX60" fmla="*/ 1354586 w 5962785"/>
              <a:gd name="connsiteY60" fmla="*/ 1644345 h 6858000"/>
              <a:gd name="connsiteX61" fmla="*/ 1395290 w 5962785"/>
              <a:gd name="connsiteY61" fmla="*/ 1604696 h 6858000"/>
              <a:gd name="connsiteX62" fmla="*/ 1366216 w 5962785"/>
              <a:gd name="connsiteY62" fmla="*/ 1547025 h 6858000"/>
              <a:gd name="connsiteX63" fmla="*/ 1031858 w 5962785"/>
              <a:gd name="connsiteY63" fmla="*/ 1370405 h 6858000"/>
              <a:gd name="connsiteX64" fmla="*/ 1005692 w 5962785"/>
              <a:gd name="connsiteY64" fmla="*/ 1233435 h 6858000"/>
              <a:gd name="connsiteX65" fmla="*/ 1069655 w 5962785"/>
              <a:gd name="connsiteY65" fmla="*/ 1211808 h 6858000"/>
              <a:gd name="connsiteX66" fmla="*/ 1142342 w 5962785"/>
              <a:gd name="connsiteY66" fmla="*/ 1222621 h 6858000"/>
              <a:gd name="connsiteX67" fmla="*/ 1084193 w 5962785"/>
              <a:gd name="connsiteY67" fmla="*/ 1114487 h 6858000"/>
              <a:gd name="connsiteX68" fmla="*/ 848689 w 5962785"/>
              <a:gd name="connsiteY68" fmla="*/ 1006353 h 6858000"/>
              <a:gd name="connsiteX69" fmla="*/ 805077 w 5962785"/>
              <a:gd name="connsiteY69" fmla="*/ 948681 h 6858000"/>
              <a:gd name="connsiteX70" fmla="*/ 863226 w 5962785"/>
              <a:gd name="connsiteY70" fmla="*/ 919844 h 6858000"/>
              <a:gd name="connsiteX71" fmla="*/ 906838 w 5962785"/>
              <a:gd name="connsiteY71" fmla="*/ 909031 h 6858000"/>
              <a:gd name="connsiteX72" fmla="*/ 5527 w 5962785"/>
              <a:gd name="connsiteY72" fmla="*/ 458471 h 6858000"/>
              <a:gd name="connsiteX73" fmla="*/ 209049 w 5962785"/>
              <a:gd name="connsiteY73" fmla="*/ 454867 h 6858000"/>
              <a:gd name="connsiteX74" fmla="*/ 409664 w 5962785"/>
              <a:gd name="connsiteY74" fmla="*/ 526956 h 6858000"/>
              <a:gd name="connsiteX75" fmla="*/ 621908 w 5962785"/>
              <a:gd name="connsiteY75" fmla="*/ 516143 h 6858000"/>
              <a:gd name="connsiteX76" fmla="*/ 822522 w 5962785"/>
              <a:gd name="connsiteY76" fmla="*/ 552188 h 6858000"/>
              <a:gd name="connsiteX77" fmla="*/ 996969 w 5962785"/>
              <a:gd name="connsiteY77" fmla="*/ 552188 h 6858000"/>
              <a:gd name="connsiteX78" fmla="*/ 834151 w 5962785"/>
              <a:gd name="connsiteY78" fmla="*/ 498120 h 6858000"/>
              <a:gd name="connsiteX79" fmla="*/ 773095 w 5962785"/>
              <a:gd name="connsiteY79" fmla="*/ 408008 h 6858000"/>
              <a:gd name="connsiteX80" fmla="*/ 793447 w 5962785"/>
              <a:gd name="connsiteY80" fmla="*/ 325106 h 6858000"/>
              <a:gd name="connsiteX81" fmla="*/ 860319 w 5962785"/>
              <a:gd name="connsiteY81" fmla="*/ 350336 h 6858000"/>
              <a:gd name="connsiteX82" fmla="*/ 938820 w 5962785"/>
              <a:gd name="connsiteY82" fmla="*/ 444054 h 6858000"/>
              <a:gd name="connsiteX83" fmla="*/ 956265 w 5962785"/>
              <a:gd name="connsiteY83" fmla="*/ 386381 h 6858000"/>
              <a:gd name="connsiteX84" fmla="*/ 1002784 w 5962785"/>
              <a:gd name="connsiteY84" fmla="*/ 343127 h 6858000"/>
              <a:gd name="connsiteX85" fmla="*/ 1270270 w 5962785"/>
              <a:gd name="connsiteY85" fmla="*/ 364755 h 6858000"/>
              <a:gd name="connsiteX86" fmla="*/ 1092915 w 5962785"/>
              <a:gd name="connsiteY86" fmla="*/ 180926 h 6858000"/>
              <a:gd name="connsiteX87" fmla="*/ 979525 w 5962785"/>
              <a:gd name="connsiteY87" fmla="*/ 152090 h 6858000"/>
              <a:gd name="connsiteX88" fmla="*/ 953358 w 5962785"/>
              <a:gd name="connsiteY88" fmla="*/ 76396 h 6858000"/>
              <a:gd name="connsiteX89" fmla="*/ 1005692 w 5962785"/>
              <a:gd name="connsiteY89" fmla="*/ 58373 h 6858000"/>
              <a:gd name="connsiteX90" fmla="*/ 1267362 w 5962785"/>
              <a:gd name="connsiteY90" fmla="*/ 123254 h 6858000"/>
              <a:gd name="connsiteX91" fmla="*/ 1310975 w 5962785"/>
              <a:gd name="connsiteY91" fmla="*/ 98023 h 6858000"/>
              <a:gd name="connsiteX92" fmla="*/ 1159787 w 5962785"/>
              <a:gd name="connsiteY92" fmla="*/ 435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45667C-213C-A255-A886-2FADFAD54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643467"/>
            <a:ext cx="3888526" cy="1800526"/>
          </a:xfrm>
        </p:spPr>
        <p:txBody>
          <a:bodyPr>
            <a:normAutofit/>
          </a:bodyPr>
          <a:lstStyle/>
          <a:p>
            <a:r>
              <a:rPr lang="en-US" sz="4100" dirty="0"/>
              <a:t>Space Complexity – worst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E163D-FB3F-1C1F-BF12-53B59D0EC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623381"/>
            <a:ext cx="3888528" cy="3553581"/>
          </a:xfrm>
        </p:spPr>
        <p:txBody>
          <a:bodyPr>
            <a:normAutofit/>
          </a:bodyPr>
          <a:lstStyle/>
          <a:p>
            <a:r>
              <a:rPr lang="en-US" sz="2400" i="1" dirty="0"/>
              <a:t>The input array is sorted &amp; the pivot is the last elem.</a:t>
            </a:r>
          </a:p>
          <a:p>
            <a:r>
              <a:rPr lang="en-US" sz="2400" i="1" dirty="0"/>
              <a:t>Space complexity is O(n)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A3D3BB-1629-7ECC-EF41-376B37903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0920" y="99704"/>
            <a:ext cx="2889308" cy="6773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2292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4F6162-367A-9D1D-A6D5-5AF5C2625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Who wins?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A0049E21-8E85-C47C-72B9-3FC9620EE1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7640896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1165616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E9F4E-356D-CCB8-65B9-C85EDB0BC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AEC6C-A192-BB7A-2B0D-0653D4EF0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Linux uses Heapsort! – F.Y.I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093E7B-B3E9-4A43-5093-C79379D4D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https://github.com/torvalds/linux/blob/master/lib/sort.c#L53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29306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474D1CB-2C3C-F189-B4D2-6FA58E10E1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8741" y="224488"/>
            <a:ext cx="8294517" cy="6409024"/>
          </a:xfrm>
        </p:spPr>
      </p:pic>
    </p:spTree>
    <p:extLst>
      <p:ext uri="{BB962C8B-B14F-4D97-AF65-F5344CB8AC3E}">
        <p14:creationId xmlns:p14="http://schemas.microsoft.com/office/powerpoint/2010/main" val="12962911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</TotalTime>
  <Words>671</Words>
  <Application>Microsoft Office PowerPoint</Application>
  <PresentationFormat>Widescreen</PresentationFormat>
  <Paragraphs>117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Calibri</vt:lpstr>
      <vt:lpstr>Cambria Math</vt:lpstr>
      <vt:lpstr>1_Office Theme</vt:lpstr>
      <vt:lpstr>Data Structures and Algorithms I.</vt:lpstr>
      <vt:lpstr>Sorting Algorithms</vt:lpstr>
      <vt:lpstr>Why is sorting important?</vt:lpstr>
      <vt:lpstr>Database systems</vt:lpstr>
      <vt:lpstr>Searching</vt:lpstr>
      <vt:lpstr>Naive search (Brute force)</vt:lpstr>
      <vt:lpstr>Naive search (Brute force)</vt:lpstr>
      <vt:lpstr>Worst case scenario?</vt:lpstr>
      <vt:lpstr>Binary search</vt:lpstr>
      <vt:lpstr>Binary search</vt:lpstr>
      <vt:lpstr>Binary search</vt:lpstr>
      <vt:lpstr>Binary search</vt:lpstr>
      <vt:lpstr>Binary search</vt:lpstr>
      <vt:lpstr>Binary search</vt:lpstr>
      <vt:lpstr>Binary search</vt:lpstr>
      <vt:lpstr>F.Y.I - Watching security footage for stolen items</vt:lpstr>
      <vt:lpstr>But how quickly can we sort?</vt:lpstr>
      <vt:lpstr>Different approaches to sorting</vt:lpstr>
      <vt:lpstr>PowerPoint Presentation</vt:lpstr>
      <vt:lpstr>PowerPoint Presentation</vt:lpstr>
      <vt:lpstr>Comparison based sorting</vt:lpstr>
      <vt:lpstr>We have already seen</vt:lpstr>
      <vt:lpstr>Insertion sort – F.Y.I</vt:lpstr>
      <vt:lpstr>Merge sort – F.Y.I</vt:lpstr>
      <vt:lpstr>PowerPoint Presentation</vt:lpstr>
      <vt:lpstr>Characteristics</vt:lpstr>
      <vt:lpstr>Heapsort</vt:lpstr>
      <vt:lpstr>Heapsort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You can guess the rest…</vt:lpstr>
      <vt:lpstr>Complexity</vt:lpstr>
      <vt:lpstr>Complexity</vt:lpstr>
      <vt:lpstr>Complexity</vt:lpstr>
      <vt:lpstr>The fastest sorting algorithm in the west?</vt:lpstr>
      <vt:lpstr>A new foe appeared!</vt:lpstr>
      <vt:lpstr>Quicksort</vt:lpstr>
      <vt:lpstr>Quicksort</vt:lpstr>
      <vt:lpstr>PowerPoint Presentation</vt:lpstr>
      <vt:lpstr>PowerPoint Presentation</vt:lpstr>
      <vt:lpstr>PowerPoint Presentation</vt:lpstr>
      <vt:lpstr>PowerPoint Presentation</vt:lpstr>
      <vt:lpstr>Time complexity</vt:lpstr>
      <vt:lpstr>Space Complexity</vt:lpstr>
      <vt:lpstr>Space Complexity</vt:lpstr>
      <vt:lpstr>Space Complexity – best case</vt:lpstr>
      <vt:lpstr>Space Complexity – worst case</vt:lpstr>
      <vt:lpstr>Who wins?</vt:lpstr>
      <vt:lpstr>Linux uses Heapsort! – F.Y.I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17</cp:revision>
  <dcterms:created xsi:type="dcterms:W3CDTF">2025-08-31T18:54:11Z</dcterms:created>
  <dcterms:modified xsi:type="dcterms:W3CDTF">2025-09-04T20:47:31Z</dcterms:modified>
</cp:coreProperties>
</file>