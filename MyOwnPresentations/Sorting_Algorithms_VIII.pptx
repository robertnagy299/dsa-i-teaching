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4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7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6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5" r:id="rId8"/>
    <p:sldId id="266" r:id="rId9"/>
    <p:sldId id="264" r:id="rId10"/>
    <p:sldId id="267" r:id="rId11"/>
    <p:sldId id="268" r:id="rId12"/>
    <p:sldId id="269" r:id="rId13"/>
    <p:sldId id="270" r:id="rId14"/>
    <p:sldId id="271" r:id="rId15"/>
    <p:sldId id="274" r:id="rId16"/>
    <p:sldId id="275" r:id="rId17"/>
    <p:sldId id="276" r:id="rId18"/>
    <p:sldId id="280" r:id="rId19"/>
    <p:sldId id="282" r:id="rId20"/>
    <p:sldId id="277" r:id="rId21"/>
    <p:sldId id="278" r:id="rId22"/>
    <p:sldId id="284" r:id="rId23"/>
    <p:sldId id="283" r:id="rId24"/>
    <p:sldId id="285" r:id="rId25"/>
    <p:sldId id="279" r:id="rId26"/>
    <p:sldId id="287" r:id="rId27"/>
    <p:sldId id="288" r:id="rId28"/>
    <p:sldId id="303" r:id="rId29"/>
    <p:sldId id="350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4" r:id="rId47"/>
    <p:sldId id="336" r:id="rId48"/>
    <p:sldId id="337" r:id="rId49"/>
    <p:sldId id="338" r:id="rId50"/>
    <p:sldId id="339" r:id="rId51"/>
    <p:sldId id="340" r:id="rId52"/>
    <p:sldId id="341" r:id="rId53"/>
    <p:sldId id="333" r:id="rId54"/>
    <p:sldId id="342" r:id="rId55"/>
    <p:sldId id="335" r:id="rId56"/>
    <p:sldId id="344" r:id="rId57"/>
    <p:sldId id="343" r:id="rId58"/>
    <p:sldId id="345" r:id="rId59"/>
    <p:sldId id="346" r:id="rId60"/>
    <p:sldId id="348" r:id="rId61"/>
    <p:sldId id="347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5.pn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image" Target="../media/image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endParaRPr lang="en-US" dirty="0"/>
            </a:p>
          </dgm:t>
        </dgm:pt>
      </mc:Choice>
      <mc:Fallback xmlns="">
        <dgm:pt modelId="{A3CD870A-E94E-42C3-8870-26DB7A568720}">
          <dgm:prSet/>
          <dgm:spPr/>
          <dgm:t>
            <a:bodyPr/>
            <a:lstStyle/>
            <a:p>
              <a:r>
                <a:rPr lang="en-US" dirty="0"/>
                <a:t>Naive approach  </a:t>
              </a:r>
              <a:r>
                <a:rPr lang="en-US" b="0" i="0">
                  <a:latin typeface="Cambria Math" panose="02040503050406030204" pitchFamily="18" charset="0"/>
                </a:rPr>
                <a:t>𝑂(𝑛)</a:t>
              </a:r>
              <a:endParaRPr lang="en-US" dirty="0"/>
            </a:p>
          </dgm:t>
        </dgm:pt>
      </mc:Fallback>
    </mc:AlternateConten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D0CBE030-AD08-40F7-AACA-06158EDFF521}">
          <dgm:prSet/>
          <dgm:spPr/>
          <dgm:t>
            <a:bodyPr/>
            <a:lstStyle/>
            <a:p>
              <a:r>
                <a:rPr lang="en-US" dirty="0"/>
                <a:t>Binary search  </a:t>
              </a:r>
              <a:r>
                <a:rPr lang="en-US" b="0" i="0">
                  <a:latin typeface="Cambria Math" panose="02040503050406030204" pitchFamily="18" charset="0"/>
                </a:rPr>
                <a:t>𝑂(log_2⁡〖(𝑛)〗 )</a:t>
              </a:r>
              <a:endParaRPr lang="en-US" dirty="0"/>
            </a:p>
          </dgm:t>
        </dgm:pt>
      </mc:Fallback>
    </mc:AlternateConten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73F611-C86D-4AFC-AEA2-58FF79D59A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CD870A-E94E-42C3-8870-26DB7A568720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4DB1D32-17C8-421F-B40D-31DEBC944D30}" type="parTrans" cxnId="{0F08091C-D231-486C-B6A0-A1975F6F8528}">
      <dgm:prSet/>
      <dgm:spPr/>
      <dgm:t>
        <a:bodyPr/>
        <a:lstStyle/>
        <a:p>
          <a:endParaRPr lang="en-US"/>
        </a:p>
      </dgm:t>
    </dgm:pt>
    <dgm:pt modelId="{1680C7E0-2470-4661-952F-C5623127FC6E}" type="sibTrans" cxnId="{0F08091C-D231-486C-B6A0-A1975F6F8528}">
      <dgm:prSet/>
      <dgm:spPr/>
      <dgm:t>
        <a:bodyPr/>
        <a:lstStyle/>
        <a:p>
          <a:endParaRPr lang="en-US"/>
        </a:p>
      </dgm:t>
    </dgm:pt>
    <dgm:pt modelId="{D0CBE030-AD08-40F7-AACA-06158EDFF521}">
      <dgm:prSet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6EBFF5F-4208-46C4-8F5A-135FB39560FA}" type="parTrans" cxnId="{FAF59E1E-9B51-4F5B-B934-0F4BB63A13CE}">
      <dgm:prSet/>
      <dgm:spPr/>
      <dgm:t>
        <a:bodyPr/>
        <a:lstStyle/>
        <a:p>
          <a:endParaRPr lang="en-US"/>
        </a:p>
      </dgm:t>
    </dgm:pt>
    <dgm:pt modelId="{1FA0CBAE-9628-4FEC-B1EE-0F212B8190D7}" type="sibTrans" cxnId="{FAF59E1E-9B51-4F5B-B934-0F4BB63A13CE}">
      <dgm:prSet/>
      <dgm:spPr/>
      <dgm:t>
        <a:bodyPr/>
        <a:lstStyle/>
        <a:p>
          <a:endParaRPr lang="en-US"/>
        </a:p>
      </dgm:t>
    </dgm:pt>
    <dgm:pt modelId="{15212609-55AF-4DD8-AB83-E3359C5EA517}" type="pres">
      <dgm:prSet presAssocID="{BC73F611-C86D-4AFC-AEA2-58FF79D59A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216144-5BC3-4A6C-9EBE-3331797AC146}" type="pres">
      <dgm:prSet presAssocID="{A3CD870A-E94E-42C3-8870-26DB7A568720}" presName="hierRoot1" presStyleCnt="0"/>
      <dgm:spPr/>
    </dgm:pt>
    <dgm:pt modelId="{1A7C071F-9961-441D-8120-F13385875E5D}" type="pres">
      <dgm:prSet presAssocID="{A3CD870A-E94E-42C3-8870-26DB7A568720}" presName="composite" presStyleCnt="0"/>
      <dgm:spPr/>
    </dgm:pt>
    <dgm:pt modelId="{AC4B8514-7F56-40DA-B778-C6AC797505B5}" type="pres">
      <dgm:prSet presAssocID="{A3CD870A-E94E-42C3-8870-26DB7A568720}" presName="background" presStyleLbl="node0" presStyleIdx="0" presStyleCnt="2"/>
      <dgm:spPr/>
    </dgm:pt>
    <dgm:pt modelId="{7746B0C6-D7EF-4F27-BA38-249BD41D1BAB}" type="pres">
      <dgm:prSet presAssocID="{A3CD870A-E94E-42C3-8870-26DB7A568720}" presName="text" presStyleLbl="fgAcc0" presStyleIdx="0" presStyleCnt="2">
        <dgm:presLayoutVars>
          <dgm:chPref val="3"/>
        </dgm:presLayoutVars>
      </dgm:prSet>
      <dgm:spPr/>
    </dgm:pt>
    <dgm:pt modelId="{D78FA60C-3629-4DA8-9B54-9512C51157FF}" type="pres">
      <dgm:prSet presAssocID="{A3CD870A-E94E-42C3-8870-26DB7A568720}" presName="hierChild2" presStyleCnt="0"/>
      <dgm:spPr/>
    </dgm:pt>
    <dgm:pt modelId="{3F2A6D87-A2F1-48E8-9010-81A8D083B7B9}" type="pres">
      <dgm:prSet presAssocID="{D0CBE030-AD08-40F7-AACA-06158EDFF521}" presName="hierRoot1" presStyleCnt="0"/>
      <dgm:spPr/>
    </dgm:pt>
    <dgm:pt modelId="{2D2A2A97-6700-42F4-BD55-8828C863C15B}" type="pres">
      <dgm:prSet presAssocID="{D0CBE030-AD08-40F7-AACA-06158EDFF521}" presName="composite" presStyleCnt="0"/>
      <dgm:spPr/>
    </dgm:pt>
    <dgm:pt modelId="{7778BA84-936C-4A3B-A4EA-C7D2FAD21D65}" type="pres">
      <dgm:prSet presAssocID="{D0CBE030-AD08-40F7-AACA-06158EDFF521}" presName="background" presStyleLbl="node0" presStyleIdx="1" presStyleCnt="2"/>
      <dgm:spPr/>
    </dgm:pt>
    <dgm:pt modelId="{4056BFDE-14D3-47E5-8E81-FAD8C0002902}" type="pres">
      <dgm:prSet presAssocID="{D0CBE030-AD08-40F7-AACA-06158EDFF521}" presName="text" presStyleLbl="fgAcc0" presStyleIdx="1" presStyleCnt="2">
        <dgm:presLayoutVars>
          <dgm:chPref val="3"/>
        </dgm:presLayoutVars>
      </dgm:prSet>
      <dgm:spPr/>
    </dgm:pt>
    <dgm:pt modelId="{4785B30F-E3F5-49B5-AC09-A60DB547CD2D}" type="pres">
      <dgm:prSet presAssocID="{D0CBE030-AD08-40F7-AACA-06158EDFF521}" presName="hierChild2" presStyleCnt="0"/>
      <dgm:spPr/>
    </dgm:pt>
  </dgm:ptLst>
  <dgm:cxnLst>
    <dgm:cxn modelId="{669B861B-AA91-43B3-B99B-E981EC002973}" type="presOf" srcId="{BC73F611-C86D-4AFC-AEA2-58FF79D59A33}" destId="{15212609-55AF-4DD8-AB83-E3359C5EA517}" srcOrd="0" destOrd="0" presId="urn:microsoft.com/office/officeart/2005/8/layout/hierarchy1"/>
    <dgm:cxn modelId="{0F08091C-D231-486C-B6A0-A1975F6F8528}" srcId="{BC73F611-C86D-4AFC-AEA2-58FF79D59A33}" destId="{A3CD870A-E94E-42C3-8870-26DB7A568720}" srcOrd="0" destOrd="0" parTransId="{E4DB1D32-17C8-421F-B40D-31DEBC944D30}" sibTransId="{1680C7E0-2470-4661-952F-C5623127FC6E}"/>
    <dgm:cxn modelId="{FAF59E1E-9B51-4F5B-B934-0F4BB63A13CE}" srcId="{BC73F611-C86D-4AFC-AEA2-58FF79D59A33}" destId="{D0CBE030-AD08-40F7-AACA-06158EDFF521}" srcOrd="1" destOrd="0" parTransId="{16EBFF5F-4208-46C4-8F5A-135FB39560FA}" sibTransId="{1FA0CBAE-9628-4FEC-B1EE-0F212B8190D7}"/>
    <dgm:cxn modelId="{5F2498AA-B0D1-4087-92CE-683D6217EFD4}" type="presOf" srcId="{D0CBE030-AD08-40F7-AACA-06158EDFF521}" destId="{4056BFDE-14D3-47E5-8E81-FAD8C0002902}" srcOrd="0" destOrd="0" presId="urn:microsoft.com/office/officeart/2005/8/layout/hierarchy1"/>
    <dgm:cxn modelId="{BE4DE1EB-AD13-416A-BFB0-B20C9F1E229C}" type="presOf" srcId="{A3CD870A-E94E-42C3-8870-26DB7A568720}" destId="{7746B0C6-D7EF-4F27-BA38-249BD41D1BAB}" srcOrd="0" destOrd="0" presId="urn:microsoft.com/office/officeart/2005/8/layout/hierarchy1"/>
    <dgm:cxn modelId="{360FD874-0B3E-4EE0-AD6D-B4AA5420CEF9}" type="presParOf" srcId="{15212609-55AF-4DD8-AB83-E3359C5EA517}" destId="{16216144-5BC3-4A6C-9EBE-3331797AC146}" srcOrd="0" destOrd="0" presId="urn:microsoft.com/office/officeart/2005/8/layout/hierarchy1"/>
    <dgm:cxn modelId="{73E85DDA-A8FD-4E86-937E-682C04F3C492}" type="presParOf" srcId="{16216144-5BC3-4A6C-9EBE-3331797AC146}" destId="{1A7C071F-9961-441D-8120-F13385875E5D}" srcOrd="0" destOrd="0" presId="urn:microsoft.com/office/officeart/2005/8/layout/hierarchy1"/>
    <dgm:cxn modelId="{6F44CEF8-3B8B-4373-B812-ADCD2299F25F}" type="presParOf" srcId="{1A7C071F-9961-441D-8120-F13385875E5D}" destId="{AC4B8514-7F56-40DA-B778-C6AC797505B5}" srcOrd="0" destOrd="0" presId="urn:microsoft.com/office/officeart/2005/8/layout/hierarchy1"/>
    <dgm:cxn modelId="{142EBD81-3531-4A19-8DF7-1795BE804692}" type="presParOf" srcId="{1A7C071F-9961-441D-8120-F13385875E5D}" destId="{7746B0C6-D7EF-4F27-BA38-249BD41D1BAB}" srcOrd="1" destOrd="0" presId="urn:microsoft.com/office/officeart/2005/8/layout/hierarchy1"/>
    <dgm:cxn modelId="{1D5B80DA-1E85-4ADF-AF96-AF61679AA14D}" type="presParOf" srcId="{16216144-5BC3-4A6C-9EBE-3331797AC146}" destId="{D78FA60C-3629-4DA8-9B54-9512C51157FF}" srcOrd="1" destOrd="0" presId="urn:microsoft.com/office/officeart/2005/8/layout/hierarchy1"/>
    <dgm:cxn modelId="{ECCBC883-711F-4646-8A46-F49D657CDC04}" type="presParOf" srcId="{15212609-55AF-4DD8-AB83-E3359C5EA517}" destId="{3F2A6D87-A2F1-48E8-9010-81A8D083B7B9}" srcOrd="1" destOrd="0" presId="urn:microsoft.com/office/officeart/2005/8/layout/hierarchy1"/>
    <dgm:cxn modelId="{0C16C723-E67D-4EC3-804B-CAFF2E7F1779}" type="presParOf" srcId="{3F2A6D87-A2F1-48E8-9010-81A8D083B7B9}" destId="{2D2A2A97-6700-42F4-BD55-8828C863C15B}" srcOrd="0" destOrd="0" presId="urn:microsoft.com/office/officeart/2005/8/layout/hierarchy1"/>
    <dgm:cxn modelId="{929A9CCD-E1D5-40D4-84E5-34E030C9B49E}" type="presParOf" srcId="{2D2A2A97-6700-42F4-BD55-8828C863C15B}" destId="{7778BA84-936C-4A3B-A4EA-C7D2FAD21D65}" srcOrd="0" destOrd="0" presId="urn:microsoft.com/office/officeart/2005/8/layout/hierarchy1"/>
    <dgm:cxn modelId="{0F0D701E-1249-4ADC-94D0-CF6E5E5EF64B}" type="presParOf" srcId="{2D2A2A97-6700-42F4-BD55-8828C863C15B}" destId="{4056BFDE-14D3-47E5-8E81-FAD8C0002902}" srcOrd="1" destOrd="0" presId="urn:microsoft.com/office/officeart/2005/8/layout/hierarchy1"/>
    <dgm:cxn modelId="{3B4172FA-1EC7-483B-AF23-911D69889EAB}" type="presParOf" srcId="{3F2A6D87-A2F1-48E8-9010-81A8D083B7B9}" destId="{4785B30F-E3F5-49B5-AC09-A60DB547CD2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18E3E2-ED3E-404D-BD8A-1B17EF9A758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9BEED2-C08A-4F6B-9E66-DF7413212D21}">
      <dgm:prSet/>
      <dgm:spPr/>
      <dgm:t>
        <a:bodyPr/>
        <a:lstStyle/>
        <a:p>
          <a:r>
            <a:rPr lang="en-US"/>
            <a:t>Comparison based</a:t>
          </a:r>
        </a:p>
      </dgm:t>
    </dgm:pt>
    <dgm:pt modelId="{AC6C6FA3-8702-4DE9-9273-424037A8B864}" type="parTrans" cxnId="{8EE98400-F89B-40E9-B5BA-79F4C247AA6C}">
      <dgm:prSet/>
      <dgm:spPr/>
      <dgm:t>
        <a:bodyPr/>
        <a:lstStyle/>
        <a:p>
          <a:endParaRPr lang="en-US"/>
        </a:p>
      </dgm:t>
    </dgm:pt>
    <dgm:pt modelId="{747088CB-8E8C-4F26-9705-D857638BABE3}" type="sibTrans" cxnId="{8EE98400-F89B-40E9-B5BA-79F4C247AA6C}">
      <dgm:prSet/>
      <dgm:spPr/>
      <dgm:t>
        <a:bodyPr/>
        <a:lstStyle/>
        <a:p>
          <a:endParaRPr lang="en-US"/>
        </a:p>
      </dgm:t>
    </dgm:pt>
    <dgm:pt modelId="{3C204562-ADE8-4BBD-A46F-6D8DCE5697D3}">
      <dgm:prSet/>
      <dgm:spPr/>
      <dgm:t>
        <a:bodyPr/>
        <a:lstStyle/>
        <a:p>
          <a:r>
            <a:rPr lang="en-US"/>
            <a:t>Non comparison based</a:t>
          </a:r>
        </a:p>
      </dgm:t>
    </dgm:pt>
    <dgm:pt modelId="{58718678-EF3E-4543-8145-01DFCEFE1C69}" type="parTrans" cxnId="{E2AA2BCB-06FF-4A0B-B492-BC76C00FD1B3}">
      <dgm:prSet/>
      <dgm:spPr/>
      <dgm:t>
        <a:bodyPr/>
        <a:lstStyle/>
        <a:p>
          <a:endParaRPr lang="en-US"/>
        </a:p>
      </dgm:t>
    </dgm:pt>
    <dgm:pt modelId="{F007934C-C085-477E-81A4-0DECFBD659DD}" type="sibTrans" cxnId="{E2AA2BCB-06FF-4A0B-B492-BC76C00FD1B3}">
      <dgm:prSet/>
      <dgm:spPr/>
      <dgm:t>
        <a:bodyPr/>
        <a:lstStyle/>
        <a:p>
          <a:endParaRPr lang="en-US"/>
        </a:p>
      </dgm:t>
    </dgm:pt>
    <dgm:pt modelId="{3E7358FB-7B54-4639-B56E-A467D0EC1D08}">
      <dgm:prSet/>
      <dgm:spPr/>
      <dgm:t>
        <a:bodyPr/>
        <a:lstStyle/>
        <a:p>
          <a:r>
            <a:rPr lang="en-US"/>
            <a:t>Hybrid</a:t>
          </a:r>
        </a:p>
      </dgm:t>
    </dgm:pt>
    <dgm:pt modelId="{DBF35E8D-C918-46CF-9991-3F4196B85E17}" type="parTrans" cxnId="{B46F3177-CC91-485B-AE4D-7FBB832A30AD}">
      <dgm:prSet/>
      <dgm:spPr/>
      <dgm:t>
        <a:bodyPr/>
        <a:lstStyle/>
        <a:p>
          <a:endParaRPr lang="en-US"/>
        </a:p>
      </dgm:t>
    </dgm:pt>
    <dgm:pt modelId="{4432E132-369D-4737-BFD4-CBA1E3199685}" type="sibTrans" cxnId="{B46F3177-CC91-485B-AE4D-7FBB832A30AD}">
      <dgm:prSet/>
      <dgm:spPr/>
      <dgm:t>
        <a:bodyPr/>
        <a:lstStyle/>
        <a:p>
          <a:endParaRPr lang="en-US"/>
        </a:p>
      </dgm:t>
    </dgm:pt>
    <dgm:pt modelId="{A9053CAF-ED19-4FEB-A108-1ECBBAEAF8B1}" type="pres">
      <dgm:prSet presAssocID="{7318E3E2-ED3E-404D-BD8A-1B17EF9A7582}" presName="linear" presStyleCnt="0">
        <dgm:presLayoutVars>
          <dgm:dir/>
          <dgm:animLvl val="lvl"/>
          <dgm:resizeHandles val="exact"/>
        </dgm:presLayoutVars>
      </dgm:prSet>
      <dgm:spPr/>
    </dgm:pt>
    <dgm:pt modelId="{DD64CE3C-D9EF-4681-BB5C-9AAD115D204E}" type="pres">
      <dgm:prSet presAssocID="{C39BEED2-C08A-4F6B-9E66-DF7413212D21}" presName="parentLin" presStyleCnt="0"/>
      <dgm:spPr/>
    </dgm:pt>
    <dgm:pt modelId="{6CBEE41F-87AB-4A15-B432-C5B056046CDB}" type="pres">
      <dgm:prSet presAssocID="{C39BEED2-C08A-4F6B-9E66-DF7413212D21}" presName="parentLeftMargin" presStyleLbl="node1" presStyleIdx="0" presStyleCnt="3"/>
      <dgm:spPr/>
    </dgm:pt>
    <dgm:pt modelId="{8AE6F3E3-1060-4D74-B1FE-E6F2A6D3B006}" type="pres">
      <dgm:prSet presAssocID="{C39BEED2-C08A-4F6B-9E66-DF7413212D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E6716C-D153-40C1-9C82-C2AAD96C15C6}" type="pres">
      <dgm:prSet presAssocID="{C39BEED2-C08A-4F6B-9E66-DF7413212D21}" presName="negativeSpace" presStyleCnt="0"/>
      <dgm:spPr/>
    </dgm:pt>
    <dgm:pt modelId="{671D7531-A7C1-4ACD-B2B6-6BD3C0EBD8C5}" type="pres">
      <dgm:prSet presAssocID="{C39BEED2-C08A-4F6B-9E66-DF7413212D21}" presName="childText" presStyleLbl="conFgAcc1" presStyleIdx="0" presStyleCnt="3">
        <dgm:presLayoutVars>
          <dgm:bulletEnabled val="1"/>
        </dgm:presLayoutVars>
      </dgm:prSet>
      <dgm:spPr/>
    </dgm:pt>
    <dgm:pt modelId="{60D43898-8ADF-460F-856F-E411444D3094}" type="pres">
      <dgm:prSet presAssocID="{747088CB-8E8C-4F26-9705-D857638BABE3}" presName="spaceBetweenRectangles" presStyleCnt="0"/>
      <dgm:spPr/>
    </dgm:pt>
    <dgm:pt modelId="{C9259901-F1E6-49D4-ABAB-490A8C19216D}" type="pres">
      <dgm:prSet presAssocID="{3C204562-ADE8-4BBD-A46F-6D8DCE5697D3}" presName="parentLin" presStyleCnt="0"/>
      <dgm:spPr/>
    </dgm:pt>
    <dgm:pt modelId="{60B67F1D-B1D9-4B9F-A737-D2E5638ECF40}" type="pres">
      <dgm:prSet presAssocID="{3C204562-ADE8-4BBD-A46F-6D8DCE5697D3}" presName="parentLeftMargin" presStyleLbl="node1" presStyleIdx="0" presStyleCnt="3"/>
      <dgm:spPr/>
    </dgm:pt>
    <dgm:pt modelId="{D3F71A0C-F981-42ED-A4CE-9382587EAECA}" type="pres">
      <dgm:prSet presAssocID="{3C204562-ADE8-4BBD-A46F-6D8DCE5697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C36D0B-1D54-404E-ADE7-FAB1603889D6}" type="pres">
      <dgm:prSet presAssocID="{3C204562-ADE8-4BBD-A46F-6D8DCE5697D3}" presName="negativeSpace" presStyleCnt="0"/>
      <dgm:spPr/>
    </dgm:pt>
    <dgm:pt modelId="{ECFAC8B9-81E2-4576-BA1D-86E372729AE0}" type="pres">
      <dgm:prSet presAssocID="{3C204562-ADE8-4BBD-A46F-6D8DCE5697D3}" presName="childText" presStyleLbl="conFgAcc1" presStyleIdx="1" presStyleCnt="3">
        <dgm:presLayoutVars>
          <dgm:bulletEnabled val="1"/>
        </dgm:presLayoutVars>
      </dgm:prSet>
      <dgm:spPr/>
    </dgm:pt>
    <dgm:pt modelId="{5A7A6C35-3403-4AAD-96BF-288D800C4AF7}" type="pres">
      <dgm:prSet presAssocID="{F007934C-C085-477E-81A4-0DECFBD659DD}" presName="spaceBetweenRectangles" presStyleCnt="0"/>
      <dgm:spPr/>
    </dgm:pt>
    <dgm:pt modelId="{6A851872-B471-4832-AE71-17FB87C4F5D1}" type="pres">
      <dgm:prSet presAssocID="{3E7358FB-7B54-4639-B56E-A467D0EC1D08}" presName="parentLin" presStyleCnt="0"/>
      <dgm:spPr/>
    </dgm:pt>
    <dgm:pt modelId="{4C53B77F-BF50-42DA-98D8-6C9747DB4BCE}" type="pres">
      <dgm:prSet presAssocID="{3E7358FB-7B54-4639-B56E-A467D0EC1D08}" presName="parentLeftMargin" presStyleLbl="node1" presStyleIdx="1" presStyleCnt="3"/>
      <dgm:spPr/>
    </dgm:pt>
    <dgm:pt modelId="{22068D13-9A3D-49F7-963F-54FB83FE2711}" type="pres">
      <dgm:prSet presAssocID="{3E7358FB-7B54-4639-B56E-A467D0EC1D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7C84E86-8084-4885-824F-1ECBABC933D7}" type="pres">
      <dgm:prSet presAssocID="{3E7358FB-7B54-4639-B56E-A467D0EC1D08}" presName="negativeSpace" presStyleCnt="0"/>
      <dgm:spPr/>
    </dgm:pt>
    <dgm:pt modelId="{5C175D13-A06B-4ABC-A535-2BED0625AF7F}" type="pres">
      <dgm:prSet presAssocID="{3E7358FB-7B54-4639-B56E-A467D0EC1D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EE98400-F89B-40E9-B5BA-79F4C247AA6C}" srcId="{7318E3E2-ED3E-404D-BD8A-1B17EF9A7582}" destId="{C39BEED2-C08A-4F6B-9E66-DF7413212D21}" srcOrd="0" destOrd="0" parTransId="{AC6C6FA3-8702-4DE9-9273-424037A8B864}" sibTransId="{747088CB-8E8C-4F26-9705-D857638BABE3}"/>
    <dgm:cxn modelId="{92C53618-92F8-4B50-96D3-0D0223F8E1B5}" type="presOf" srcId="{C39BEED2-C08A-4F6B-9E66-DF7413212D21}" destId="{8AE6F3E3-1060-4D74-B1FE-E6F2A6D3B006}" srcOrd="1" destOrd="0" presId="urn:microsoft.com/office/officeart/2005/8/layout/list1"/>
    <dgm:cxn modelId="{D7EFB91A-4803-4BE0-9EE1-8C3A8CD9FDAA}" type="presOf" srcId="{C39BEED2-C08A-4F6B-9E66-DF7413212D21}" destId="{6CBEE41F-87AB-4A15-B432-C5B056046CDB}" srcOrd="0" destOrd="0" presId="urn:microsoft.com/office/officeart/2005/8/layout/list1"/>
    <dgm:cxn modelId="{40CC4F4A-CA07-4B43-A9AF-467FD44BB478}" type="presOf" srcId="{3E7358FB-7B54-4639-B56E-A467D0EC1D08}" destId="{22068D13-9A3D-49F7-963F-54FB83FE2711}" srcOrd="1" destOrd="0" presId="urn:microsoft.com/office/officeart/2005/8/layout/list1"/>
    <dgm:cxn modelId="{B46F3177-CC91-485B-AE4D-7FBB832A30AD}" srcId="{7318E3E2-ED3E-404D-BD8A-1B17EF9A7582}" destId="{3E7358FB-7B54-4639-B56E-A467D0EC1D08}" srcOrd="2" destOrd="0" parTransId="{DBF35E8D-C918-46CF-9991-3F4196B85E17}" sibTransId="{4432E132-369D-4737-BFD4-CBA1E3199685}"/>
    <dgm:cxn modelId="{E2AA2BCB-06FF-4A0B-B492-BC76C00FD1B3}" srcId="{7318E3E2-ED3E-404D-BD8A-1B17EF9A7582}" destId="{3C204562-ADE8-4BBD-A46F-6D8DCE5697D3}" srcOrd="1" destOrd="0" parTransId="{58718678-EF3E-4543-8145-01DFCEFE1C69}" sibTransId="{F007934C-C085-477E-81A4-0DECFBD659DD}"/>
    <dgm:cxn modelId="{F0B712E6-6F16-441C-8D47-1B543DAA0D5E}" type="presOf" srcId="{3C204562-ADE8-4BBD-A46F-6D8DCE5697D3}" destId="{60B67F1D-B1D9-4B9F-A737-D2E5638ECF40}" srcOrd="0" destOrd="0" presId="urn:microsoft.com/office/officeart/2005/8/layout/list1"/>
    <dgm:cxn modelId="{48230CE8-3DA1-47BE-A6A3-0D2CBF4EFEC6}" type="presOf" srcId="{3C204562-ADE8-4BBD-A46F-6D8DCE5697D3}" destId="{D3F71A0C-F981-42ED-A4CE-9382587EAECA}" srcOrd="1" destOrd="0" presId="urn:microsoft.com/office/officeart/2005/8/layout/list1"/>
    <dgm:cxn modelId="{358C0DF3-07FE-4687-AF40-CC9C770E7178}" type="presOf" srcId="{7318E3E2-ED3E-404D-BD8A-1B17EF9A7582}" destId="{A9053CAF-ED19-4FEB-A108-1ECBBAEAF8B1}" srcOrd="0" destOrd="0" presId="urn:microsoft.com/office/officeart/2005/8/layout/list1"/>
    <dgm:cxn modelId="{958327F6-790C-44A8-973F-1D58AABB1F25}" type="presOf" srcId="{3E7358FB-7B54-4639-B56E-A467D0EC1D08}" destId="{4C53B77F-BF50-42DA-98D8-6C9747DB4BCE}" srcOrd="0" destOrd="0" presId="urn:microsoft.com/office/officeart/2005/8/layout/list1"/>
    <dgm:cxn modelId="{8E6F309C-9C81-46D5-8014-C293AA2C625A}" type="presParOf" srcId="{A9053CAF-ED19-4FEB-A108-1ECBBAEAF8B1}" destId="{DD64CE3C-D9EF-4681-BB5C-9AAD115D204E}" srcOrd="0" destOrd="0" presId="urn:microsoft.com/office/officeart/2005/8/layout/list1"/>
    <dgm:cxn modelId="{D6322940-53B2-4B0D-8FDB-AB94F65EBAF8}" type="presParOf" srcId="{DD64CE3C-D9EF-4681-BB5C-9AAD115D204E}" destId="{6CBEE41F-87AB-4A15-B432-C5B056046CDB}" srcOrd="0" destOrd="0" presId="urn:microsoft.com/office/officeart/2005/8/layout/list1"/>
    <dgm:cxn modelId="{869F2E28-7E5C-46BA-A611-56F979E73AD9}" type="presParOf" srcId="{DD64CE3C-D9EF-4681-BB5C-9AAD115D204E}" destId="{8AE6F3E3-1060-4D74-B1FE-E6F2A6D3B006}" srcOrd="1" destOrd="0" presId="urn:microsoft.com/office/officeart/2005/8/layout/list1"/>
    <dgm:cxn modelId="{2AB18F04-7872-4D0D-8432-F3124532D4E3}" type="presParOf" srcId="{A9053CAF-ED19-4FEB-A108-1ECBBAEAF8B1}" destId="{FDE6716C-D153-40C1-9C82-C2AAD96C15C6}" srcOrd="1" destOrd="0" presId="urn:microsoft.com/office/officeart/2005/8/layout/list1"/>
    <dgm:cxn modelId="{024F37F5-B825-40F6-8499-4335DF32BB5D}" type="presParOf" srcId="{A9053CAF-ED19-4FEB-A108-1ECBBAEAF8B1}" destId="{671D7531-A7C1-4ACD-B2B6-6BD3C0EBD8C5}" srcOrd="2" destOrd="0" presId="urn:microsoft.com/office/officeart/2005/8/layout/list1"/>
    <dgm:cxn modelId="{85EF65B1-73A7-4D5C-8FAD-5D0D3E9B5046}" type="presParOf" srcId="{A9053CAF-ED19-4FEB-A108-1ECBBAEAF8B1}" destId="{60D43898-8ADF-460F-856F-E411444D3094}" srcOrd="3" destOrd="0" presId="urn:microsoft.com/office/officeart/2005/8/layout/list1"/>
    <dgm:cxn modelId="{7D99099B-015D-4F76-986D-C5E40043AA81}" type="presParOf" srcId="{A9053CAF-ED19-4FEB-A108-1ECBBAEAF8B1}" destId="{C9259901-F1E6-49D4-ABAB-490A8C19216D}" srcOrd="4" destOrd="0" presId="urn:microsoft.com/office/officeart/2005/8/layout/list1"/>
    <dgm:cxn modelId="{138B4A62-6C18-4D7F-8052-DE0DB7DA55A1}" type="presParOf" srcId="{C9259901-F1E6-49D4-ABAB-490A8C19216D}" destId="{60B67F1D-B1D9-4B9F-A737-D2E5638ECF40}" srcOrd="0" destOrd="0" presId="urn:microsoft.com/office/officeart/2005/8/layout/list1"/>
    <dgm:cxn modelId="{82FEE83C-692B-4FA9-89CC-77DDA870D7D5}" type="presParOf" srcId="{C9259901-F1E6-49D4-ABAB-490A8C19216D}" destId="{D3F71A0C-F981-42ED-A4CE-9382587EAECA}" srcOrd="1" destOrd="0" presId="urn:microsoft.com/office/officeart/2005/8/layout/list1"/>
    <dgm:cxn modelId="{395F7795-8316-47DE-9705-EB5AED56DAAE}" type="presParOf" srcId="{A9053CAF-ED19-4FEB-A108-1ECBBAEAF8B1}" destId="{06C36D0B-1D54-404E-ADE7-FAB1603889D6}" srcOrd="5" destOrd="0" presId="urn:microsoft.com/office/officeart/2005/8/layout/list1"/>
    <dgm:cxn modelId="{CD8C5A96-CB61-4C0F-95B6-8A60D1A8097E}" type="presParOf" srcId="{A9053CAF-ED19-4FEB-A108-1ECBBAEAF8B1}" destId="{ECFAC8B9-81E2-4576-BA1D-86E372729AE0}" srcOrd="6" destOrd="0" presId="urn:microsoft.com/office/officeart/2005/8/layout/list1"/>
    <dgm:cxn modelId="{7F01567E-1719-4B44-A20A-BD69B4D8FE1B}" type="presParOf" srcId="{A9053CAF-ED19-4FEB-A108-1ECBBAEAF8B1}" destId="{5A7A6C35-3403-4AAD-96BF-288D800C4AF7}" srcOrd="7" destOrd="0" presId="urn:microsoft.com/office/officeart/2005/8/layout/list1"/>
    <dgm:cxn modelId="{CF7B32FF-C9FE-4D33-A2DE-4A2BB3196EC2}" type="presParOf" srcId="{A9053CAF-ED19-4FEB-A108-1ECBBAEAF8B1}" destId="{6A851872-B471-4832-AE71-17FB87C4F5D1}" srcOrd="8" destOrd="0" presId="urn:microsoft.com/office/officeart/2005/8/layout/list1"/>
    <dgm:cxn modelId="{3312CBE6-7B5E-429B-82D9-D721202660A6}" type="presParOf" srcId="{6A851872-B471-4832-AE71-17FB87C4F5D1}" destId="{4C53B77F-BF50-42DA-98D8-6C9747DB4BCE}" srcOrd="0" destOrd="0" presId="urn:microsoft.com/office/officeart/2005/8/layout/list1"/>
    <dgm:cxn modelId="{F4309393-55BA-4F92-AD63-7933D11808C0}" type="presParOf" srcId="{6A851872-B471-4832-AE71-17FB87C4F5D1}" destId="{22068D13-9A3D-49F7-963F-54FB83FE2711}" srcOrd="1" destOrd="0" presId="urn:microsoft.com/office/officeart/2005/8/layout/list1"/>
    <dgm:cxn modelId="{A0F8DF10-0523-4FAC-9F2C-DC44445EF02D}" type="presParOf" srcId="{A9053CAF-ED19-4FEB-A108-1ECBBAEAF8B1}" destId="{F7C84E86-8084-4885-824F-1ECBABC933D7}" srcOrd="9" destOrd="0" presId="urn:microsoft.com/office/officeart/2005/8/layout/list1"/>
    <dgm:cxn modelId="{BBD312BC-2465-4690-A83D-B4E10D3882D7}" type="presParOf" srcId="{A9053CAF-ED19-4FEB-A108-1ECBBAEAF8B1}" destId="{5C175D13-A06B-4ABC-A535-2BED0625AF7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8379CD-7E04-40D7-A49F-755BFC5823B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C0C5EC-4C46-46D2-96DA-83F1211C115B}">
      <dgm:prSet/>
      <dgm:spPr/>
      <dgm:t>
        <a:bodyPr/>
        <a:lstStyle/>
        <a:p>
          <a:r>
            <a:rPr lang="en-US"/>
            <a:t>Stable sorting</a:t>
          </a:r>
        </a:p>
      </dgm:t>
    </dgm:pt>
    <dgm:pt modelId="{80AF0EB9-EC6C-4089-8484-8D2C0A53C6B2}" type="parTrans" cxnId="{2ECE5E7D-08D2-491B-8C4E-39BF09BC72B4}">
      <dgm:prSet/>
      <dgm:spPr/>
      <dgm:t>
        <a:bodyPr/>
        <a:lstStyle/>
        <a:p>
          <a:endParaRPr lang="en-US"/>
        </a:p>
      </dgm:t>
    </dgm:pt>
    <dgm:pt modelId="{8E6474ED-F7C7-4E21-A35D-F7E3B2435631}" type="sibTrans" cxnId="{2ECE5E7D-08D2-491B-8C4E-39BF09BC72B4}">
      <dgm:prSet/>
      <dgm:spPr/>
      <dgm:t>
        <a:bodyPr/>
        <a:lstStyle/>
        <a:p>
          <a:endParaRPr lang="en-US"/>
        </a:p>
      </dgm:t>
    </dgm:pt>
    <dgm:pt modelId="{3CE996B2-52E5-4ECF-B0E2-7994E83CA282}">
      <dgm:prSet/>
      <dgm:spPr/>
      <dgm:t>
        <a:bodyPr/>
        <a:lstStyle/>
        <a:p>
          <a:r>
            <a:rPr lang="en-US"/>
            <a:t>Unstable sorting</a:t>
          </a:r>
        </a:p>
      </dgm:t>
    </dgm:pt>
    <dgm:pt modelId="{8D4C93D2-033C-48D6-AC20-AFA7CECB428B}" type="parTrans" cxnId="{A2750C90-2B1A-4D98-A11B-F5434345492F}">
      <dgm:prSet/>
      <dgm:spPr/>
      <dgm:t>
        <a:bodyPr/>
        <a:lstStyle/>
        <a:p>
          <a:endParaRPr lang="en-US"/>
        </a:p>
      </dgm:t>
    </dgm:pt>
    <dgm:pt modelId="{4C516078-B6BC-4AD9-A398-9A5F5CA0DB37}" type="sibTrans" cxnId="{A2750C90-2B1A-4D98-A11B-F5434345492F}">
      <dgm:prSet/>
      <dgm:spPr/>
      <dgm:t>
        <a:bodyPr/>
        <a:lstStyle/>
        <a:p>
          <a:endParaRPr lang="en-US"/>
        </a:p>
      </dgm:t>
    </dgm:pt>
    <dgm:pt modelId="{A435CBD6-4638-4A9B-A56E-DCC5E69DA2BE}" type="pres">
      <dgm:prSet presAssocID="{C88379CD-7E04-40D7-A49F-755BFC5823B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21A7B8-3F1D-4D4D-A17D-6B93260AC244}" type="pres">
      <dgm:prSet presAssocID="{B3C0C5EC-4C46-46D2-96DA-83F1211C115B}" presName="hierRoot1" presStyleCnt="0"/>
      <dgm:spPr/>
    </dgm:pt>
    <dgm:pt modelId="{8E9ECB06-EA42-485F-8683-03123C0D2343}" type="pres">
      <dgm:prSet presAssocID="{B3C0C5EC-4C46-46D2-96DA-83F1211C115B}" presName="composite" presStyleCnt="0"/>
      <dgm:spPr/>
    </dgm:pt>
    <dgm:pt modelId="{371209DC-4E5D-4198-AD0D-DF30C9DF43D9}" type="pres">
      <dgm:prSet presAssocID="{B3C0C5EC-4C46-46D2-96DA-83F1211C115B}" presName="background" presStyleLbl="node0" presStyleIdx="0" presStyleCnt="2"/>
      <dgm:spPr/>
    </dgm:pt>
    <dgm:pt modelId="{C0C72556-F7F9-49B3-A6E6-FF4DA17C8E65}" type="pres">
      <dgm:prSet presAssocID="{B3C0C5EC-4C46-46D2-96DA-83F1211C115B}" presName="text" presStyleLbl="fgAcc0" presStyleIdx="0" presStyleCnt="2">
        <dgm:presLayoutVars>
          <dgm:chPref val="3"/>
        </dgm:presLayoutVars>
      </dgm:prSet>
      <dgm:spPr/>
    </dgm:pt>
    <dgm:pt modelId="{FC6CC0BF-8447-4E9F-84EC-EBC3614D9416}" type="pres">
      <dgm:prSet presAssocID="{B3C0C5EC-4C46-46D2-96DA-83F1211C115B}" presName="hierChild2" presStyleCnt="0"/>
      <dgm:spPr/>
    </dgm:pt>
    <dgm:pt modelId="{B1BC2E39-8CEE-41A8-A715-7C4660B5F1CD}" type="pres">
      <dgm:prSet presAssocID="{3CE996B2-52E5-4ECF-B0E2-7994E83CA282}" presName="hierRoot1" presStyleCnt="0"/>
      <dgm:spPr/>
    </dgm:pt>
    <dgm:pt modelId="{E56AB16F-CBDB-4584-9C4D-63E4DDDA0168}" type="pres">
      <dgm:prSet presAssocID="{3CE996B2-52E5-4ECF-B0E2-7994E83CA282}" presName="composite" presStyleCnt="0"/>
      <dgm:spPr/>
    </dgm:pt>
    <dgm:pt modelId="{1D07F5B5-0673-458E-95F1-A79FE516B4BB}" type="pres">
      <dgm:prSet presAssocID="{3CE996B2-52E5-4ECF-B0E2-7994E83CA282}" presName="background" presStyleLbl="node0" presStyleIdx="1" presStyleCnt="2"/>
      <dgm:spPr/>
    </dgm:pt>
    <dgm:pt modelId="{C83AD698-C86E-479D-AC23-5F914700A0AA}" type="pres">
      <dgm:prSet presAssocID="{3CE996B2-52E5-4ECF-B0E2-7994E83CA282}" presName="text" presStyleLbl="fgAcc0" presStyleIdx="1" presStyleCnt="2">
        <dgm:presLayoutVars>
          <dgm:chPref val="3"/>
        </dgm:presLayoutVars>
      </dgm:prSet>
      <dgm:spPr/>
    </dgm:pt>
    <dgm:pt modelId="{05FCD4B1-7A4C-401B-8E22-6E990BCE51C2}" type="pres">
      <dgm:prSet presAssocID="{3CE996B2-52E5-4ECF-B0E2-7994E83CA282}" presName="hierChild2" presStyleCnt="0"/>
      <dgm:spPr/>
    </dgm:pt>
  </dgm:ptLst>
  <dgm:cxnLst>
    <dgm:cxn modelId="{36E12210-25F2-472B-B25A-434EB53E5B09}" type="presOf" srcId="{B3C0C5EC-4C46-46D2-96DA-83F1211C115B}" destId="{C0C72556-F7F9-49B3-A6E6-FF4DA17C8E65}" srcOrd="0" destOrd="0" presId="urn:microsoft.com/office/officeart/2005/8/layout/hierarchy1"/>
    <dgm:cxn modelId="{84DDE810-0B02-4378-AD5F-10C379948E1F}" type="presOf" srcId="{3CE996B2-52E5-4ECF-B0E2-7994E83CA282}" destId="{C83AD698-C86E-479D-AC23-5F914700A0AA}" srcOrd="0" destOrd="0" presId="urn:microsoft.com/office/officeart/2005/8/layout/hierarchy1"/>
    <dgm:cxn modelId="{2ECE5E7D-08D2-491B-8C4E-39BF09BC72B4}" srcId="{C88379CD-7E04-40D7-A49F-755BFC5823BD}" destId="{B3C0C5EC-4C46-46D2-96DA-83F1211C115B}" srcOrd="0" destOrd="0" parTransId="{80AF0EB9-EC6C-4089-8484-8D2C0A53C6B2}" sibTransId="{8E6474ED-F7C7-4E21-A35D-F7E3B2435631}"/>
    <dgm:cxn modelId="{A2750C90-2B1A-4D98-A11B-F5434345492F}" srcId="{C88379CD-7E04-40D7-A49F-755BFC5823BD}" destId="{3CE996B2-52E5-4ECF-B0E2-7994E83CA282}" srcOrd="1" destOrd="0" parTransId="{8D4C93D2-033C-48D6-AC20-AFA7CECB428B}" sibTransId="{4C516078-B6BC-4AD9-A398-9A5F5CA0DB37}"/>
    <dgm:cxn modelId="{91C7F298-C141-4933-BB98-2AE6960FF242}" type="presOf" srcId="{C88379CD-7E04-40D7-A49F-755BFC5823BD}" destId="{A435CBD6-4638-4A9B-A56E-DCC5E69DA2BE}" srcOrd="0" destOrd="0" presId="urn:microsoft.com/office/officeart/2005/8/layout/hierarchy1"/>
    <dgm:cxn modelId="{8ED21AC5-FFED-47F1-B6A6-CE0EFF33CB81}" type="presParOf" srcId="{A435CBD6-4638-4A9B-A56E-DCC5E69DA2BE}" destId="{8021A7B8-3F1D-4D4D-A17D-6B93260AC244}" srcOrd="0" destOrd="0" presId="urn:microsoft.com/office/officeart/2005/8/layout/hierarchy1"/>
    <dgm:cxn modelId="{2B1ED08B-7D10-4654-A481-11366E909D31}" type="presParOf" srcId="{8021A7B8-3F1D-4D4D-A17D-6B93260AC244}" destId="{8E9ECB06-EA42-485F-8683-03123C0D2343}" srcOrd="0" destOrd="0" presId="urn:microsoft.com/office/officeart/2005/8/layout/hierarchy1"/>
    <dgm:cxn modelId="{16B59997-9B57-4867-A69F-AF50599D03D5}" type="presParOf" srcId="{8E9ECB06-EA42-485F-8683-03123C0D2343}" destId="{371209DC-4E5D-4198-AD0D-DF30C9DF43D9}" srcOrd="0" destOrd="0" presId="urn:microsoft.com/office/officeart/2005/8/layout/hierarchy1"/>
    <dgm:cxn modelId="{54652863-257D-4C78-82FE-F4177E96BDEC}" type="presParOf" srcId="{8E9ECB06-EA42-485F-8683-03123C0D2343}" destId="{C0C72556-F7F9-49B3-A6E6-FF4DA17C8E65}" srcOrd="1" destOrd="0" presId="urn:microsoft.com/office/officeart/2005/8/layout/hierarchy1"/>
    <dgm:cxn modelId="{BA28F42A-7DF1-43A9-8783-A9A37CDCC82D}" type="presParOf" srcId="{8021A7B8-3F1D-4D4D-A17D-6B93260AC244}" destId="{FC6CC0BF-8447-4E9F-84EC-EBC3614D9416}" srcOrd="1" destOrd="0" presId="urn:microsoft.com/office/officeart/2005/8/layout/hierarchy1"/>
    <dgm:cxn modelId="{E269C95E-959D-4D8B-929B-FFFA40AEFC1C}" type="presParOf" srcId="{A435CBD6-4638-4A9B-A56E-DCC5E69DA2BE}" destId="{B1BC2E39-8CEE-41A8-A715-7C4660B5F1CD}" srcOrd="1" destOrd="0" presId="urn:microsoft.com/office/officeart/2005/8/layout/hierarchy1"/>
    <dgm:cxn modelId="{2917F727-CDB3-48C1-8CF4-09C1EEFD4FFA}" type="presParOf" srcId="{B1BC2E39-8CEE-41A8-A715-7C4660B5F1CD}" destId="{E56AB16F-CBDB-4584-9C4D-63E4DDDA0168}" srcOrd="0" destOrd="0" presId="urn:microsoft.com/office/officeart/2005/8/layout/hierarchy1"/>
    <dgm:cxn modelId="{6450FB34-0C9F-44FA-8F43-81362659E1AE}" type="presParOf" srcId="{E56AB16F-CBDB-4584-9C4D-63E4DDDA0168}" destId="{1D07F5B5-0673-458E-95F1-A79FE516B4BB}" srcOrd="0" destOrd="0" presId="urn:microsoft.com/office/officeart/2005/8/layout/hierarchy1"/>
    <dgm:cxn modelId="{D6543BA5-98AE-41E7-B2B8-E52210177E70}" type="presParOf" srcId="{E56AB16F-CBDB-4584-9C4D-63E4DDDA0168}" destId="{C83AD698-C86E-479D-AC23-5F914700A0AA}" srcOrd="1" destOrd="0" presId="urn:microsoft.com/office/officeart/2005/8/layout/hierarchy1"/>
    <dgm:cxn modelId="{FD3C448C-EDBE-4960-BF40-D4C77B7AC55E}" type="presParOf" srcId="{B1BC2E39-8CEE-41A8-A715-7C4660B5F1CD}" destId="{05FCD4B1-7A4C-401B-8E22-6E990BCE51C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AD74AA6-9705-4A50-826F-F09B03861868}">
          <dgm:prSet custT="1"/>
          <dgm:spPr/>
          <dgm:t>
            <a:bodyPr/>
            <a:lstStyle/>
            <a:p>
              <a:r>
                <a:rPr lang="en-US" sz="4400" dirty="0"/>
                <a:t>Insertion sort - O(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sz="4400" i="1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  <m: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a14:m>
              <a:r>
                <a:rPr lang="en-US" sz="4400" dirty="0"/>
                <a:t>)</a:t>
              </a:r>
            </a:p>
          </dgm:t>
        </dgm:pt>
      </mc:Choice>
      <mc:Fallback xmlns="">
        <dgm:pt modelId="{7AD74AA6-9705-4A50-826F-F09B03861868}">
          <dgm:prSet custT="1"/>
          <dgm:spPr/>
          <dgm:t>
            <a:bodyPr/>
            <a:lstStyle/>
            <a:p>
              <a:r>
                <a:rPr lang="en-US" sz="4400" dirty="0"/>
                <a:t>Insertion sort - O(</a:t>
              </a:r>
              <a:r>
                <a:rPr lang="en-US" sz="4400" b="0" i="0">
                  <a:latin typeface="Cambria Math" panose="02040503050406030204" pitchFamily="18" charset="0"/>
                </a:rPr>
                <a:t>𝑛^2</a:t>
              </a:r>
              <a:r>
                <a:rPr lang="en-US" sz="4400" dirty="0"/>
                <a:t>)</a:t>
              </a:r>
            </a:p>
          </dgm:t>
        </dgm:pt>
      </mc:Fallback>
    </mc:AlternateConten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14:m>
                <m:oMath xmlns:m="http://schemas.openxmlformats.org/officeDocument/2006/math"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∗</m:t>
                  </m:r>
                  <m:r>
                    <m:rPr>
                      <m:sty m:val="p"/>
                    </m:rPr>
                    <a:rPr lang="en-US" sz="4400" b="0" i="0" smtClean="0">
                      <a:latin typeface="Cambria Math" panose="02040503050406030204" pitchFamily="18" charset="0"/>
                    </a:rPr>
                    <m:t>log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⁡(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𝑛</m:t>
                  </m:r>
                  <m:r>
                    <a:rPr lang="en-US" sz="4400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sz="4400" dirty="0"/>
                <a:t>)</a:t>
              </a:r>
            </a:p>
          </dgm:t>
        </dgm:pt>
      </mc:Choice>
      <mc:Fallback xmlns="">
        <dgm:pt modelId="{2424F55F-12B7-4AC2-807F-369971E89394}">
          <dgm:prSet custT="1"/>
          <dgm:spPr/>
          <dgm:t>
            <a:bodyPr/>
            <a:lstStyle/>
            <a:p>
              <a:r>
                <a:rPr lang="en-US" sz="4400" dirty="0"/>
                <a:t>Merge sort – O(</a:t>
              </a:r>
              <a:r>
                <a:rPr lang="en-US" sz="4400" b="0" i="0">
                  <a:latin typeface="Cambria Math" panose="02040503050406030204" pitchFamily="18" charset="0"/>
                </a:rPr>
                <a:t>𝑛∗log⁡(𝑛)</a:t>
              </a:r>
              <a:r>
                <a:rPr lang="en-US" sz="4400" dirty="0"/>
                <a:t>)</a:t>
              </a:r>
            </a:p>
          </dgm:t>
        </dgm:pt>
      </mc:Fallback>
    </mc:AlternateConten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410394-6222-4214-B5AB-D79C2B1B8CA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D74AA6-9705-4A50-826F-F09B03861868}">
      <dgm:prSet custT="1"/>
      <dgm:spPr>
        <a:blipFill>
          <a:blip xmlns:r="http://schemas.openxmlformats.org/officeDocument/2006/relationships" r:embed="rId1"/>
          <a:stretch>
            <a:fillRect l="-1830" b="-450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FAED2FF-69A1-4338-9C65-3B117E1D1B19}" type="parTrans" cxnId="{A62B2FAD-3D08-42CF-AE4E-6B27DC9AE288}">
      <dgm:prSet/>
      <dgm:spPr/>
      <dgm:t>
        <a:bodyPr/>
        <a:lstStyle/>
        <a:p>
          <a:endParaRPr lang="en-US"/>
        </a:p>
      </dgm:t>
    </dgm:pt>
    <dgm:pt modelId="{1D057C7E-78BD-4CB6-BC0F-EB6321253F51}" type="sibTrans" cxnId="{A62B2FAD-3D08-42CF-AE4E-6B27DC9AE288}">
      <dgm:prSet/>
      <dgm:spPr/>
      <dgm:t>
        <a:bodyPr/>
        <a:lstStyle/>
        <a:p>
          <a:endParaRPr lang="en-US"/>
        </a:p>
      </dgm:t>
    </dgm:pt>
    <dgm:pt modelId="{2424F55F-12B7-4AC2-807F-369971E89394}">
      <dgm:prSet custT="1"/>
      <dgm:spPr>
        <a:blipFill>
          <a:blip xmlns:r="http://schemas.openxmlformats.org/officeDocument/2006/relationships" r:embed="rId2"/>
          <a:stretch>
            <a:fillRect l="-1830" r="-366" b="-402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0EA5034-2511-43F4-BE28-3924DD945284}" type="parTrans" cxnId="{EF8098BC-6200-4303-8C6A-84DE52D0C5EA}">
      <dgm:prSet/>
      <dgm:spPr/>
      <dgm:t>
        <a:bodyPr/>
        <a:lstStyle/>
        <a:p>
          <a:endParaRPr lang="en-US"/>
        </a:p>
      </dgm:t>
    </dgm:pt>
    <dgm:pt modelId="{80283791-2E50-4439-A87E-1A566C3CA244}" type="sibTrans" cxnId="{EF8098BC-6200-4303-8C6A-84DE52D0C5EA}">
      <dgm:prSet/>
      <dgm:spPr/>
      <dgm:t>
        <a:bodyPr/>
        <a:lstStyle/>
        <a:p>
          <a:endParaRPr lang="en-US"/>
        </a:p>
      </dgm:t>
    </dgm:pt>
    <dgm:pt modelId="{F78D9865-9FBA-4A68-B76A-34CE83AAEB37}" type="pres">
      <dgm:prSet presAssocID="{38410394-6222-4214-B5AB-D79C2B1B8CA5}" presName="linear" presStyleCnt="0">
        <dgm:presLayoutVars>
          <dgm:animLvl val="lvl"/>
          <dgm:resizeHandles val="exact"/>
        </dgm:presLayoutVars>
      </dgm:prSet>
      <dgm:spPr/>
    </dgm:pt>
    <dgm:pt modelId="{7DECA069-400F-409B-BA38-707F01D875C7}" type="pres">
      <dgm:prSet presAssocID="{7AD74AA6-9705-4A50-826F-F09B0386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4B27D8-76EE-4F0D-8F5B-584ACDD4785F}" type="pres">
      <dgm:prSet presAssocID="{1D057C7E-78BD-4CB6-BC0F-EB6321253F51}" presName="spacer" presStyleCnt="0"/>
      <dgm:spPr/>
    </dgm:pt>
    <dgm:pt modelId="{1B21062C-9886-4670-98A4-1907C25DDDE0}" type="pres">
      <dgm:prSet presAssocID="{2424F55F-12B7-4AC2-807F-369971E893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3D45F7B-3DC7-493A-906F-DB6A38D1CA9A}" type="presOf" srcId="{38410394-6222-4214-B5AB-D79C2B1B8CA5}" destId="{F78D9865-9FBA-4A68-B76A-34CE83AAEB37}" srcOrd="0" destOrd="0" presId="urn:microsoft.com/office/officeart/2005/8/layout/vList2"/>
    <dgm:cxn modelId="{A62B2FAD-3D08-42CF-AE4E-6B27DC9AE288}" srcId="{38410394-6222-4214-B5AB-D79C2B1B8CA5}" destId="{7AD74AA6-9705-4A50-826F-F09B03861868}" srcOrd="0" destOrd="0" parTransId="{CFAED2FF-69A1-4338-9C65-3B117E1D1B19}" sibTransId="{1D057C7E-78BD-4CB6-BC0F-EB6321253F51}"/>
    <dgm:cxn modelId="{EF8098BC-6200-4303-8C6A-84DE52D0C5EA}" srcId="{38410394-6222-4214-B5AB-D79C2B1B8CA5}" destId="{2424F55F-12B7-4AC2-807F-369971E89394}" srcOrd="1" destOrd="0" parTransId="{60EA5034-2511-43F4-BE28-3924DD945284}" sibTransId="{80283791-2E50-4439-A87E-1A566C3CA244}"/>
    <dgm:cxn modelId="{42ACF1BC-338F-4C19-ABDC-41F537C69FDD}" type="presOf" srcId="{2424F55F-12B7-4AC2-807F-369971E89394}" destId="{1B21062C-9886-4670-98A4-1907C25DDDE0}" srcOrd="0" destOrd="0" presId="urn:microsoft.com/office/officeart/2005/8/layout/vList2"/>
    <dgm:cxn modelId="{F18B60FF-EE98-4801-AD57-3EA45A9C4642}" type="presOf" srcId="{7AD74AA6-9705-4A50-826F-F09B03861868}" destId="{7DECA069-400F-409B-BA38-707F01D875C7}" srcOrd="0" destOrd="0" presId="urn:microsoft.com/office/officeart/2005/8/layout/vList2"/>
    <dgm:cxn modelId="{8CE63C7F-B000-420B-9E45-99308AD9B312}" type="presParOf" srcId="{F78D9865-9FBA-4A68-B76A-34CE83AAEB37}" destId="{7DECA069-400F-409B-BA38-707F01D875C7}" srcOrd="0" destOrd="0" presId="urn:microsoft.com/office/officeart/2005/8/layout/vList2"/>
    <dgm:cxn modelId="{BA6D2E24-72CA-4A53-8D51-8F3CC74A86E5}" type="presParOf" srcId="{F78D9865-9FBA-4A68-B76A-34CE83AAEB37}" destId="{BE4B27D8-76EE-4F0D-8F5B-584ACDD4785F}" srcOrd="1" destOrd="0" presId="urn:microsoft.com/office/officeart/2005/8/layout/vList2"/>
    <dgm:cxn modelId="{724C1AA8-D8F6-4F4F-83F2-26341856EB6B}" type="presParOf" srcId="{F78D9865-9FBA-4A68-B76A-34CE83AAEB37}" destId="{1B21062C-9886-4670-98A4-1907C25DDD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7F18D6-22C8-41AA-BD6A-A15BED36E0D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7926C54-4CF5-4478-9148-00CF5F6C8FF6}">
      <dgm:prSet/>
      <dgm:spPr/>
      <dgm:t>
        <a:bodyPr/>
        <a:lstStyle/>
        <a:p>
          <a:r>
            <a:rPr lang="en-US"/>
            <a:t>Insertion sort</a:t>
          </a:r>
        </a:p>
      </dgm:t>
    </dgm:pt>
    <dgm:pt modelId="{7E314ADF-71A3-4F18-A3F2-9A3D20ED17B5}" type="parTrans" cxnId="{4828438C-67AE-49B7-BC64-EBC93C0B2B3E}">
      <dgm:prSet/>
      <dgm:spPr/>
      <dgm:t>
        <a:bodyPr/>
        <a:lstStyle/>
        <a:p>
          <a:endParaRPr lang="en-US"/>
        </a:p>
      </dgm:t>
    </dgm:pt>
    <dgm:pt modelId="{7891A973-E99B-45B4-89D2-A6181C7D1F44}" type="sibTrans" cxnId="{4828438C-67AE-49B7-BC64-EBC93C0B2B3E}">
      <dgm:prSet/>
      <dgm:spPr/>
      <dgm:t>
        <a:bodyPr/>
        <a:lstStyle/>
        <a:p>
          <a:endParaRPr lang="en-US"/>
        </a:p>
      </dgm:t>
    </dgm:pt>
    <dgm:pt modelId="{E50E2B92-DCE3-42B8-8CB6-76F25B4AF169}">
      <dgm:prSet/>
      <dgm:spPr/>
      <dgm:t>
        <a:bodyPr/>
        <a:lstStyle/>
        <a:p>
          <a:endParaRPr lang="en-US" dirty="0"/>
        </a:p>
      </dgm:t>
    </dgm:pt>
    <dgm:pt modelId="{FEC6CEC6-B23B-43B7-A9E7-9FCF96F0349E}" type="parTrans" cxnId="{9952A282-E904-4AF4-BCBE-1554E5DA771A}">
      <dgm:prSet/>
      <dgm:spPr/>
      <dgm:t>
        <a:bodyPr/>
        <a:lstStyle/>
        <a:p>
          <a:endParaRPr lang="en-US"/>
        </a:p>
      </dgm:t>
    </dgm:pt>
    <dgm:pt modelId="{7A566CA2-834F-4406-9623-F7A8D863C3E1}" type="sibTrans" cxnId="{9952A282-E904-4AF4-BCBE-1554E5DA771A}">
      <dgm:prSet/>
      <dgm:spPr/>
      <dgm:t>
        <a:bodyPr/>
        <a:lstStyle/>
        <a:p>
          <a:endParaRPr lang="en-US"/>
        </a:p>
      </dgm:t>
    </dgm:pt>
    <dgm:pt modelId="{5B66D8A0-379E-4342-A838-84A5239B0A20}">
      <dgm:prSet/>
      <dgm:spPr/>
      <dgm:t>
        <a:bodyPr/>
        <a:lstStyle/>
        <a:p>
          <a:r>
            <a:rPr lang="en-US"/>
            <a:t>Efficient for small datasets</a:t>
          </a:r>
        </a:p>
      </dgm:t>
    </dgm:pt>
    <dgm:pt modelId="{F3889BFB-E48E-42CD-850D-E43038A4EEA4}" type="parTrans" cxnId="{3810F60D-4329-42F1-B117-F04024AFD6D3}">
      <dgm:prSet/>
      <dgm:spPr/>
      <dgm:t>
        <a:bodyPr/>
        <a:lstStyle/>
        <a:p>
          <a:endParaRPr lang="en-US"/>
        </a:p>
      </dgm:t>
    </dgm:pt>
    <dgm:pt modelId="{3AAB5BEC-6267-4CB9-B007-A3BAA10536DB}" type="sibTrans" cxnId="{3810F60D-4329-42F1-B117-F04024AFD6D3}">
      <dgm:prSet/>
      <dgm:spPr/>
      <dgm:t>
        <a:bodyPr/>
        <a:lstStyle/>
        <a:p>
          <a:endParaRPr lang="en-US"/>
        </a:p>
      </dgm:t>
    </dgm:pt>
    <dgm:pt modelId="{3776C93A-87F8-4F99-85F9-73C8CA402D7A}">
      <dgm:prSet/>
      <dgm:spPr/>
      <dgm:t>
        <a:bodyPr/>
        <a:lstStyle/>
        <a:p>
          <a:r>
            <a:rPr lang="en-US"/>
            <a:t>Low memory usage</a:t>
          </a:r>
        </a:p>
      </dgm:t>
    </dgm:pt>
    <dgm:pt modelId="{71D19022-607D-448A-88A1-34FE6056B715}" type="parTrans" cxnId="{9C7123AF-CFDA-4FFE-9F71-A9A9E10110EC}">
      <dgm:prSet/>
      <dgm:spPr/>
      <dgm:t>
        <a:bodyPr/>
        <a:lstStyle/>
        <a:p>
          <a:endParaRPr lang="en-US"/>
        </a:p>
      </dgm:t>
    </dgm:pt>
    <dgm:pt modelId="{7838E422-E0E2-4F08-9902-345BCF65FE0A}" type="sibTrans" cxnId="{9C7123AF-CFDA-4FFE-9F71-A9A9E10110EC}">
      <dgm:prSet/>
      <dgm:spPr/>
      <dgm:t>
        <a:bodyPr/>
        <a:lstStyle/>
        <a:p>
          <a:endParaRPr lang="en-US"/>
        </a:p>
      </dgm:t>
    </dgm:pt>
    <dgm:pt modelId="{D0B0BD52-6504-4CD2-8523-85E9CEC76E93}">
      <dgm:prSet/>
      <dgm:spPr/>
      <dgm:t>
        <a:bodyPr/>
        <a:lstStyle/>
        <a:p>
          <a:r>
            <a:rPr lang="en-US" dirty="0"/>
            <a:t>Stable</a:t>
          </a:r>
        </a:p>
      </dgm:t>
    </dgm:pt>
    <dgm:pt modelId="{98C1525B-6588-4B4A-B8E3-408BC3081F3C}" type="parTrans" cxnId="{F99E01A6-3582-4FD0-97D1-63F9B316FA09}">
      <dgm:prSet/>
      <dgm:spPr/>
      <dgm:t>
        <a:bodyPr/>
        <a:lstStyle/>
        <a:p>
          <a:endParaRPr lang="en-US"/>
        </a:p>
      </dgm:t>
    </dgm:pt>
    <dgm:pt modelId="{0E4A5C77-CD12-40EA-8A45-3891A4683670}" type="sibTrans" cxnId="{F99E01A6-3582-4FD0-97D1-63F9B316FA09}">
      <dgm:prSet/>
      <dgm:spPr/>
      <dgm:t>
        <a:bodyPr/>
        <a:lstStyle/>
        <a:p>
          <a:endParaRPr lang="en-US"/>
        </a:p>
      </dgm:t>
    </dgm:pt>
    <dgm:pt modelId="{48598301-680A-493F-B65F-83991832E049}">
      <dgm:prSet/>
      <dgm:spPr/>
      <dgm:t>
        <a:bodyPr/>
        <a:lstStyle/>
        <a:p>
          <a:r>
            <a:rPr lang="en-US"/>
            <a:t>Merge sort</a:t>
          </a:r>
        </a:p>
      </dgm:t>
    </dgm:pt>
    <dgm:pt modelId="{42C6481B-F157-4B67-BA90-0A0B794BC719}" type="parTrans" cxnId="{A4EC5627-6B03-4595-AA3C-EE4E86C2B5C4}">
      <dgm:prSet/>
      <dgm:spPr/>
      <dgm:t>
        <a:bodyPr/>
        <a:lstStyle/>
        <a:p>
          <a:endParaRPr lang="en-US"/>
        </a:p>
      </dgm:t>
    </dgm:pt>
    <dgm:pt modelId="{F4870361-D655-41BA-A5CC-934D98C05431}" type="sibTrans" cxnId="{A4EC5627-6B03-4595-AA3C-EE4E86C2B5C4}">
      <dgm:prSet/>
      <dgm:spPr/>
      <dgm:t>
        <a:bodyPr/>
        <a:lstStyle/>
        <a:p>
          <a:endParaRPr lang="en-US"/>
        </a:p>
      </dgm:t>
    </dgm:pt>
    <dgm:pt modelId="{0D1E6491-4DB2-474D-B018-7D781F226E27}">
      <dgm:prSet/>
      <dgm:spPr/>
      <dgm:t>
        <a:bodyPr/>
        <a:lstStyle/>
        <a:p>
          <a:r>
            <a:rPr lang="en-US"/>
            <a:t>Efficient for large datasets</a:t>
          </a:r>
        </a:p>
      </dgm:t>
    </dgm:pt>
    <dgm:pt modelId="{29676528-DAA8-492A-8F51-A14B265C67E1}" type="parTrans" cxnId="{D52514BA-0E1B-4938-9C64-2E2C081E1DCB}">
      <dgm:prSet/>
      <dgm:spPr/>
      <dgm:t>
        <a:bodyPr/>
        <a:lstStyle/>
        <a:p>
          <a:endParaRPr lang="en-US"/>
        </a:p>
      </dgm:t>
    </dgm:pt>
    <dgm:pt modelId="{58C90330-854A-4DF5-8AF9-7BB5E3E236E8}" type="sibTrans" cxnId="{D52514BA-0E1B-4938-9C64-2E2C081E1DCB}">
      <dgm:prSet/>
      <dgm:spPr/>
      <dgm:t>
        <a:bodyPr/>
        <a:lstStyle/>
        <a:p>
          <a:endParaRPr lang="en-US"/>
        </a:p>
      </dgm:t>
    </dgm:pt>
    <dgm:pt modelId="{AA517F4F-5C9B-481B-AABC-A7E07ED6559D}">
      <dgm:prSet/>
      <dgm:spPr/>
      <dgm:t>
        <a:bodyPr/>
        <a:lstStyle/>
        <a:p>
          <a:r>
            <a:rPr lang="en-US"/>
            <a:t>Uses extra memory</a:t>
          </a:r>
        </a:p>
      </dgm:t>
    </dgm:pt>
    <dgm:pt modelId="{C88245F0-6055-4F74-B09D-27DCBC7DE080}" type="parTrans" cxnId="{4B03E043-4EC5-41B2-92EB-887998FEB32B}">
      <dgm:prSet/>
      <dgm:spPr/>
      <dgm:t>
        <a:bodyPr/>
        <a:lstStyle/>
        <a:p>
          <a:endParaRPr lang="en-US"/>
        </a:p>
      </dgm:t>
    </dgm:pt>
    <dgm:pt modelId="{B65D99B8-4201-46CF-8C1D-F1289B5A745B}" type="sibTrans" cxnId="{4B03E043-4EC5-41B2-92EB-887998FEB32B}">
      <dgm:prSet/>
      <dgm:spPr/>
      <dgm:t>
        <a:bodyPr/>
        <a:lstStyle/>
        <a:p>
          <a:endParaRPr lang="en-US"/>
        </a:p>
      </dgm:t>
    </dgm:pt>
    <dgm:pt modelId="{8CF6B74A-F9FF-4E02-842B-0D1A0414A42E}">
      <dgm:prSet/>
      <dgm:spPr/>
      <dgm:t>
        <a:bodyPr/>
        <a:lstStyle/>
        <a:p>
          <a:r>
            <a:rPr lang="en-US"/>
            <a:t>Stable</a:t>
          </a:r>
        </a:p>
      </dgm:t>
    </dgm:pt>
    <dgm:pt modelId="{CD96CE6F-14CB-44A5-B252-5184517768F5}" type="parTrans" cxnId="{67BDEDEB-6E1E-4FE9-B503-F80BBE0442AF}">
      <dgm:prSet/>
      <dgm:spPr/>
      <dgm:t>
        <a:bodyPr/>
        <a:lstStyle/>
        <a:p>
          <a:endParaRPr lang="en-US"/>
        </a:p>
      </dgm:t>
    </dgm:pt>
    <dgm:pt modelId="{9C75A29E-B91C-4F6E-8E6A-C8572EF8D110}" type="sibTrans" cxnId="{67BDEDEB-6E1E-4FE9-B503-F80BBE0442AF}">
      <dgm:prSet/>
      <dgm:spPr/>
      <dgm:t>
        <a:bodyPr/>
        <a:lstStyle/>
        <a:p>
          <a:endParaRPr lang="en-US"/>
        </a:p>
      </dgm:t>
    </dgm:pt>
    <dgm:pt modelId="{75256B0B-9534-451D-92BD-C98FDC5302CB}" type="pres">
      <dgm:prSet presAssocID="{ED7F18D6-22C8-41AA-BD6A-A15BED36E0DE}" presName="Name0" presStyleCnt="0">
        <dgm:presLayoutVars>
          <dgm:dir/>
          <dgm:animLvl val="lvl"/>
          <dgm:resizeHandles val="exact"/>
        </dgm:presLayoutVars>
      </dgm:prSet>
      <dgm:spPr/>
    </dgm:pt>
    <dgm:pt modelId="{9B6B45C2-3EB6-44D7-89CE-D76699809074}" type="pres">
      <dgm:prSet presAssocID="{D7926C54-4CF5-4478-9148-00CF5F6C8FF6}" presName="linNode" presStyleCnt="0"/>
      <dgm:spPr/>
    </dgm:pt>
    <dgm:pt modelId="{69CDAC79-9964-459D-964F-A0EA04A4879D}" type="pres">
      <dgm:prSet presAssocID="{D7926C54-4CF5-4478-9148-00CF5F6C8FF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ECD63E5-4F66-4B0C-B068-CED9952E9D5A}" type="pres">
      <dgm:prSet presAssocID="{D7926C54-4CF5-4478-9148-00CF5F6C8FF6}" presName="descendantText" presStyleLbl="alignAccFollowNode1" presStyleIdx="0" presStyleCnt="2">
        <dgm:presLayoutVars>
          <dgm:bulletEnabled val="1"/>
        </dgm:presLayoutVars>
      </dgm:prSet>
      <dgm:spPr/>
    </dgm:pt>
    <dgm:pt modelId="{6A886D8E-06E1-429C-9EFB-910DF19CA432}" type="pres">
      <dgm:prSet presAssocID="{7891A973-E99B-45B4-89D2-A6181C7D1F44}" presName="sp" presStyleCnt="0"/>
      <dgm:spPr/>
    </dgm:pt>
    <dgm:pt modelId="{C1C6FF86-21A7-481F-8107-6C1FF3CFC9E0}" type="pres">
      <dgm:prSet presAssocID="{48598301-680A-493F-B65F-83991832E049}" presName="linNode" presStyleCnt="0"/>
      <dgm:spPr/>
    </dgm:pt>
    <dgm:pt modelId="{AE510EC4-BC54-461A-9F0C-6BA945AF9BD8}" type="pres">
      <dgm:prSet presAssocID="{48598301-680A-493F-B65F-83991832E04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2F56358-AB68-4D88-B7B7-797F38FAB7E6}" type="pres">
      <dgm:prSet presAssocID="{48598301-680A-493F-B65F-83991832E04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5ECD105-8EC6-473C-93BC-277F6FE5308C}" type="presOf" srcId="{0D1E6491-4DB2-474D-B018-7D781F226E27}" destId="{32F56358-AB68-4D88-B7B7-797F38FAB7E6}" srcOrd="0" destOrd="0" presId="urn:microsoft.com/office/officeart/2005/8/layout/vList5"/>
    <dgm:cxn modelId="{3810F60D-4329-42F1-B117-F04024AFD6D3}" srcId="{D7926C54-4CF5-4478-9148-00CF5F6C8FF6}" destId="{5B66D8A0-379E-4342-A838-84A5239B0A20}" srcOrd="1" destOrd="0" parTransId="{F3889BFB-E48E-42CD-850D-E43038A4EEA4}" sibTransId="{3AAB5BEC-6267-4CB9-B007-A3BAA10536DB}"/>
    <dgm:cxn modelId="{2CD0490E-992E-4223-9495-D4B83344817E}" type="presOf" srcId="{3776C93A-87F8-4F99-85F9-73C8CA402D7A}" destId="{CECD63E5-4F66-4B0C-B068-CED9952E9D5A}" srcOrd="0" destOrd="2" presId="urn:microsoft.com/office/officeart/2005/8/layout/vList5"/>
    <dgm:cxn modelId="{A4EC5627-6B03-4595-AA3C-EE4E86C2B5C4}" srcId="{ED7F18D6-22C8-41AA-BD6A-A15BED36E0DE}" destId="{48598301-680A-493F-B65F-83991832E049}" srcOrd="1" destOrd="0" parTransId="{42C6481B-F157-4B67-BA90-0A0B794BC719}" sibTransId="{F4870361-D655-41BA-A5CC-934D98C05431}"/>
    <dgm:cxn modelId="{FBA15F5E-7923-4DB4-B340-CF319F8E9729}" type="presOf" srcId="{D0B0BD52-6504-4CD2-8523-85E9CEC76E93}" destId="{CECD63E5-4F66-4B0C-B068-CED9952E9D5A}" srcOrd="0" destOrd="3" presId="urn:microsoft.com/office/officeart/2005/8/layout/vList5"/>
    <dgm:cxn modelId="{4B03E043-4EC5-41B2-92EB-887998FEB32B}" srcId="{48598301-680A-493F-B65F-83991832E049}" destId="{AA517F4F-5C9B-481B-AABC-A7E07ED6559D}" srcOrd="1" destOrd="0" parTransId="{C88245F0-6055-4F74-B09D-27DCBC7DE080}" sibTransId="{B65D99B8-4201-46CF-8C1D-F1289B5A745B}"/>
    <dgm:cxn modelId="{F1F87470-C157-4B20-A95F-D030227408A0}" type="presOf" srcId="{48598301-680A-493F-B65F-83991832E049}" destId="{AE510EC4-BC54-461A-9F0C-6BA945AF9BD8}" srcOrd="0" destOrd="0" presId="urn:microsoft.com/office/officeart/2005/8/layout/vList5"/>
    <dgm:cxn modelId="{33FE4E54-5EE3-4A8D-9BD7-DC2EB9C5052D}" type="presOf" srcId="{D7926C54-4CF5-4478-9148-00CF5F6C8FF6}" destId="{69CDAC79-9964-459D-964F-A0EA04A4879D}" srcOrd="0" destOrd="0" presId="urn:microsoft.com/office/officeart/2005/8/layout/vList5"/>
    <dgm:cxn modelId="{78F4E95A-CB3E-47DF-B055-90A24628836D}" type="presOf" srcId="{ED7F18D6-22C8-41AA-BD6A-A15BED36E0DE}" destId="{75256B0B-9534-451D-92BD-C98FDC5302CB}" srcOrd="0" destOrd="0" presId="urn:microsoft.com/office/officeart/2005/8/layout/vList5"/>
    <dgm:cxn modelId="{25F49E7F-6D42-40A8-B088-56797EAAF2D4}" type="presOf" srcId="{E50E2B92-DCE3-42B8-8CB6-76F25B4AF169}" destId="{CECD63E5-4F66-4B0C-B068-CED9952E9D5A}" srcOrd="0" destOrd="0" presId="urn:microsoft.com/office/officeart/2005/8/layout/vList5"/>
    <dgm:cxn modelId="{9952A282-E904-4AF4-BCBE-1554E5DA771A}" srcId="{D7926C54-4CF5-4478-9148-00CF5F6C8FF6}" destId="{E50E2B92-DCE3-42B8-8CB6-76F25B4AF169}" srcOrd="0" destOrd="0" parTransId="{FEC6CEC6-B23B-43B7-A9E7-9FCF96F0349E}" sibTransId="{7A566CA2-834F-4406-9623-F7A8D863C3E1}"/>
    <dgm:cxn modelId="{4828438C-67AE-49B7-BC64-EBC93C0B2B3E}" srcId="{ED7F18D6-22C8-41AA-BD6A-A15BED36E0DE}" destId="{D7926C54-4CF5-4478-9148-00CF5F6C8FF6}" srcOrd="0" destOrd="0" parTransId="{7E314ADF-71A3-4F18-A3F2-9A3D20ED17B5}" sibTransId="{7891A973-E99B-45B4-89D2-A6181C7D1F44}"/>
    <dgm:cxn modelId="{8D56129A-EB28-48E1-A972-E32BF1270421}" type="presOf" srcId="{AA517F4F-5C9B-481B-AABC-A7E07ED6559D}" destId="{32F56358-AB68-4D88-B7B7-797F38FAB7E6}" srcOrd="0" destOrd="1" presId="urn:microsoft.com/office/officeart/2005/8/layout/vList5"/>
    <dgm:cxn modelId="{F99E01A6-3582-4FD0-97D1-63F9B316FA09}" srcId="{D7926C54-4CF5-4478-9148-00CF5F6C8FF6}" destId="{D0B0BD52-6504-4CD2-8523-85E9CEC76E93}" srcOrd="3" destOrd="0" parTransId="{98C1525B-6588-4B4A-B8E3-408BC3081F3C}" sibTransId="{0E4A5C77-CD12-40EA-8A45-3891A4683670}"/>
    <dgm:cxn modelId="{52FD45A6-E1CF-4CD2-8808-C799EA66F791}" type="presOf" srcId="{5B66D8A0-379E-4342-A838-84A5239B0A20}" destId="{CECD63E5-4F66-4B0C-B068-CED9952E9D5A}" srcOrd="0" destOrd="1" presId="urn:microsoft.com/office/officeart/2005/8/layout/vList5"/>
    <dgm:cxn modelId="{9C7123AF-CFDA-4FFE-9F71-A9A9E10110EC}" srcId="{D7926C54-4CF5-4478-9148-00CF5F6C8FF6}" destId="{3776C93A-87F8-4F99-85F9-73C8CA402D7A}" srcOrd="2" destOrd="0" parTransId="{71D19022-607D-448A-88A1-34FE6056B715}" sibTransId="{7838E422-E0E2-4F08-9902-345BCF65FE0A}"/>
    <dgm:cxn modelId="{D52514BA-0E1B-4938-9C64-2E2C081E1DCB}" srcId="{48598301-680A-493F-B65F-83991832E049}" destId="{0D1E6491-4DB2-474D-B018-7D781F226E27}" srcOrd="0" destOrd="0" parTransId="{29676528-DAA8-492A-8F51-A14B265C67E1}" sibTransId="{58C90330-854A-4DF5-8AF9-7BB5E3E236E8}"/>
    <dgm:cxn modelId="{4723FCC4-FAB7-45F2-8FF9-DA75E9EE7EB0}" type="presOf" srcId="{8CF6B74A-F9FF-4E02-842B-0D1A0414A42E}" destId="{32F56358-AB68-4D88-B7B7-797F38FAB7E6}" srcOrd="0" destOrd="2" presId="urn:microsoft.com/office/officeart/2005/8/layout/vList5"/>
    <dgm:cxn modelId="{67BDEDEB-6E1E-4FE9-B503-F80BBE0442AF}" srcId="{48598301-680A-493F-B65F-83991832E049}" destId="{8CF6B74A-F9FF-4E02-842B-0D1A0414A42E}" srcOrd="2" destOrd="0" parTransId="{CD96CE6F-14CB-44A5-B252-5184517768F5}" sibTransId="{9C75A29E-B91C-4F6E-8E6A-C8572EF8D110}"/>
    <dgm:cxn modelId="{4DB26D26-A823-4CE2-BBEE-AB533D0BF1A5}" type="presParOf" srcId="{75256B0B-9534-451D-92BD-C98FDC5302CB}" destId="{9B6B45C2-3EB6-44D7-89CE-D76699809074}" srcOrd="0" destOrd="0" presId="urn:microsoft.com/office/officeart/2005/8/layout/vList5"/>
    <dgm:cxn modelId="{1376B93C-26F8-414E-A00D-A8529223467C}" type="presParOf" srcId="{9B6B45C2-3EB6-44D7-89CE-D76699809074}" destId="{69CDAC79-9964-459D-964F-A0EA04A4879D}" srcOrd="0" destOrd="0" presId="urn:microsoft.com/office/officeart/2005/8/layout/vList5"/>
    <dgm:cxn modelId="{2BEF291D-37B6-4F5F-80D6-F59DE957F821}" type="presParOf" srcId="{9B6B45C2-3EB6-44D7-89CE-D76699809074}" destId="{CECD63E5-4F66-4B0C-B068-CED9952E9D5A}" srcOrd="1" destOrd="0" presId="urn:microsoft.com/office/officeart/2005/8/layout/vList5"/>
    <dgm:cxn modelId="{2DF36B07-80FA-48F0-AB46-6F86E5071350}" type="presParOf" srcId="{75256B0B-9534-451D-92BD-C98FDC5302CB}" destId="{6A886D8E-06E1-429C-9EFB-910DF19CA432}" srcOrd="1" destOrd="0" presId="urn:microsoft.com/office/officeart/2005/8/layout/vList5"/>
    <dgm:cxn modelId="{BAE45731-075D-4C03-B89A-71676A07785F}" type="presParOf" srcId="{75256B0B-9534-451D-92BD-C98FDC5302CB}" destId="{C1C6FF86-21A7-481F-8107-6C1FF3CFC9E0}" srcOrd="2" destOrd="0" presId="urn:microsoft.com/office/officeart/2005/8/layout/vList5"/>
    <dgm:cxn modelId="{8B02C860-747F-4F72-9E29-8A86F5D973B1}" type="presParOf" srcId="{C1C6FF86-21A7-481F-8107-6C1FF3CFC9E0}" destId="{AE510EC4-BC54-461A-9F0C-6BA945AF9BD8}" srcOrd="0" destOrd="0" presId="urn:microsoft.com/office/officeart/2005/8/layout/vList5"/>
    <dgm:cxn modelId="{822954F5-6487-4DD5-A97A-7BC546344D34}" type="presParOf" srcId="{C1C6FF86-21A7-481F-8107-6C1FF3CFC9E0}" destId="{32F56358-AB68-4D88-B7B7-797F38FAB7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338BA48-5108-4F58-B968-CF5CCF6B723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3B5661C-570A-48C3-886B-302B96F9B4B7}">
      <dgm:prSet/>
      <dgm:spPr/>
      <dgm:t>
        <a:bodyPr/>
        <a:lstStyle/>
        <a:p>
          <a:r>
            <a:rPr lang="en-US"/>
            <a:t>Heapsort</a:t>
          </a:r>
        </a:p>
      </dgm:t>
    </dgm:pt>
    <dgm:pt modelId="{B600BFAB-AC1F-435C-B5F0-30CD6BED5EF0}" type="parTrans" cxnId="{5F62369E-D960-4ABC-8A45-F5FB8BE940CD}">
      <dgm:prSet/>
      <dgm:spPr/>
      <dgm:t>
        <a:bodyPr/>
        <a:lstStyle/>
        <a:p>
          <a:endParaRPr lang="en-US"/>
        </a:p>
      </dgm:t>
    </dgm:pt>
    <dgm:pt modelId="{52A892D1-0A0C-4B59-8AA4-600D7059047B}" type="sibTrans" cxnId="{5F62369E-D960-4ABC-8A45-F5FB8BE940CD}">
      <dgm:prSet/>
      <dgm:spPr/>
      <dgm:t>
        <a:bodyPr/>
        <a:lstStyle/>
        <a:p>
          <a:endParaRPr lang="en-US"/>
        </a:p>
      </dgm:t>
    </dgm:pt>
    <dgm:pt modelId="{4F44731D-DED4-4911-9D0B-41B443EBEBD4}">
      <dgm:prSet/>
      <dgm:spPr/>
      <dgm:t>
        <a:bodyPr/>
        <a:lstStyle/>
        <a:p>
          <a:r>
            <a:rPr lang="en-US" dirty="0"/>
            <a:t>Faster in the worst-case scenario</a:t>
          </a:r>
        </a:p>
      </dgm:t>
    </dgm:pt>
    <dgm:pt modelId="{35674E1E-F0B6-436E-99A4-7DBB05FFE0C2}" type="parTrans" cxnId="{A1C7CE0A-7DE5-4726-8AFC-57EF25593924}">
      <dgm:prSet/>
      <dgm:spPr/>
      <dgm:t>
        <a:bodyPr/>
        <a:lstStyle/>
        <a:p>
          <a:endParaRPr lang="en-US"/>
        </a:p>
      </dgm:t>
    </dgm:pt>
    <dgm:pt modelId="{9CCDA4C0-01CE-411E-BB09-03F619670B37}" type="sibTrans" cxnId="{A1C7CE0A-7DE5-4726-8AFC-57EF25593924}">
      <dgm:prSet/>
      <dgm:spPr/>
      <dgm:t>
        <a:bodyPr/>
        <a:lstStyle/>
        <a:p>
          <a:endParaRPr lang="en-US"/>
        </a:p>
      </dgm:t>
    </dgm:pt>
    <dgm:pt modelId="{EAF4F1D5-A852-4011-820C-15FD7956EE48}">
      <dgm:prSet/>
      <dgm:spPr/>
      <dgm:t>
        <a:bodyPr/>
        <a:lstStyle/>
        <a:p>
          <a:r>
            <a:rPr lang="en-US" dirty="0"/>
            <a:t>Slower on average</a:t>
          </a:r>
        </a:p>
      </dgm:t>
    </dgm:pt>
    <dgm:pt modelId="{27E4C16E-F18C-433D-AC0A-EA1BC145CC60}" type="parTrans" cxnId="{CE98D0C6-FFB0-492B-A742-A474642A04AA}">
      <dgm:prSet/>
      <dgm:spPr/>
      <dgm:t>
        <a:bodyPr/>
        <a:lstStyle/>
        <a:p>
          <a:endParaRPr lang="en-US"/>
        </a:p>
      </dgm:t>
    </dgm:pt>
    <dgm:pt modelId="{F3D8675E-DBB9-4C48-BFD6-627C4559BF4E}" type="sibTrans" cxnId="{CE98D0C6-FFB0-492B-A742-A474642A04AA}">
      <dgm:prSet/>
      <dgm:spPr/>
      <dgm:t>
        <a:bodyPr/>
        <a:lstStyle/>
        <a:p>
          <a:endParaRPr lang="en-US"/>
        </a:p>
      </dgm:t>
    </dgm:pt>
    <dgm:pt modelId="{A4B686D6-F1AA-486B-AD5C-094EA216ABE5}">
      <dgm:prSet/>
      <dgm:spPr/>
      <dgm:t>
        <a:bodyPr/>
        <a:lstStyle/>
        <a:p>
          <a:r>
            <a:rPr lang="en-US" b="1" dirty="0"/>
            <a:t>Uses no extra space</a:t>
          </a:r>
        </a:p>
      </dgm:t>
    </dgm:pt>
    <dgm:pt modelId="{672BE3BD-69F1-415C-874E-18583F6A1D37}" type="parTrans" cxnId="{7CF174B1-95FE-452F-B104-66762E388A11}">
      <dgm:prSet/>
      <dgm:spPr/>
      <dgm:t>
        <a:bodyPr/>
        <a:lstStyle/>
        <a:p>
          <a:endParaRPr lang="en-US"/>
        </a:p>
      </dgm:t>
    </dgm:pt>
    <dgm:pt modelId="{51B94581-ADEA-4668-B831-DDC1D72265C9}" type="sibTrans" cxnId="{7CF174B1-95FE-452F-B104-66762E388A11}">
      <dgm:prSet/>
      <dgm:spPr/>
      <dgm:t>
        <a:bodyPr/>
        <a:lstStyle/>
        <a:p>
          <a:endParaRPr lang="en-US"/>
        </a:p>
      </dgm:t>
    </dgm:pt>
    <dgm:pt modelId="{675A002E-ECE9-429F-9C4C-39C2668D2AEC}">
      <dgm:prSet/>
      <dgm:spPr/>
      <dgm:t>
        <a:bodyPr/>
        <a:lstStyle/>
        <a:p>
          <a:r>
            <a:rPr lang="en-US"/>
            <a:t>Quicksort</a:t>
          </a:r>
        </a:p>
      </dgm:t>
    </dgm:pt>
    <dgm:pt modelId="{2C53EB93-A37F-4A64-9A56-0502E1609ADA}" type="parTrans" cxnId="{99DBBA49-F8F9-41D3-8133-099B6DC4CE29}">
      <dgm:prSet/>
      <dgm:spPr/>
      <dgm:t>
        <a:bodyPr/>
        <a:lstStyle/>
        <a:p>
          <a:endParaRPr lang="en-US"/>
        </a:p>
      </dgm:t>
    </dgm:pt>
    <dgm:pt modelId="{E5808C54-517E-4DE1-A249-F8CFCA826ADC}" type="sibTrans" cxnId="{99DBBA49-F8F9-41D3-8133-099B6DC4CE29}">
      <dgm:prSet/>
      <dgm:spPr/>
      <dgm:t>
        <a:bodyPr/>
        <a:lstStyle/>
        <a:p>
          <a:endParaRPr lang="en-US"/>
        </a:p>
      </dgm:t>
    </dgm:pt>
    <dgm:pt modelId="{825BF634-AF18-46B3-B503-22374168BAB2}">
      <dgm:prSet/>
      <dgm:spPr/>
      <dgm:t>
        <a:bodyPr/>
        <a:lstStyle/>
        <a:p>
          <a:r>
            <a:rPr lang="en-US" i="1" dirty="0"/>
            <a:t>Much faster on average</a:t>
          </a:r>
        </a:p>
      </dgm:t>
    </dgm:pt>
    <dgm:pt modelId="{AB21F951-0EEC-48D4-97F7-9E61A3C9D54B}" type="parTrans" cxnId="{377BD2A4-0F40-43CF-93AB-5D549962BF94}">
      <dgm:prSet/>
      <dgm:spPr/>
      <dgm:t>
        <a:bodyPr/>
        <a:lstStyle/>
        <a:p>
          <a:endParaRPr lang="en-US"/>
        </a:p>
      </dgm:t>
    </dgm:pt>
    <dgm:pt modelId="{365CEEC4-B357-41F0-848D-8032B398AB7F}" type="sibTrans" cxnId="{377BD2A4-0F40-43CF-93AB-5D549962BF94}">
      <dgm:prSet/>
      <dgm:spPr/>
      <dgm:t>
        <a:bodyPr/>
        <a:lstStyle/>
        <a:p>
          <a:endParaRPr lang="en-US"/>
        </a:p>
      </dgm:t>
    </dgm:pt>
    <dgm:pt modelId="{097E6C1E-7BBD-4729-8CE6-6BA85BB19795}">
      <dgm:prSet/>
      <dgm:spPr/>
      <dgm:t>
        <a:bodyPr/>
        <a:lstStyle/>
        <a:p>
          <a:r>
            <a:rPr lang="en-US" dirty="0"/>
            <a:t>Much slower in the worst-case scenario</a:t>
          </a:r>
        </a:p>
      </dgm:t>
    </dgm:pt>
    <dgm:pt modelId="{A45E3DDC-89AA-4619-ABC4-ECDFD9118B2A}" type="parTrans" cxnId="{CB0CE3AA-C273-412F-A1FA-BB41ED1757C6}">
      <dgm:prSet/>
      <dgm:spPr/>
      <dgm:t>
        <a:bodyPr/>
        <a:lstStyle/>
        <a:p>
          <a:endParaRPr lang="en-US"/>
        </a:p>
      </dgm:t>
    </dgm:pt>
    <dgm:pt modelId="{48D5E50E-E490-4446-A030-48CA268B7F3D}" type="sibTrans" cxnId="{CB0CE3AA-C273-412F-A1FA-BB41ED1757C6}">
      <dgm:prSet/>
      <dgm:spPr/>
      <dgm:t>
        <a:bodyPr/>
        <a:lstStyle/>
        <a:p>
          <a:endParaRPr lang="en-US"/>
        </a:p>
      </dgm:t>
    </dgm:pt>
    <dgm:pt modelId="{932BC694-6DAF-4CA5-B5BF-C0E8851B822B}">
      <dgm:prSet/>
      <dgm:spPr/>
      <dgm:t>
        <a:bodyPr/>
        <a:lstStyle/>
        <a:p>
          <a:r>
            <a:rPr lang="en-US" b="1" dirty="0"/>
            <a:t>Uses extra space</a:t>
          </a:r>
        </a:p>
      </dgm:t>
    </dgm:pt>
    <dgm:pt modelId="{211E41D0-21E3-404E-B4B5-D3C41AD2BFCE}" type="parTrans" cxnId="{E376683F-A7C8-4CFD-BED8-5F709D6D0545}">
      <dgm:prSet/>
      <dgm:spPr/>
      <dgm:t>
        <a:bodyPr/>
        <a:lstStyle/>
        <a:p>
          <a:endParaRPr lang="en-US"/>
        </a:p>
      </dgm:t>
    </dgm:pt>
    <dgm:pt modelId="{3D0345DF-A7F8-41D8-8AE2-88A5E0FEA0AA}" type="sibTrans" cxnId="{E376683F-A7C8-4CFD-BED8-5F709D6D0545}">
      <dgm:prSet/>
      <dgm:spPr/>
      <dgm:t>
        <a:bodyPr/>
        <a:lstStyle/>
        <a:p>
          <a:endParaRPr lang="en-US"/>
        </a:p>
      </dgm:t>
    </dgm:pt>
    <dgm:pt modelId="{A5CDAFC3-A9FA-49BC-B541-828D6021F887}" type="pres">
      <dgm:prSet presAssocID="{E338BA48-5108-4F58-B968-CF5CCF6B7230}" presName="linear" presStyleCnt="0">
        <dgm:presLayoutVars>
          <dgm:dir/>
          <dgm:animLvl val="lvl"/>
          <dgm:resizeHandles val="exact"/>
        </dgm:presLayoutVars>
      </dgm:prSet>
      <dgm:spPr/>
    </dgm:pt>
    <dgm:pt modelId="{2678755D-B52A-4C83-B4E6-566030502B6B}" type="pres">
      <dgm:prSet presAssocID="{03B5661C-570A-48C3-886B-302B96F9B4B7}" presName="parentLin" presStyleCnt="0"/>
      <dgm:spPr/>
    </dgm:pt>
    <dgm:pt modelId="{D64A25EE-F5ED-4A3D-B79A-6361BEF7C001}" type="pres">
      <dgm:prSet presAssocID="{03B5661C-570A-48C3-886B-302B96F9B4B7}" presName="parentLeftMargin" presStyleLbl="node1" presStyleIdx="0" presStyleCnt="2"/>
      <dgm:spPr/>
    </dgm:pt>
    <dgm:pt modelId="{C8B7D49C-A8CF-4B2C-96A3-C24937760446}" type="pres">
      <dgm:prSet presAssocID="{03B5661C-570A-48C3-886B-302B96F9B4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1585752-4CEC-4DFA-B1E2-A4F3A8E664DC}" type="pres">
      <dgm:prSet presAssocID="{03B5661C-570A-48C3-886B-302B96F9B4B7}" presName="negativeSpace" presStyleCnt="0"/>
      <dgm:spPr/>
    </dgm:pt>
    <dgm:pt modelId="{F40DEF3A-2450-41DC-AE61-980D86FE89F1}" type="pres">
      <dgm:prSet presAssocID="{03B5661C-570A-48C3-886B-302B96F9B4B7}" presName="childText" presStyleLbl="conFgAcc1" presStyleIdx="0" presStyleCnt="2">
        <dgm:presLayoutVars>
          <dgm:bulletEnabled val="1"/>
        </dgm:presLayoutVars>
      </dgm:prSet>
      <dgm:spPr/>
    </dgm:pt>
    <dgm:pt modelId="{9D42264B-4ADE-43AA-9AA9-84A63C23FCBD}" type="pres">
      <dgm:prSet presAssocID="{52A892D1-0A0C-4B59-8AA4-600D7059047B}" presName="spaceBetweenRectangles" presStyleCnt="0"/>
      <dgm:spPr/>
    </dgm:pt>
    <dgm:pt modelId="{26367CAF-15D8-4927-AC15-36609B2122D6}" type="pres">
      <dgm:prSet presAssocID="{675A002E-ECE9-429F-9C4C-39C2668D2AEC}" presName="parentLin" presStyleCnt="0"/>
      <dgm:spPr/>
    </dgm:pt>
    <dgm:pt modelId="{FF8EF8B2-D20E-43E0-9639-1EBF31F8473F}" type="pres">
      <dgm:prSet presAssocID="{675A002E-ECE9-429F-9C4C-39C2668D2AEC}" presName="parentLeftMargin" presStyleLbl="node1" presStyleIdx="0" presStyleCnt="2"/>
      <dgm:spPr/>
    </dgm:pt>
    <dgm:pt modelId="{42EE3514-0EB9-4D47-8CCA-603B05416039}" type="pres">
      <dgm:prSet presAssocID="{675A002E-ECE9-429F-9C4C-39C2668D2AE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991515-71BB-4AAE-A120-383C1111D6D8}" type="pres">
      <dgm:prSet presAssocID="{675A002E-ECE9-429F-9C4C-39C2668D2AEC}" presName="negativeSpace" presStyleCnt="0"/>
      <dgm:spPr/>
    </dgm:pt>
    <dgm:pt modelId="{AE5714C6-7DAD-4DA4-BD4D-DA036DF47EA9}" type="pres">
      <dgm:prSet presAssocID="{675A002E-ECE9-429F-9C4C-39C2668D2AE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1C7CE0A-7DE5-4726-8AFC-57EF25593924}" srcId="{03B5661C-570A-48C3-886B-302B96F9B4B7}" destId="{4F44731D-DED4-4911-9D0B-41B443EBEBD4}" srcOrd="0" destOrd="0" parTransId="{35674E1E-F0B6-436E-99A4-7DBB05FFE0C2}" sibTransId="{9CCDA4C0-01CE-411E-BB09-03F619670B37}"/>
    <dgm:cxn modelId="{B3E9B90E-7B48-4D36-BEE8-AA095EB1A5E6}" type="presOf" srcId="{03B5661C-570A-48C3-886B-302B96F9B4B7}" destId="{C8B7D49C-A8CF-4B2C-96A3-C24937760446}" srcOrd="1" destOrd="0" presId="urn:microsoft.com/office/officeart/2005/8/layout/list1"/>
    <dgm:cxn modelId="{07CA4C2C-9F1C-45DC-A231-A4680C0EEF89}" type="presOf" srcId="{675A002E-ECE9-429F-9C4C-39C2668D2AEC}" destId="{FF8EF8B2-D20E-43E0-9639-1EBF31F8473F}" srcOrd="0" destOrd="0" presId="urn:microsoft.com/office/officeart/2005/8/layout/list1"/>
    <dgm:cxn modelId="{A509993C-E125-43A2-A4FF-0F6312F76958}" type="presOf" srcId="{E338BA48-5108-4F58-B968-CF5CCF6B7230}" destId="{A5CDAFC3-A9FA-49BC-B541-828D6021F887}" srcOrd="0" destOrd="0" presId="urn:microsoft.com/office/officeart/2005/8/layout/list1"/>
    <dgm:cxn modelId="{E376683F-A7C8-4CFD-BED8-5F709D6D0545}" srcId="{675A002E-ECE9-429F-9C4C-39C2668D2AEC}" destId="{932BC694-6DAF-4CA5-B5BF-C0E8851B822B}" srcOrd="2" destOrd="0" parTransId="{211E41D0-21E3-404E-B4B5-D3C41AD2BFCE}" sibTransId="{3D0345DF-A7F8-41D8-8AE2-88A5E0FEA0AA}"/>
    <dgm:cxn modelId="{99DBBA49-F8F9-41D3-8133-099B6DC4CE29}" srcId="{E338BA48-5108-4F58-B968-CF5CCF6B7230}" destId="{675A002E-ECE9-429F-9C4C-39C2668D2AEC}" srcOrd="1" destOrd="0" parTransId="{2C53EB93-A37F-4A64-9A56-0502E1609ADA}" sibTransId="{E5808C54-517E-4DE1-A249-F8CFCA826ADC}"/>
    <dgm:cxn modelId="{501B886C-B1D2-4331-9EB2-27E443B36B8A}" type="presOf" srcId="{A4B686D6-F1AA-486B-AD5C-094EA216ABE5}" destId="{F40DEF3A-2450-41DC-AE61-980D86FE89F1}" srcOrd="0" destOrd="2" presId="urn:microsoft.com/office/officeart/2005/8/layout/list1"/>
    <dgm:cxn modelId="{23D6336E-809C-44D2-95FC-0F29EA7EB4EF}" type="presOf" srcId="{932BC694-6DAF-4CA5-B5BF-C0E8851B822B}" destId="{AE5714C6-7DAD-4DA4-BD4D-DA036DF47EA9}" srcOrd="0" destOrd="2" presId="urn:microsoft.com/office/officeart/2005/8/layout/list1"/>
    <dgm:cxn modelId="{C6D71051-CA06-4569-8E06-3869C4FC9CC6}" type="presOf" srcId="{097E6C1E-7BBD-4729-8CE6-6BA85BB19795}" destId="{AE5714C6-7DAD-4DA4-BD4D-DA036DF47EA9}" srcOrd="0" destOrd="1" presId="urn:microsoft.com/office/officeart/2005/8/layout/list1"/>
    <dgm:cxn modelId="{19CC8559-DD91-407D-91E9-C63FD8F1C50B}" type="presOf" srcId="{03B5661C-570A-48C3-886B-302B96F9B4B7}" destId="{D64A25EE-F5ED-4A3D-B79A-6361BEF7C001}" srcOrd="0" destOrd="0" presId="urn:microsoft.com/office/officeart/2005/8/layout/list1"/>
    <dgm:cxn modelId="{328FC299-E5BB-4724-9C1E-F8CEC80FCF16}" type="presOf" srcId="{4F44731D-DED4-4911-9D0B-41B443EBEBD4}" destId="{F40DEF3A-2450-41DC-AE61-980D86FE89F1}" srcOrd="0" destOrd="0" presId="urn:microsoft.com/office/officeart/2005/8/layout/list1"/>
    <dgm:cxn modelId="{825EB39B-F967-4818-BB40-318A8BBF0B31}" type="presOf" srcId="{675A002E-ECE9-429F-9C4C-39C2668D2AEC}" destId="{42EE3514-0EB9-4D47-8CCA-603B05416039}" srcOrd="1" destOrd="0" presId="urn:microsoft.com/office/officeart/2005/8/layout/list1"/>
    <dgm:cxn modelId="{5F62369E-D960-4ABC-8A45-F5FB8BE940CD}" srcId="{E338BA48-5108-4F58-B968-CF5CCF6B7230}" destId="{03B5661C-570A-48C3-886B-302B96F9B4B7}" srcOrd="0" destOrd="0" parTransId="{B600BFAB-AC1F-435C-B5F0-30CD6BED5EF0}" sibTransId="{52A892D1-0A0C-4B59-8AA4-600D7059047B}"/>
    <dgm:cxn modelId="{377BD2A4-0F40-43CF-93AB-5D549962BF94}" srcId="{675A002E-ECE9-429F-9C4C-39C2668D2AEC}" destId="{825BF634-AF18-46B3-B503-22374168BAB2}" srcOrd="0" destOrd="0" parTransId="{AB21F951-0EEC-48D4-97F7-9E61A3C9D54B}" sibTransId="{365CEEC4-B357-41F0-848D-8032B398AB7F}"/>
    <dgm:cxn modelId="{CB0CE3AA-C273-412F-A1FA-BB41ED1757C6}" srcId="{675A002E-ECE9-429F-9C4C-39C2668D2AEC}" destId="{097E6C1E-7BBD-4729-8CE6-6BA85BB19795}" srcOrd="1" destOrd="0" parTransId="{A45E3DDC-89AA-4619-ABC4-ECDFD9118B2A}" sibTransId="{48D5E50E-E490-4446-A030-48CA268B7F3D}"/>
    <dgm:cxn modelId="{7CF174B1-95FE-452F-B104-66762E388A11}" srcId="{03B5661C-570A-48C3-886B-302B96F9B4B7}" destId="{A4B686D6-F1AA-486B-AD5C-094EA216ABE5}" srcOrd="2" destOrd="0" parTransId="{672BE3BD-69F1-415C-874E-18583F6A1D37}" sibTransId="{51B94581-ADEA-4668-B831-DDC1D72265C9}"/>
    <dgm:cxn modelId="{BC54EFB4-5AFF-4D96-9CD1-3C51E4F65E82}" type="presOf" srcId="{EAF4F1D5-A852-4011-820C-15FD7956EE48}" destId="{F40DEF3A-2450-41DC-AE61-980D86FE89F1}" srcOrd="0" destOrd="1" presId="urn:microsoft.com/office/officeart/2005/8/layout/list1"/>
    <dgm:cxn modelId="{CE98D0C6-FFB0-492B-A742-A474642A04AA}" srcId="{03B5661C-570A-48C3-886B-302B96F9B4B7}" destId="{EAF4F1D5-A852-4011-820C-15FD7956EE48}" srcOrd="1" destOrd="0" parTransId="{27E4C16E-F18C-433D-AC0A-EA1BC145CC60}" sibTransId="{F3D8675E-DBB9-4C48-BFD6-627C4559BF4E}"/>
    <dgm:cxn modelId="{93F759D7-AB6D-4266-827E-2542D8EA58DA}" type="presOf" srcId="{825BF634-AF18-46B3-B503-22374168BAB2}" destId="{AE5714C6-7DAD-4DA4-BD4D-DA036DF47EA9}" srcOrd="0" destOrd="0" presId="urn:microsoft.com/office/officeart/2005/8/layout/list1"/>
    <dgm:cxn modelId="{BFB8614D-13D7-46B8-BB40-669097CDBC0E}" type="presParOf" srcId="{A5CDAFC3-A9FA-49BC-B541-828D6021F887}" destId="{2678755D-B52A-4C83-B4E6-566030502B6B}" srcOrd="0" destOrd="0" presId="urn:microsoft.com/office/officeart/2005/8/layout/list1"/>
    <dgm:cxn modelId="{5EFC9A93-302F-46BE-82A7-C3F58F85E147}" type="presParOf" srcId="{2678755D-B52A-4C83-B4E6-566030502B6B}" destId="{D64A25EE-F5ED-4A3D-B79A-6361BEF7C001}" srcOrd="0" destOrd="0" presId="urn:microsoft.com/office/officeart/2005/8/layout/list1"/>
    <dgm:cxn modelId="{1EAAF888-C081-4307-A411-E04F1BAF556B}" type="presParOf" srcId="{2678755D-B52A-4C83-B4E6-566030502B6B}" destId="{C8B7D49C-A8CF-4B2C-96A3-C24937760446}" srcOrd="1" destOrd="0" presId="urn:microsoft.com/office/officeart/2005/8/layout/list1"/>
    <dgm:cxn modelId="{55D50E26-ACA7-4D50-AFA7-7D2B6ADC5590}" type="presParOf" srcId="{A5CDAFC3-A9FA-49BC-B541-828D6021F887}" destId="{A1585752-4CEC-4DFA-B1E2-A4F3A8E664DC}" srcOrd="1" destOrd="0" presId="urn:microsoft.com/office/officeart/2005/8/layout/list1"/>
    <dgm:cxn modelId="{82EBB3FD-CCE9-4FEC-AAA0-C1D5051C4227}" type="presParOf" srcId="{A5CDAFC3-A9FA-49BC-B541-828D6021F887}" destId="{F40DEF3A-2450-41DC-AE61-980D86FE89F1}" srcOrd="2" destOrd="0" presId="urn:microsoft.com/office/officeart/2005/8/layout/list1"/>
    <dgm:cxn modelId="{FDE7F005-EC62-4012-8A51-42C47049BD67}" type="presParOf" srcId="{A5CDAFC3-A9FA-49BC-B541-828D6021F887}" destId="{9D42264B-4ADE-43AA-9AA9-84A63C23FCBD}" srcOrd="3" destOrd="0" presId="urn:microsoft.com/office/officeart/2005/8/layout/list1"/>
    <dgm:cxn modelId="{69A7A88C-E09B-470E-8C72-5BB25BB6F85B}" type="presParOf" srcId="{A5CDAFC3-A9FA-49BC-B541-828D6021F887}" destId="{26367CAF-15D8-4927-AC15-36609B2122D6}" srcOrd="4" destOrd="0" presId="urn:microsoft.com/office/officeart/2005/8/layout/list1"/>
    <dgm:cxn modelId="{52142D24-03F0-496B-B3E2-B282B98888F1}" type="presParOf" srcId="{26367CAF-15D8-4927-AC15-36609B2122D6}" destId="{FF8EF8B2-D20E-43E0-9639-1EBF31F8473F}" srcOrd="0" destOrd="0" presId="urn:microsoft.com/office/officeart/2005/8/layout/list1"/>
    <dgm:cxn modelId="{59541506-3167-43B2-B141-3428CF749D74}" type="presParOf" srcId="{26367CAF-15D8-4927-AC15-36609B2122D6}" destId="{42EE3514-0EB9-4D47-8CCA-603B05416039}" srcOrd="1" destOrd="0" presId="urn:microsoft.com/office/officeart/2005/8/layout/list1"/>
    <dgm:cxn modelId="{983EA300-E8E2-48B8-A79E-E217877BB904}" type="presParOf" srcId="{A5CDAFC3-A9FA-49BC-B541-828D6021F887}" destId="{51991515-71BB-4AAE-A120-383C1111D6D8}" srcOrd="5" destOrd="0" presId="urn:microsoft.com/office/officeart/2005/8/layout/list1"/>
    <dgm:cxn modelId="{7B10D3AD-D19B-4108-B42C-38FBF92ABA76}" type="presParOf" srcId="{A5CDAFC3-A9FA-49BC-B541-828D6021F887}" destId="{AE5714C6-7DAD-4DA4-BD4D-DA036DF47EA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8514-7F56-40DA-B778-C6AC797505B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6B0C6-D7EF-4F27-BA38-249BD41D1BAB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Naive approach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(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56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endParaRPr lang="en-US" sz="5600" kern="1200" dirty="0"/>
        </a:p>
      </dsp:txBody>
      <dsp:txXfrm>
        <a:off x="608661" y="692298"/>
        <a:ext cx="4508047" cy="2799040"/>
      </dsp:txXfrm>
    </dsp:sp>
    <dsp:sp modelId="{7778BA84-936C-4A3B-A4EA-C7D2FAD21D65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BFDE-14D3-47E5-8E81-FAD8C0002902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Binary search  </a:t>
          </a:r>
          <a14:m xmlns:a14="http://schemas.microsoft.com/office/drawing/2010/main">
            <m:oMath xmlns:m="http://schemas.openxmlformats.org/officeDocument/2006/math">
              <m:r>
                <a:rPr lang="en-US" sz="5600" b="0" i="1" kern="120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en-US" sz="56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func>
                    <m:funcPr>
                      <m:ctrlPr>
                        <a:rPr lang="en-US" sz="5600" b="0" i="1" kern="1200" smtClean="0">
                          <a:latin typeface="Cambria Math" panose="02040503050406030204" pitchFamily="18" charset="0"/>
                        </a:rPr>
                      </m:ctrlPr>
                    </m:funcPr>
                    <m:fName>
                      <m:sSub>
                        <m:sSubPr>
                          <m:ctrlP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5600" b="0" i="0" kern="120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5600" b="0" i="1" kern="12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fName>
                    <m:e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5600" b="0" i="1" kern="1200" smtClean="0">
                          <a:latin typeface="Cambria Math" panose="02040503050406030204" pitchFamily="18" charset="0"/>
                        </a:rPr>
                        <m:t>)</m:t>
                      </m:r>
                    </m:e>
                  </m:func>
                </m:e>
              </m:d>
            </m:oMath>
          </a14:m>
          <a:endParaRPr lang="en-US" sz="5600" kern="1200" dirty="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D7531-A7C1-4ACD-B2B6-6BD3C0EBD8C5}">
      <dsp:nvSpPr>
        <dsp:cNvPr id="0" name=""/>
        <dsp:cNvSpPr/>
      </dsp:nvSpPr>
      <dsp:spPr>
        <a:xfrm>
          <a:off x="0" y="1057819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6F3E3-1060-4D74-B1FE-E6F2A6D3B006}">
      <dsp:nvSpPr>
        <dsp:cNvPr id="0" name=""/>
        <dsp:cNvSpPr/>
      </dsp:nvSpPr>
      <dsp:spPr>
        <a:xfrm>
          <a:off x="333341" y="57073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Comparison based</a:t>
          </a:r>
        </a:p>
      </dsp:txBody>
      <dsp:txXfrm>
        <a:off x="380896" y="618294"/>
        <a:ext cx="4571673" cy="879050"/>
      </dsp:txXfrm>
    </dsp:sp>
    <dsp:sp modelId="{ECFAC8B9-81E2-4576-BA1D-86E372729AE0}">
      <dsp:nvSpPr>
        <dsp:cNvPr id="0" name=""/>
        <dsp:cNvSpPr/>
      </dsp:nvSpPr>
      <dsp:spPr>
        <a:xfrm>
          <a:off x="0" y="255470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71A0C-F981-42ED-A4CE-9382587EAECA}">
      <dsp:nvSpPr>
        <dsp:cNvPr id="0" name=""/>
        <dsp:cNvSpPr/>
      </dsp:nvSpPr>
      <dsp:spPr>
        <a:xfrm>
          <a:off x="333341" y="2067619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Non comparison based</a:t>
          </a:r>
        </a:p>
      </dsp:txBody>
      <dsp:txXfrm>
        <a:off x="380896" y="2115174"/>
        <a:ext cx="4571673" cy="879050"/>
      </dsp:txXfrm>
    </dsp:sp>
    <dsp:sp modelId="{5C175D13-A06B-4ABC-A535-2BED0625AF7F}">
      <dsp:nvSpPr>
        <dsp:cNvPr id="0" name=""/>
        <dsp:cNvSpPr/>
      </dsp:nvSpPr>
      <dsp:spPr>
        <a:xfrm>
          <a:off x="0" y="4051580"/>
          <a:ext cx="666683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68D13-9A3D-49F7-963F-54FB83FE2711}">
      <dsp:nvSpPr>
        <dsp:cNvPr id="0" name=""/>
        <dsp:cNvSpPr/>
      </dsp:nvSpPr>
      <dsp:spPr>
        <a:xfrm>
          <a:off x="333341" y="3564500"/>
          <a:ext cx="4666783" cy="9741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Hybrid</a:t>
          </a:r>
        </a:p>
      </dsp:txBody>
      <dsp:txXfrm>
        <a:off x="380896" y="3612055"/>
        <a:ext cx="4571673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1209DC-4E5D-4198-AD0D-DF30C9DF43D9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72556-F7F9-49B3-A6E6-FF4DA17C8E6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Stable sorting</a:t>
          </a:r>
        </a:p>
      </dsp:txBody>
      <dsp:txXfrm>
        <a:off x="608661" y="692298"/>
        <a:ext cx="4508047" cy="2799040"/>
      </dsp:txXfrm>
    </dsp:sp>
    <dsp:sp modelId="{1D07F5B5-0673-458E-95F1-A79FE516B4BB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AD698-C86E-479D-AC23-5F914700A0AA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Unstable sorting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069-400F-409B-BA38-707F01D875C7}">
      <dsp:nvSpPr>
        <dsp:cNvPr id="0" name=""/>
        <dsp:cNvSpPr/>
      </dsp:nvSpPr>
      <dsp:spPr>
        <a:xfrm>
          <a:off x="0" y="1416559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Insertion sort - O(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440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4400" b="0" i="1" kern="1200" smtClean="0">
                      <a:latin typeface="Cambria Math" panose="02040503050406030204" pitchFamily="18" charset="0"/>
                    </a:rPr>
                    <m:t>𝑛</m:t>
                  </m:r>
                </m:e>
                <m:sup>
                  <m:r>
                    <a:rPr lang="en-US" sz="4400" b="0" i="1" kern="1200" smtClean="0">
                      <a:latin typeface="Cambria Math" panose="02040503050406030204" pitchFamily="18" charset="0"/>
                    </a:rPr>
                    <m:t>2</m:t>
                  </m:r>
                </m:sup>
              </m:sSup>
            </m:oMath>
          </a14:m>
          <a:r>
            <a:rPr lang="en-US" sz="4400" kern="1200" dirty="0"/>
            <a:t>)</a:t>
          </a:r>
        </a:p>
      </dsp:txBody>
      <dsp:txXfrm>
        <a:off x="59399" y="1475958"/>
        <a:ext cx="6548035" cy="1098002"/>
      </dsp:txXfrm>
    </dsp:sp>
    <dsp:sp modelId="{1B21062C-9886-4670-98A4-1907C25DDDE0}">
      <dsp:nvSpPr>
        <dsp:cNvPr id="0" name=""/>
        <dsp:cNvSpPr/>
      </dsp:nvSpPr>
      <dsp:spPr>
        <a:xfrm>
          <a:off x="0" y="2820560"/>
          <a:ext cx="6666833" cy="12168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Merge sort – O(</a:t>
          </a:r>
          <a14:m xmlns:a14="http://schemas.microsoft.com/office/drawing/2010/main">
            <m:oMath xmlns:m="http://schemas.openxmlformats.org/officeDocument/2006/math"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∗</m:t>
              </m:r>
              <m:r>
                <m:rPr>
                  <m:sty m:val="p"/>
                </m:rPr>
                <a:rPr lang="en-US" sz="4400" b="0" i="0" kern="1200" smtClean="0">
                  <a:latin typeface="Cambria Math" panose="02040503050406030204" pitchFamily="18" charset="0"/>
                </a:rPr>
                <m:t>log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⁡(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𝑛</m:t>
              </m:r>
              <m:r>
                <a:rPr lang="en-US" sz="44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4400" kern="1200" dirty="0"/>
            <a:t>)</a:t>
          </a:r>
        </a:p>
      </dsp:txBody>
      <dsp:txXfrm>
        <a:off x="59399" y="2879959"/>
        <a:ext cx="6548035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D63E5-4F66-4B0C-B068-CED9952E9D5A}">
      <dsp:nvSpPr>
        <dsp:cNvPr id="0" name=""/>
        <dsp:cNvSpPr/>
      </dsp:nvSpPr>
      <dsp:spPr>
        <a:xfrm rot="5400000">
          <a:off x="3251828" y="-691680"/>
          <a:ext cx="2151686" cy="407310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small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Low memory usage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Stable</a:t>
          </a:r>
        </a:p>
      </dsp:txBody>
      <dsp:txXfrm rot="-5400000">
        <a:off x="2291120" y="374065"/>
        <a:ext cx="3968066" cy="1941612"/>
      </dsp:txXfrm>
    </dsp:sp>
    <dsp:sp modelId="{69CDAC79-9964-459D-964F-A0EA04A4879D}">
      <dsp:nvSpPr>
        <dsp:cNvPr id="0" name=""/>
        <dsp:cNvSpPr/>
      </dsp:nvSpPr>
      <dsp:spPr>
        <a:xfrm>
          <a:off x="0" y="67"/>
          <a:ext cx="2291120" cy="26896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Insertion sort</a:t>
          </a:r>
        </a:p>
      </dsp:txBody>
      <dsp:txXfrm>
        <a:off x="111843" y="111910"/>
        <a:ext cx="2067434" cy="2465922"/>
      </dsp:txXfrm>
    </dsp:sp>
    <dsp:sp modelId="{32F56358-AB68-4D88-B7B7-797F38FAB7E6}">
      <dsp:nvSpPr>
        <dsp:cNvPr id="0" name=""/>
        <dsp:cNvSpPr/>
      </dsp:nvSpPr>
      <dsp:spPr>
        <a:xfrm rot="5400000">
          <a:off x="3251828" y="2132408"/>
          <a:ext cx="2151686" cy="407310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Efficient for large datasets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Uses extra memory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Stable</a:t>
          </a:r>
        </a:p>
      </dsp:txBody>
      <dsp:txXfrm rot="-5400000">
        <a:off x="2291120" y="3198154"/>
        <a:ext cx="3968066" cy="1941612"/>
      </dsp:txXfrm>
    </dsp:sp>
    <dsp:sp modelId="{AE510EC4-BC54-461A-9F0C-6BA945AF9BD8}">
      <dsp:nvSpPr>
        <dsp:cNvPr id="0" name=""/>
        <dsp:cNvSpPr/>
      </dsp:nvSpPr>
      <dsp:spPr>
        <a:xfrm>
          <a:off x="0" y="2824156"/>
          <a:ext cx="2291120" cy="268960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Merge sort</a:t>
          </a:r>
        </a:p>
      </dsp:txBody>
      <dsp:txXfrm>
        <a:off x="111843" y="2935999"/>
        <a:ext cx="2067434" cy="24659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DEF3A-2450-41DC-AE61-980D86FE89F1}">
      <dsp:nvSpPr>
        <dsp:cNvPr id="0" name=""/>
        <dsp:cNvSpPr/>
      </dsp:nvSpPr>
      <dsp:spPr>
        <a:xfrm>
          <a:off x="0" y="421497"/>
          <a:ext cx="6666833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Faster in the worst-case scenario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Slower on average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Uses no extra space</a:t>
          </a:r>
        </a:p>
      </dsp:txBody>
      <dsp:txXfrm>
        <a:off x="0" y="421497"/>
        <a:ext cx="6666833" cy="2041200"/>
      </dsp:txXfrm>
    </dsp:sp>
    <dsp:sp modelId="{C8B7D49C-A8CF-4B2C-96A3-C24937760446}">
      <dsp:nvSpPr>
        <dsp:cNvPr id="0" name=""/>
        <dsp:cNvSpPr/>
      </dsp:nvSpPr>
      <dsp:spPr>
        <a:xfrm>
          <a:off x="333341" y="22977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Heapsort</a:t>
          </a:r>
        </a:p>
      </dsp:txBody>
      <dsp:txXfrm>
        <a:off x="372249" y="61885"/>
        <a:ext cx="4588967" cy="719224"/>
      </dsp:txXfrm>
    </dsp:sp>
    <dsp:sp modelId="{AE5714C6-7DAD-4DA4-BD4D-DA036DF47EA9}">
      <dsp:nvSpPr>
        <dsp:cNvPr id="0" name=""/>
        <dsp:cNvSpPr/>
      </dsp:nvSpPr>
      <dsp:spPr>
        <a:xfrm>
          <a:off x="0" y="3007017"/>
          <a:ext cx="6666833" cy="2423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i="1" kern="1200" dirty="0"/>
            <a:t>Much faster on average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Much slower in the worst-case scenario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1" kern="1200" dirty="0"/>
            <a:t>Uses extra space</a:t>
          </a:r>
        </a:p>
      </dsp:txBody>
      <dsp:txXfrm>
        <a:off x="0" y="3007017"/>
        <a:ext cx="6666833" cy="2423925"/>
      </dsp:txXfrm>
    </dsp:sp>
    <dsp:sp modelId="{42EE3514-0EB9-4D47-8CCA-603B05416039}">
      <dsp:nvSpPr>
        <dsp:cNvPr id="0" name=""/>
        <dsp:cNvSpPr/>
      </dsp:nvSpPr>
      <dsp:spPr>
        <a:xfrm>
          <a:off x="333341" y="2608497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Quicksort</a:t>
          </a:r>
        </a:p>
      </dsp:txBody>
      <dsp:txXfrm>
        <a:off x="372249" y="2647405"/>
        <a:ext cx="4588967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8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5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3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0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1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9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8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3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9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1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9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www.geeksforgeeks.org/dsa/sorting-algorithms/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cake.com/concept/java/heapsort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viewcake.com/concept/java/heapsort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viewcake.com/concept/java/quicksort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orvalds/linux/blob/master/lib/sort.c#L53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Autumn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4E406-FB0E-1B65-BF03-F2FC894E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Sorting Algorithms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D43375-ABC4-9297-9B42-D2AF1DDB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93" r="47674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63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E4E1-D75B-1415-CD65-8556D9B3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4855"/>
            <a:ext cx="9144000" cy="7867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Why is sorting important?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78653DF3-F2FC-6BC8-9A2B-5A1EE1A7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8" r="1" b="1"/>
          <a:stretch>
            <a:fillRect/>
          </a:stretch>
        </p:blipFill>
        <p:spPr>
          <a:xfrm>
            <a:off x="20" y="10"/>
            <a:ext cx="12191980" cy="460567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779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3DE8D03D-A908-C4F2-48B9-07A98121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85583-27FF-3404-5FC9-3DF3486D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Database systems</a:t>
            </a:r>
          </a:p>
        </p:txBody>
      </p:sp>
    </p:spTree>
    <p:extLst>
      <p:ext uri="{BB962C8B-B14F-4D97-AF65-F5344CB8AC3E}">
        <p14:creationId xmlns:p14="http://schemas.microsoft.com/office/powerpoint/2010/main" val="108177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AB9D7-EE06-A227-DB3A-3C7429FF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314" y="486917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13B587D-9EAD-00CF-2485-15190C7B5A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49941010"/>
                  </p:ext>
                </p:extLst>
              </p:nvPr>
            </p:nvGraphicFramePr>
            <p:xfrm>
              <a:off x="644056" y="2615979"/>
              <a:ext cx="10927829" cy="368940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123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F141-9650-5770-2DA3-6C4ADCD5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2AC3B-DEB3-5E1E-DCEE-5869E83C827C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2033-8CAF-985C-996E-9C93262D886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383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E723-174D-3151-F567-9FB6220A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77FA-6DD4-5680-B589-A0CDA59A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search (Brute force)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99C8B-B213-25F9-AF99-341557EA1AE4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FA3AF-8CE3-4B89-A2F1-EDF7071443A2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134BC6-4605-713F-8333-68BB2B2E0FAE}"/>
              </a:ext>
            </a:extLst>
          </p:cNvPr>
          <p:cNvCxnSpPr/>
          <p:nvPr/>
        </p:nvCxnSpPr>
        <p:spPr>
          <a:xfrm>
            <a:off x="967388" y="3989070"/>
            <a:ext cx="273939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59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3D black question marks with one yellow question mark">
            <a:extLst>
              <a:ext uri="{FF2B5EF4-FFF2-40B4-BE49-F238E27FC236}">
                <a16:creationId xmlns:a16="http://schemas.microsoft.com/office/drawing/2014/main" id="{AF30B2C4-B71F-6C74-EE35-AB9BA06BF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2" r="12834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2545B-FA82-7945-B9D7-8EC0130B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402" y="743447"/>
            <a:ext cx="344576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Worst case scenario?</a:t>
            </a:r>
          </a:p>
        </p:txBody>
      </p:sp>
    </p:spTree>
    <p:extLst>
      <p:ext uri="{BB962C8B-B14F-4D97-AF65-F5344CB8AC3E}">
        <p14:creationId xmlns:p14="http://schemas.microsoft.com/office/powerpoint/2010/main" val="57828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7D5C-D84F-D7AE-6F09-A918F6DD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6B1A-63F5-444E-530A-EB5936A6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FA68-0D00-F708-77FB-CCA06583FAD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7, 4, 5, 9, 2, 3, 0, 1, 8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BE49A-C0EC-3883-1A53-C6DFE87F11C3}"/>
              </a:ext>
            </a:extLst>
          </p:cNvPr>
          <p:cNvSpPr txBox="1"/>
          <p:nvPr/>
        </p:nvSpPr>
        <p:spPr>
          <a:xfrm>
            <a:off x="838200" y="2084070"/>
            <a:ext cx="249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Task: Find </a:t>
            </a:r>
            <a:r>
              <a:rPr lang="en-US" sz="3600" b="1" i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23984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11E8-A945-8ABA-0C00-171C0934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7425-881F-0096-37C2-37A9CA11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56817-328F-5D9B-BBD2-376EA595BE03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73217-693D-AE2A-ACC2-AEAA50B347FB}"/>
              </a:ext>
            </a:extLst>
          </p:cNvPr>
          <p:cNvSpPr txBox="1"/>
          <p:nvPr/>
        </p:nvSpPr>
        <p:spPr>
          <a:xfrm>
            <a:off x="838200" y="2084070"/>
            <a:ext cx="4351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1: Sort the input</a:t>
            </a:r>
            <a:endParaRPr lang="en-US" sz="3600" b="1" i="1" dirty="0"/>
          </a:p>
        </p:txBody>
      </p:sp>
    </p:spTree>
    <p:extLst>
      <p:ext uri="{BB962C8B-B14F-4D97-AF65-F5344CB8AC3E}">
        <p14:creationId xmlns:p14="http://schemas.microsoft.com/office/powerpoint/2010/main" val="421941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7E6F-304E-F5E4-01AF-784D094F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D97D-3856-5D7C-F6A7-53B2197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3FB2-0E84-F625-C7B0-FC36B4C410C6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41E3C-3ABB-D2E6-A51B-4D2016AE0855}"/>
              </a:ext>
            </a:extLst>
          </p:cNvPr>
          <p:cNvSpPr txBox="1"/>
          <p:nvPr/>
        </p:nvSpPr>
        <p:spPr>
          <a:xfrm>
            <a:off x="838200" y="2084070"/>
            <a:ext cx="5151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2: Find the midpoint</a:t>
            </a:r>
            <a:endParaRPr lang="en-US" sz="3600" b="1" i="1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847E72-5DC4-EC81-F3BA-CBA703EAC4E0}"/>
              </a:ext>
            </a:extLst>
          </p:cNvPr>
          <p:cNvCxnSpPr/>
          <p:nvPr/>
        </p:nvCxnSpPr>
        <p:spPr>
          <a:xfrm flipV="1">
            <a:off x="3383280" y="3954780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787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FC3C-5EAC-5358-F75C-8F26BA87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FAF9-B01B-5E56-84EE-F85EC3CE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EB735-2032-B0D2-2256-14E26207800F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EA579-8486-2FDF-58F4-DE3355A4C9C8}"/>
              </a:ext>
            </a:extLst>
          </p:cNvPr>
          <p:cNvSpPr txBox="1"/>
          <p:nvPr/>
        </p:nvSpPr>
        <p:spPr>
          <a:xfrm>
            <a:off x="838200" y="2084070"/>
            <a:ext cx="72085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3: Cut the search space in half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BBBDB-289F-A61D-0C80-216A87E613AF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2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C6EAD-E249-4BC9-1326-D65F8188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5BB4-25FC-A17E-DA57-25A34AC0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54CAE-0E82-0BD5-B07D-7CE32099A500}"/>
              </a:ext>
            </a:extLst>
          </p:cNvPr>
          <p:cNvSpPr txBox="1"/>
          <p:nvPr/>
        </p:nvSpPr>
        <p:spPr>
          <a:xfrm>
            <a:off x="838200" y="3185339"/>
            <a:ext cx="51155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0, 1, 2, 3, 4, 5, 7, 8, 9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E7BDA-4EDD-D192-A938-584E62FFD387}"/>
              </a:ext>
            </a:extLst>
          </p:cNvPr>
          <p:cNvSpPr txBox="1"/>
          <p:nvPr/>
        </p:nvSpPr>
        <p:spPr>
          <a:xfrm>
            <a:off x="838200" y="2084070"/>
            <a:ext cx="9190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Step 4: Repeat steps 1-3 until the key is found</a:t>
            </a:r>
            <a:endParaRPr lang="en-US" sz="3600" b="1" i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923DF-6E61-21AC-650A-FF49E05B4165}"/>
              </a:ext>
            </a:extLst>
          </p:cNvPr>
          <p:cNvSpPr/>
          <p:nvPr/>
        </p:nvSpPr>
        <p:spPr>
          <a:xfrm>
            <a:off x="2971800" y="3006090"/>
            <a:ext cx="3291840" cy="112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16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E720-8088-7095-1C39-34E08A49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F26A-7B98-F71C-B925-4DC62148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47E8C-766C-B64F-1C7A-78A9D431682D}"/>
              </a:ext>
            </a:extLst>
          </p:cNvPr>
          <p:cNvSpPr txBox="1"/>
          <p:nvPr/>
        </p:nvSpPr>
        <p:spPr>
          <a:xfrm>
            <a:off x="980497" y="1963668"/>
            <a:ext cx="22220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0, 1, 2, 3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3211807-383F-2755-F90A-3BBEE0DCDBA0}"/>
              </a:ext>
            </a:extLst>
          </p:cNvPr>
          <p:cNvCxnSpPr/>
          <p:nvPr/>
        </p:nvCxnSpPr>
        <p:spPr>
          <a:xfrm flipV="1">
            <a:off x="2366010" y="2733109"/>
            <a:ext cx="0" cy="96012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76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720D-1E12-0501-9F6F-6DEC12254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F6E5-1F4F-AC16-E957-B8BE661D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E4FFE-3188-97EA-6368-6A5942B0EBD2}"/>
              </a:ext>
            </a:extLst>
          </p:cNvPr>
          <p:cNvSpPr txBox="1"/>
          <p:nvPr/>
        </p:nvSpPr>
        <p:spPr>
          <a:xfrm>
            <a:off x="980497" y="1963668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996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227EE-25B4-0F14-DFDC-A1D1C24F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how quickly can we sort?</a:t>
            </a:r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2F16D16F-1E07-343A-EF3C-1AAD56986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Filter">
            <a:extLst>
              <a:ext uri="{FF2B5EF4-FFF2-40B4-BE49-F238E27FC236}">
                <a16:creationId xmlns:a16="http://schemas.microsoft.com/office/drawing/2014/main" id="{6EBD0C25-7CDC-4E1A-A36E-B867B70E0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33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2D0B3-5596-88D8-6F9A-B298FA60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Different approaches to sorting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2205019-A041-BE92-3FB0-B5CAF9A97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377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8A7ED9-5759-852F-2D35-34F6AB36BA6A}"/>
              </a:ext>
            </a:extLst>
          </p:cNvPr>
          <p:cNvSpPr txBox="1"/>
          <p:nvPr/>
        </p:nvSpPr>
        <p:spPr>
          <a:xfrm>
            <a:off x="4686436" y="6071140"/>
            <a:ext cx="6856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more: </a:t>
            </a:r>
            <a:r>
              <a:rPr lang="en-US" dirty="0">
                <a:hlinkClick r:id="rId7"/>
              </a:rPr>
              <a:t>https://www.geeksforgeeks.org/dsa/sorting-algorithms/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407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29E054-AAF9-23D8-936D-FA9E5534A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0804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1CE3DE-41AA-6866-97ED-4FB5B46061A2}"/>
              </a:ext>
            </a:extLst>
          </p:cNvPr>
          <p:cNvSpPr txBox="1"/>
          <p:nvPr/>
        </p:nvSpPr>
        <p:spPr>
          <a:xfrm>
            <a:off x="1074420" y="788670"/>
            <a:ext cx="2154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122260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hart with a blue arrow and green rectangles&#10;&#10;AI-generated content may be incorrect.">
            <a:extLst>
              <a:ext uri="{FF2B5EF4-FFF2-40B4-BE49-F238E27FC236}">
                <a16:creationId xmlns:a16="http://schemas.microsoft.com/office/drawing/2014/main" id="{E4F22628-2900-78BD-4264-B18143F98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363955"/>
            <a:ext cx="10905066" cy="413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96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C898B-2FAE-16B4-BA19-96A525FC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414" y="640080"/>
            <a:ext cx="4758458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Comparison based sorting</a:t>
            </a:r>
          </a:p>
        </p:txBody>
      </p:sp>
      <p:pic>
        <p:nvPicPr>
          <p:cNvPr id="4" name="Picture 3" descr="A digital balance scale using circles">
            <a:extLst>
              <a:ext uri="{FF2B5EF4-FFF2-40B4-BE49-F238E27FC236}">
                <a16:creationId xmlns:a16="http://schemas.microsoft.com/office/drawing/2014/main" id="{CA1F2EF5-3841-44B7-D68E-341473EED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7" r="21749" b="1"/>
          <a:stretch>
            <a:fillRect/>
          </a:stretch>
        </p:blipFill>
        <p:spPr>
          <a:xfrm>
            <a:off x="20" y="10"/>
            <a:ext cx="6108141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1142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3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B22CF-E1AC-AC11-32FE-62819119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We have already seen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03795263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0A9916CE-75F4-588B-DA9E-94BEF2F667B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03795263"/>
                  </p:ext>
                </p:extLst>
              </p:nvPr>
            </p:nvGraphicFramePr>
            <p:xfrm>
              <a:off x="4905052" y="750440"/>
              <a:ext cx="6666833" cy="54539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3186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3499-6C2E-E4B1-4987-F9028A3D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F.Y.I</a:t>
            </a:r>
          </a:p>
        </p:txBody>
      </p:sp>
      <p:pic>
        <p:nvPicPr>
          <p:cNvPr id="5" name="Content Placeholder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65B6117-F63B-B5C5-E05F-F4EEA5E33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0979"/>
            <a:ext cx="10515600" cy="3760630"/>
          </a:xfrm>
        </p:spPr>
      </p:pic>
    </p:spTree>
    <p:extLst>
      <p:ext uri="{BB962C8B-B14F-4D97-AF65-F5344CB8AC3E}">
        <p14:creationId xmlns:p14="http://schemas.microsoft.com/office/powerpoint/2010/main" val="2931215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5BFD-4AD3-6CD0-4086-7BC3CB8A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– F.Y.I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54BB658-86D2-E436-0DD8-E5FBEF440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82129"/>
            <a:ext cx="11052151" cy="3653818"/>
          </a:xfrm>
        </p:spPr>
      </p:pic>
    </p:spTree>
    <p:extLst>
      <p:ext uri="{BB962C8B-B14F-4D97-AF65-F5344CB8AC3E}">
        <p14:creationId xmlns:p14="http://schemas.microsoft.com/office/powerpoint/2010/main" val="3003257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A59C2-BD5E-5BF2-0543-647A689F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04324B-C51A-229D-587D-01A3F3466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4154" y="81365"/>
            <a:ext cx="6663691" cy="6776635"/>
          </a:xfrm>
        </p:spPr>
      </p:pic>
    </p:spTree>
    <p:extLst>
      <p:ext uri="{BB962C8B-B14F-4D97-AF65-F5344CB8AC3E}">
        <p14:creationId xmlns:p14="http://schemas.microsoft.com/office/powerpoint/2010/main" val="3345410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B3D7F-930B-2300-EA90-D04EDB32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Characteristics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00F66F-0185-17D7-E8BE-69ED95ECA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02028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0115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2AEE-CF60-6415-A068-C5B5975A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Heapsort</a:t>
            </a:r>
          </a:p>
        </p:txBody>
      </p:sp>
    </p:spTree>
    <p:extLst>
      <p:ext uri="{BB962C8B-B14F-4D97-AF65-F5344CB8AC3E}">
        <p14:creationId xmlns:p14="http://schemas.microsoft.com/office/powerpoint/2010/main" val="3874492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001A9-3FFC-92E7-3FA0-751F3B78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/>
              <a:t>Heapsort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3200" dirty="0"/>
                  <a:t>Unstable</a:t>
                </a:r>
              </a:p>
              <a:p>
                <a:r>
                  <a:rPr lang="en-US" sz="3200" dirty="0"/>
                  <a:t>Fast – O(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)</a:t>
                </a:r>
              </a:p>
              <a:p>
                <a:r>
                  <a:rPr lang="en-US" sz="3200" dirty="0"/>
                  <a:t>Does not use extra memory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B11697-7263-2489-3461-0DF7D49A4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56218" y="1463039"/>
                <a:ext cx="5542387" cy="4300447"/>
              </a:xfrm>
              <a:blipFill>
                <a:blip r:embed="rId2"/>
                <a:stretch>
                  <a:fillRect l="-2530" t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696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number in a row&#10;&#10;AI-generated content may be incorrect.">
            <a:extLst>
              <a:ext uri="{FF2B5EF4-FFF2-40B4-BE49-F238E27FC236}">
                <a16:creationId xmlns:a16="http://schemas.microsoft.com/office/drawing/2014/main" id="{EDF2404F-36D0-578D-93B9-A67F33EDF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72" y="1603630"/>
            <a:ext cx="9041055" cy="264426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1C582-85EC-0DF2-42BA-9DB33A29E87C}"/>
              </a:ext>
            </a:extLst>
          </p:cNvPr>
          <p:cNvSpPr txBox="1"/>
          <p:nvPr/>
        </p:nvSpPr>
        <p:spPr>
          <a:xfrm>
            <a:off x="2926080" y="5143500"/>
            <a:ext cx="5692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https://www.interviewcake.com/concept/java/heapsort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824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322F7935-AC6A-5598-C52F-58A775EEB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41" y="734853"/>
            <a:ext cx="7854517" cy="5388293"/>
          </a:xfrm>
        </p:spPr>
      </p:pic>
    </p:spTree>
    <p:extLst>
      <p:ext uri="{BB962C8B-B14F-4D97-AF65-F5344CB8AC3E}">
        <p14:creationId xmlns:p14="http://schemas.microsoft.com/office/powerpoint/2010/main" val="2660769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EFDA-8D32-A23F-DD9D-ED3DD1CBF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F6571-9EFE-82C3-AF01-28D82A591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566241"/>
            <a:ext cx="8290166" cy="5725517"/>
          </a:xfrm>
        </p:spPr>
      </p:pic>
    </p:spTree>
    <p:extLst>
      <p:ext uri="{BB962C8B-B14F-4D97-AF65-F5344CB8AC3E}">
        <p14:creationId xmlns:p14="http://schemas.microsoft.com/office/powerpoint/2010/main" val="24894779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508B-C51E-E0F8-7035-39FF8850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95D3D-2AF7-A03A-57ED-90623A773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</p:spTree>
    <p:extLst>
      <p:ext uri="{BB962C8B-B14F-4D97-AF65-F5344CB8AC3E}">
        <p14:creationId xmlns:p14="http://schemas.microsoft.com/office/powerpoint/2010/main" val="4014623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2F344-E226-06D2-C318-559F6383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D7AB72-3A0B-DF93-E72C-4D4340D9A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323126"/>
            <a:ext cx="8290166" cy="6211748"/>
          </a:xfrm>
        </p:spPr>
      </p:pic>
    </p:spTree>
    <p:extLst>
      <p:ext uri="{BB962C8B-B14F-4D97-AF65-F5344CB8AC3E}">
        <p14:creationId xmlns:p14="http://schemas.microsoft.com/office/powerpoint/2010/main" val="4771188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8A116-DD44-4763-EB5C-B89C4932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D71EDE-56ED-793D-B52A-78F9C656F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61563"/>
            <a:ext cx="8290166" cy="6534874"/>
          </a:xfrm>
        </p:spPr>
      </p:pic>
    </p:spTree>
    <p:extLst>
      <p:ext uri="{BB962C8B-B14F-4D97-AF65-F5344CB8AC3E}">
        <p14:creationId xmlns:p14="http://schemas.microsoft.com/office/powerpoint/2010/main" val="1081312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5733-7457-8E0E-A3C6-A4C312B51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18D72-699D-208D-728E-83DE1AFB84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0917" y="194310"/>
            <a:ext cx="8290166" cy="6340564"/>
          </a:xfrm>
        </p:spPr>
      </p:pic>
    </p:spTree>
    <p:extLst>
      <p:ext uri="{BB962C8B-B14F-4D97-AF65-F5344CB8AC3E}">
        <p14:creationId xmlns:p14="http://schemas.microsoft.com/office/powerpoint/2010/main" val="2201613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304D-D1D2-0FCC-53DE-54D97CB2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4A2703-83D7-3250-E821-C9C5E2902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2688949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6B53-6D05-5BA8-DA7D-019D535FD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4AD74F-082A-C3A5-D068-421EE199B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493499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E0DE-9495-FFAD-A41F-F667A1A7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1EC9B-7C48-D4B7-4D6F-C0E1CD399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1458971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6F05A-2387-9E8D-C0F1-C213A53F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8ABD0E-6593-89D3-75C4-DF10AF324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2653031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A392-3CD0-39F8-1310-2C982474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53CAB-7106-D037-3772-84EE2540B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03" y="164128"/>
            <a:ext cx="7844593" cy="6529744"/>
          </a:xfrm>
        </p:spPr>
      </p:pic>
    </p:spTree>
    <p:extLst>
      <p:ext uri="{BB962C8B-B14F-4D97-AF65-F5344CB8AC3E}">
        <p14:creationId xmlns:p14="http://schemas.microsoft.com/office/powerpoint/2010/main" val="1090982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2426-8D50-4A5B-9F28-E7417D60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guess the rest…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C011-29AD-25B5-7FF9-EFB40C338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https://www.interviewcake.com/concept/java/heapsort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81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B461-3E7E-F25E-53D9-C47C6144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9580D-5F28-2E24-BC97-45D5130DA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E9580D-5F28-2E24-BC97-45D5130DA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29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9BE4E-287F-96EC-43C9-6D645D05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7763-E97C-DEB7-8E09-3219B00D7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EC3B-FE5F-7038-9494-0BD1AAE5DB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Deleting from a heap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D3EC3B-FE5F-7038-9494-0BD1AAE5DB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833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CF288-44CE-B71B-4D8A-F91D81E3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9B94-A7E4-DD3C-0C36-6FFF4D04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C9C7D-C214-241B-C239-90EA7488F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Building the initial heap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Deleting from a heap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 elements – N deletions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4C9C7D-C214-241B-C239-90EA7488F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364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DB0D-8CDC-C069-4E5A-EB459A001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890" y="-1220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fastest sorting algorithm in the west?</a:t>
            </a:r>
          </a:p>
        </p:txBody>
      </p:sp>
      <p:pic>
        <p:nvPicPr>
          <p:cNvPr id="5" name="Content Placeholder 4" descr="A person in a cowboy hat pointing an object&#10;&#10;AI-generated content may be incorrect.">
            <a:extLst>
              <a:ext uri="{FF2B5EF4-FFF2-40B4-BE49-F238E27FC236}">
                <a16:creationId xmlns:a16="http://schemas.microsoft.com/office/drawing/2014/main" id="{D79B97B1-A5C2-826F-E3B5-D0FE61E80B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66" y="902970"/>
            <a:ext cx="10168467" cy="571976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5F104-790B-F8AA-E25E-1B9C7641D9AE}"/>
              </a:ext>
            </a:extLst>
          </p:cNvPr>
          <p:cNvSpPr txBox="1"/>
          <p:nvPr/>
        </p:nvSpPr>
        <p:spPr>
          <a:xfrm rot="251262">
            <a:off x="5911686" y="1629340"/>
            <a:ext cx="2452916" cy="769441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Heapsort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C30D4-81DC-AD9E-1931-5D6CB1A6A016}"/>
                  </a:ext>
                </a:extLst>
              </p:cNvPr>
              <p:cNvSpPr txBox="1"/>
              <p:nvPr/>
            </p:nvSpPr>
            <p:spPr>
              <a:xfrm rot="251262">
                <a:off x="3971939" y="3528418"/>
                <a:ext cx="2751010" cy="769441"/>
              </a:xfrm>
              <a:prstGeom prst="rect">
                <a:avLst/>
              </a:prstGeom>
              <a:noFill/>
              <a:scene3d>
                <a:camera prst="isometricOffAxis1Right"/>
                <a:lightRig rig="threePt" dir="t"/>
              </a:scene3d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4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4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4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C30D4-81DC-AD9E-1931-5D6CB1A6A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1262">
                <a:off x="3971939" y="3528418"/>
                <a:ext cx="275101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872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AF99-BE8F-9B5E-BA15-30FFDB0B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A new foe appeared!</a:t>
            </a:r>
          </a:p>
        </p:txBody>
      </p:sp>
      <p:pic>
        <p:nvPicPr>
          <p:cNvPr id="5" name="Content Placeholder 4" descr="A person in a hat holding an object&#10;&#10;AI-generated content may be incorrect.">
            <a:extLst>
              <a:ext uri="{FF2B5EF4-FFF2-40B4-BE49-F238E27FC236}">
                <a16:creationId xmlns:a16="http://schemas.microsoft.com/office/drawing/2014/main" id="{555B22E0-A23D-ADCD-CB14-AB575B885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1364241"/>
            <a:ext cx="10088880" cy="52840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204B3-A0F0-7698-D949-40060A3FA421}"/>
              </a:ext>
            </a:extLst>
          </p:cNvPr>
          <p:cNvSpPr txBox="1"/>
          <p:nvPr/>
        </p:nvSpPr>
        <p:spPr>
          <a:xfrm rot="251262">
            <a:off x="5602359" y="1783448"/>
            <a:ext cx="2568652" cy="769441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Quicksort</a:t>
            </a:r>
          </a:p>
        </p:txBody>
      </p:sp>
    </p:spTree>
    <p:extLst>
      <p:ext uri="{BB962C8B-B14F-4D97-AF65-F5344CB8AC3E}">
        <p14:creationId xmlns:p14="http://schemas.microsoft.com/office/powerpoint/2010/main" val="32016197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BAF3-D273-E5E4-CC94-60F96579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p:pic>
        <p:nvPicPr>
          <p:cNvPr id="5" name="Content Placeholder 4" descr="A number and number lines&#10;&#10;AI-generated content may be incorrect.">
            <a:extLst>
              <a:ext uri="{FF2B5EF4-FFF2-40B4-BE49-F238E27FC236}">
                <a16:creationId xmlns:a16="http://schemas.microsoft.com/office/drawing/2014/main" id="{B84694A4-EF87-0FC2-11A6-30DEFE6C8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0" y="1298464"/>
            <a:ext cx="8919585" cy="45546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D80021-1FCF-2ACC-277F-82C659436CC8}"/>
              </a:ext>
            </a:extLst>
          </p:cNvPr>
          <p:cNvSpPr txBox="1"/>
          <p:nvPr/>
        </p:nvSpPr>
        <p:spPr>
          <a:xfrm>
            <a:off x="982980" y="1690688"/>
            <a:ext cx="5720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https://www.interviewcake.com/concept/java/quicksort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514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C55C-4300-DAF5-4C6F-D6885AC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9C40-BD18-E8A5-034A-DB6C3A2D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E5D2F-3039-3A7B-A93B-A7C7F9E5D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8790" y="1492774"/>
            <a:ext cx="8919585" cy="4554682"/>
          </a:xfrm>
        </p:spPr>
      </p:pic>
    </p:spTree>
    <p:extLst>
      <p:ext uri="{BB962C8B-B14F-4D97-AF65-F5344CB8AC3E}">
        <p14:creationId xmlns:p14="http://schemas.microsoft.com/office/powerpoint/2010/main" val="2800324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61FC-0964-7B67-FE77-9F09ACDB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7AE13B-CAD8-D630-AD40-F6CF2CFF6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8405" y="634365"/>
            <a:ext cx="7235190" cy="5589270"/>
          </a:xfrm>
        </p:spPr>
      </p:pic>
    </p:spTree>
    <p:extLst>
      <p:ext uri="{BB962C8B-B14F-4D97-AF65-F5344CB8AC3E}">
        <p14:creationId xmlns:p14="http://schemas.microsoft.com/office/powerpoint/2010/main" val="3578943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7D71-C9E2-F320-D3A4-163D3F01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A9B330-52D8-DC2A-29D6-6077CA2AB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268605"/>
            <a:ext cx="6046471" cy="6320790"/>
          </a:xfrm>
        </p:spPr>
      </p:pic>
    </p:spTree>
    <p:extLst>
      <p:ext uri="{BB962C8B-B14F-4D97-AF65-F5344CB8AC3E}">
        <p14:creationId xmlns:p14="http://schemas.microsoft.com/office/powerpoint/2010/main" val="38550030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07AD-C14E-5AA1-431D-836469C3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4412EC-BAAF-E057-4C06-C209D9BB3B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1008697"/>
            <a:ext cx="6046471" cy="4840605"/>
          </a:xfrm>
        </p:spPr>
      </p:pic>
    </p:spTree>
    <p:extLst>
      <p:ext uri="{BB962C8B-B14F-4D97-AF65-F5344CB8AC3E}">
        <p14:creationId xmlns:p14="http://schemas.microsoft.com/office/powerpoint/2010/main" val="3100666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92ED-E621-9AFC-FD98-4A28B65C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5EC77-9FF6-E111-FC3D-9FEF40E77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1008697"/>
            <a:ext cx="6046471" cy="4840605"/>
          </a:xfrm>
        </p:spPr>
      </p:pic>
    </p:spTree>
    <p:extLst>
      <p:ext uri="{BB962C8B-B14F-4D97-AF65-F5344CB8AC3E}">
        <p14:creationId xmlns:p14="http://schemas.microsoft.com/office/powerpoint/2010/main" val="2804043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B7C1-551A-FEB0-9C5E-60582318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27A7B3-553A-2741-8BF0-CCAD4968A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72764" y="1658779"/>
            <a:ext cx="6046471" cy="354044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F171D7-6A90-0FB7-06EF-3564C6CAD923}"/>
              </a:ext>
            </a:extLst>
          </p:cNvPr>
          <p:cNvSpPr txBox="1"/>
          <p:nvPr/>
        </p:nvSpPr>
        <p:spPr>
          <a:xfrm>
            <a:off x="880110" y="628650"/>
            <a:ext cx="5620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Recursively sort the two halves</a:t>
            </a:r>
          </a:p>
        </p:txBody>
      </p:sp>
    </p:spTree>
    <p:extLst>
      <p:ext uri="{BB962C8B-B14F-4D97-AF65-F5344CB8AC3E}">
        <p14:creationId xmlns:p14="http://schemas.microsoft.com/office/powerpoint/2010/main" val="1365730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6499A-20D1-BF36-1E4C-152BE9AB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314D9-C134-B7DB-CC9C-3F9230C7C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68" y="1690688"/>
            <a:ext cx="7008863" cy="3808064"/>
          </a:xfrm>
        </p:spPr>
      </p:pic>
    </p:spTree>
    <p:extLst>
      <p:ext uri="{BB962C8B-B14F-4D97-AF65-F5344CB8AC3E}">
        <p14:creationId xmlns:p14="http://schemas.microsoft.com/office/powerpoint/2010/main" val="277641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EF4C-10C9-9FE2-060C-ACDFA0D4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D221-A594-8865-A199-11714FC6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BB29A-A412-BB82-B0A5-B21AB4161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68" y="1690688"/>
            <a:ext cx="7008863" cy="3808064"/>
          </a:xfrm>
        </p:spPr>
      </p:pic>
    </p:spTree>
    <p:extLst>
      <p:ext uri="{BB962C8B-B14F-4D97-AF65-F5344CB8AC3E}">
        <p14:creationId xmlns:p14="http://schemas.microsoft.com/office/powerpoint/2010/main" val="3087895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0A2AE-332F-A725-6BB1-57D26D9F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6D9C-CE70-876B-2630-E1CA08DF4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allocates a stack frame for each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41531355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96D2-F40B-3F98-1CE2-95047B58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54D5-EAB5-81AA-94A5-A6516E7C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A1372-DED9-0884-658D-87A2B85A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Recursion allocates a stack frame for each recursive call</a:t>
            </a:r>
          </a:p>
          <a:p>
            <a:r>
              <a:rPr lang="en-US" dirty="0"/>
              <a:t>How tall will the recursion tree be?</a:t>
            </a:r>
          </a:p>
        </p:txBody>
      </p:sp>
    </p:spTree>
    <p:extLst>
      <p:ext uri="{BB962C8B-B14F-4D97-AF65-F5344CB8AC3E}">
        <p14:creationId xmlns:p14="http://schemas.microsoft.com/office/powerpoint/2010/main" val="40304324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F4BA1-6538-44DD-327D-77C08439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AD8E0-C802-8562-ACB8-7A3338E47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4100" dirty="0"/>
              <a:t>Space Complexity – best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DE673-EB13-8B07-4DFB-455B34B9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400" dirty="0"/>
              <a:t>The pivot is the </a:t>
            </a:r>
            <a:r>
              <a:rPr lang="en-US" sz="2400" i="1" dirty="0"/>
              <a:t>median</a:t>
            </a:r>
          </a:p>
          <a:p>
            <a:r>
              <a:rPr lang="en-US" sz="2400" i="1" dirty="0"/>
              <a:t>Space complexity is O(lg(n))</a:t>
            </a:r>
          </a:p>
          <a:p>
            <a:endParaRPr lang="en-US" sz="2000" i="1" dirty="0"/>
          </a:p>
        </p:txBody>
      </p:sp>
      <p:pic>
        <p:nvPicPr>
          <p:cNvPr id="5" name="Picture 4" descr="A diagram of a number system&#10;&#10;AI-generated content may be incorrect.">
            <a:extLst>
              <a:ext uri="{FF2B5EF4-FFF2-40B4-BE49-F238E27FC236}">
                <a16:creationId xmlns:a16="http://schemas.microsoft.com/office/drawing/2014/main" id="{38F23FBC-92FD-94ED-36CC-98DA385EC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918" y="0"/>
            <a:ext cx="5962785" cy="687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004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A45B5-D074-374D-8810-4FCCE8299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D816BC-58D4-9BCB-1FD9-DE8F610AF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1AFAC80-C3F4-2709-3C67-F797DDA9B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5667C-213C-A255-A886-2FADFAD5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sz="4100" dirty="0"/>
              <a:t>Space Complexity –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E163D-FB3F-1C1F-BF12-53B59D0EC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400" i="1" dirty="0"/>
              <a:t>The input array is sorted &amp; the pivot is the last elem.</a:t>
            </a:r>
          </a:p>
          <a:p>
            <a:r>
              <a:rPr lang="en-US" sz="2400" i="1" dirty="0"/>
              <a:t>Space complexity is O(n)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3D3BB-1629-7ECC-EF41-376B3790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0920" y="99704"/>
            <a:ext cx="2889308" cy="677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92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F6162-367A-9D1D-A6D5-5AF5C2625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Who wins?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0049E21-8E85-C47C-72B9-3FC9620EE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6408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1656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9F4E-356D-CCB8-65B9-C85EDB0B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EC6C-A192-BB7A-2B0D-0653D4EF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uses Heapsort! – F.Y.I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93E7B-B3E9-4A43-5093-C79379D4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https://github.com/torvalds/linux/blob/master/lib/sort.c#L53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306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74D1CB-2C3C-F189-B4D2-6FA58E10E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741" y="224488"/>
            <a:ext cx="8294517" cy="6409024"/>
          </a:xfrm>
        </p:spPr>
      </p:pic>
    </p:spTree>
    <p:extLst>
      <p:ext uri="{BB962C8B-B14F-4D97-AF65-F5344CB8AC3E}">
        <p14:creationId xmlns:p14="http://schemas.microsoft.com/office/powerpoint/2010/main" val="1296291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619</Words>
  <Application>Microsoft Office PowerPoint</Application>
  <PresentationFormat>Widescreen</PresentationFormat>
  <Paragraphs>112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Cambria Math</vt:lpstr>
      <vt:lpstr>1_Office Theme</vt:lpstr>
      <vt:lpstr>Data Structures and Algorithms I.</vt:lpstr>
      <vt:lpstr>Sorting Algorithms</vt:lpstr>
      <vt:lpstr>Why is sorting important?</vt:lpstr>
      <vt:lpstr>Database systems</vt:lpstr>
      <vt:lpstr>Searching</vt:lpstr>
      <vt:lpstr>Naive search (Brute force)</vt:lpstr>
      <vt:lpstr>Naive search (Brute force)</vt:lpstr>
      <vt:lpstr>Worst case scenario?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But how quickly can we sort?</vt:lpstr>
      <vt:lpstr>Different approaches to sorting</vt:lpstr>
      <vt:lpstr>PowerPoint Presentation</vt:lpstr>
      <vt:lpstr>PowerPoint Presentation</vt:lpstr>
      <vt:lpstr>Comparison based sorting</vt:lpstr>
      <vt:lpstr>We have already seen</vt:lpstr>
      <vt:lpstr>Insertion sort – F.Y.I</vt:lpstr>
      <vt:lpstr>Merge sort – F.Y.I</vt:lpstr>
      <vt:lpstr>PowerPoint Presentation</vt:lpstr>
      <vt:lpstr>Characteristics</vt:lpstr>
      <vt:lpstr>Heapsort</vt:lpstr>
      <vt:lpstr>Heapsort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 can guess the rest…</vt:lpstr>
      <vt:lpstr>Complexity</vt:lpstr>
      <vt:lpstr>Complexity</vt:lpstr>
      <vt:lpstr>Complexity</vt:lpstr>
      <vt:lpstr>The fastest sorting algorithm in the west?</vt:lpstr>
      <vt:lpstr>A new foe appeared!</vt:lpstr>
      <vt:lpstr>Quicksort</vt:lpstr>
      <vt:lpstr>Quicksort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complexity</vt:lpstr>
      <vt:lpstr>Time complexity</vt:lpstr>
      <vt:lpstr>Space Complexity</vt:lpstr>
      <vt:lpstr>Space Complexity</vt:lpstr>
      <vt:lpstr>Space Complexity – best case</vt:lpstr>
      <vt:lpstr>Space Complexity – worst case</vt:lpstr>
      <vt:lpstr>Who wins?</vt:lpstr>
      <vt:lpstr>Linux uses Heapsort! – F.Y.I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15</cp:revision>
  <dcterms:created xsi:type="dcterms:W3CDTF">2025-08-31T18:54:11Z</dcterms:created>
  <dcterms:modified xsi:type="dcterms:W3CDTF">2025-09-04T16:10:24Z</dcterms:modified>
</cp:coreProperties>
</file>