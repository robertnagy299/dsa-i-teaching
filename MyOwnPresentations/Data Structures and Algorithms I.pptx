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8AAF16-8E55-4FBF-A3C1-3A26C1BAAEEE}">
          <p14:sldIdLst>
            <p14:sldId id="256"/>
            <p14:sldId id="257"/>
            <p14:sldId id="258"/>
            <p14:sldId id="261"/>
            <p14:sldId id="260"/>
            <p14:sldId id="25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62470AD-8A81-4BD9-8515-1D6EBF9F63E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F293F2C-B178-4B18-B43E-E9EC5F18974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2 Written Assignments (50 + 50 points)</a:t>
          </a:r>
        </a:p>
      </dgm:t>
    </dgm:pt>
    <dgm:pt modelId="{845CE848-60A7-414F-940E-1A75887E59DC}" type="parTrans" cxnId="{8367AFF9-4444-436D-852E-72E89867F312}">
      <dgm:prSet/>
      <dgm:spPr/>
      <dgm:t>
        <a:bodyPr/>
        <a:lstStyle/>
        <a:p>
          <a:endParaRPr lang="en-US"/>
        </a:p>
      </dgm:t>
    </dgm:pt>
    <dgm:pt modelId="{F8C57548-8720-4D97-834E-66634DAA0E5A}" type="sibTrans" cxnId="{8367AFF9-4444-436D-852E-72E89867F312}">
      <dgm:prSet/>
      <dgm:spPr/>
      <dgm:t>
        <a:bodyPr/>
        <a:lstStyle/>
        <a:p>
          <a:endParaRPr lang="en-US"/>
        </a:p>
      </dgm:t>
    </dgm:pt>
    <dgm:pt modelId="{3CE5D152-012B-4FAF-80FA-15234B75988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Potential extra points for class work (up to 10)</a:t>
          </a:r>
        </a:p>
      </dgm:t>
    </dgm:pt>
    <dgm:pt modelId="{F8D901C4-AF95-4202-8E22-4F6DEF961CD2}" type="parTrans" cxnId="{31AE3535-B6C4-42D1-9DDB-0344A99928A4}">
      <dgm:prSet/>
      <dgm:spPr/>
      <dgm:t>
        <a:bodyPr/>
        <a:lstStyle/>
        <a:p>
          <a:endParaRPr lang="en-US"/>
        </a:p>
      </dgm:t>
    </dgm:pt>
    <dgm:pt modelId="{F0EA1E12-2B0E-4E06-93CD-8BF3028C1DD3}" type="sibTrans" cxnId="{31AE3535-B6C4-42D1-9DDB-0344A99928A4}">
      <dgm:prSet/>
      <dgm:spPr/>
      <dgm:t>
        <a:bodyPr/>
        <a:lstStyle/>
        <a:p>
          <a:endParaRPr lang="en-US"/>
        </a:p>
      </dgm:t>
    </dgm:pt>
    <dgm:pt modelId="{6C0544BD-5F4D-4A07-AD7B-2F5F5BBE8FB0}" type="pres">
      <dgm:prSet presAssocID="{B62470AD-8A81-4BD9-8515-1D6EBF9F63E0}" presName="root" presStyleCnt="0">
        <dgm:presLayoutVars>
          <dgm:dir/>
          <dgm:resizeHandles val="exact"/>
        </dgm:presLayoutVars>
      </dgm:prSet>
      <dgm:spPr/>
    </dgm:pt>
    <dgm:pt modelId="{9AFDF5D7-A86F-4374-AFE7-A605572A8A31}" type="pres">
      <dgm:prSet presAssocID="{9F293F2C-B178-4B18-B43E-E9EC5F189748}" presName="compNode" presStyleCnt="0"/>
      <dgm:spPr/>
    </dgm:pt>
    <dgm:pt modelId="{E3BD70BB-ABE0-4E24-B668-C38B2F6FD01D}" type="pres">
      <dgm:prSet presAssocID="{9F293F2C-B178-4B18-B43E-E9EC5F18974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F1AEFFA7-BFE8-4CDD-B47D-E61B2C62C758}" type="pres">
      <dgm:prSet presAssocID="{9F293F2C-B178-4B18-B43E-E9EC5F189748}" presName="spaceRect" presStyleCnt="0"/>
      <dgm:spPr/>
    </dgm:pt>
    <dgm:pt modelId="{5B3C6A47-6F27-4989-8CF0-C31A34BDD9D6}" type="pres">
      <dgm:prSet presAssocID="{9F293F2C-B178-4B18-B43E-E9EC5F189748}" presName="textRect" presStyleLbl="revTx" presStyleIdx="0" presStyleCnt="2">
        <dgm:presLayoutVars>
          <dgm:chMax val="1"/>
          <dgm:chPref val="1"/>
        </dgm:presLayoutVars>
      </dgm:prSet>
      <dgm:spPr/>
    </dgm:pt>
    <dgm:pt modelId="{04A25409-34AE-47DE-B87F-0214AD4FCB1E}" type="pres">
      <dgm:prSet presAssocID="{F8C57548-8720-4D97-834E-66634DAA0E5A}" presName="sibTrans" presStyleCnt="0"/>
      <dgm:spPr/>
    </dgm:pt>
    <dgm:pt modelId="{8F1CBED7-9B8C-401C-8115-592EF0950F97}" type="pres">
      <dgm:prSet presAssocID="{3CE5D152-012B-4FAF-80FA-15234B759889}" presName="compNode" presStyleCnt="0"/>
      <dgm:spPr/>
    </dgm:pt>
    <dgm:pt modelId="{4D779529-2498-437E-83D9-A4B7532CCD3D}" type="pres">
      <dgm:prSet presAssocID="{3CE5D152-012B-4FAF-80FA-15234B75988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6864FF6A-EE14-47DF-929C-CE3CDD1E9BB4}" type="pres">
      <dgm:prSet presAssocID="{3CE5D152-012B-4FAF-80FA-15234B759889}" presName="spaceRect" presStyleCnt="0"/>
      <dgm:spPr/>
    </dgm:pt>
    <dgm:pt modelId="{4870A82C-7255-4256-BE38-27FC799814CA}" type="pres">
      <dgm:prSet presAssocID="{3CE5D152-012B-4FAF-80FA-15234B75988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3AD9A19-36EF-4028-8919-5EC49A62386F}" type="presOf" srcId="{B62470AD-8A81-4BD9-8515-1D6EBF9F63E0}" destId="{6C0544BD-5F4D-4A07-AD7B-2F5F5BBE8FB0}" srcOrd="0" destOrd="0" presId="urn:microsoft.com/office/officeart/2018/2/layout/IconLabelList"/>
    <dgm:cxn modelId="{31AE3535-B6C4-42D1-9DDB-0344A99928A4}" srcId="{B62470AD-8A81-4BD9-8515-1D6EBF9F63E0}" destId="{3CE5D152-012B-4FAF-80FA-15234B759889}" srcOrd="1" destOrd="0" parTransId="{F8D901C4-AF95-4202-8E22-4F6DEF961CD2}" sibTransId="{F0EA1E12-2B0E-4E06-93CD-8BF3028C1DD3}"/>
    <dgm:cxn modelId="{586440E7-BC30-4606-B7A3-CCE7375C9506}" type="presOf" srcId="{3CE5D152-012B-4FAF-80FA-15234B759889}" destId="{4870A82C-7255-4256-BE38-27FC799814CA}" srcOrd="0" destOrd="0" presId="urn:microsoft.com/office/officeart/2018/2/layout/IconLabelList"/>
    <dgm:cxn modelId="{13DAD4E8-D4E8-49FE-B53C-DA37D7E78BFB}" type="presOf" srcId="{9F293F2C-B178-4B18-B43E-E9EC5F189748}" destId="{5B3C6A47-6F27-4989-8CF0-C31A34BDD9D6}" srcOrd="0" destOrd="0" presId="urn:microsoft.com/office/officeart/2018/2/layout/IconLabelList"/>
    <dgm:cxn modelId="{8367AFF9-4444-436D-852E-72E89867F312}" srcId="{B62470AD-8A81-4BD9-8515-1D6EBF9F63E0}" destId="{9F293F2C-B178-4B18-B43E-E9EC5F189748}" srcOrd="0" destOrd="0" parTransId="{845CE848-60A7-414F-940E-1A75887E59DC}" sibTransId="{F8C57548-8720-4D97-834E-66634DAA0E5A}"/>
    <dgm:cxn modelId="{A89CE3A8-DEC5-4A69-A9FA-13DB2AE88BCC}" type="presParOf" srcId="{6C0544BD-5F4D-4A07-AD7B-2F5F5BBE8FB0}" destId="{9AFDF5D7-A86F-4374-AFE7-A605572A8A31}" srcOrd="0" destOrd="0" presId="urn:microsoft.com/office/officeart/2018/2/layout/IconLabelList"/>
    <dgm:cxn modelId="{9C39A071-B50C-4DC4-AAB4-25C92ADE85A6}" type="presParOf" srcId="{9AFDF5D7-A86F-4374-AFE7-A605572A8A31}" destId="{E3BD70BB-ABE0-4E24-B668-C38B2F6FD01D}" srcOrd="0" destOrd="0" presId="urn:microsoft.com/office/officeart/2018/2/layout/IconLabelList"/>
    <dgm:cxn modelId="{EC187FBC-1CC2-415D-B8EE-951892AB8CFA}" type="presParOf" srcId="{9AFDF5D7-A86F-4374-AFE7-A605572A8A31}" destId="{F1AEFFA7-BFE8-4CDD-B47D-E61B2C62C758}" srcOrd="1" destOrd="0" presId="urn:microsoft.com/office/officeart/2018/2/layout/IconLabelList"/>
    <dgm:cxn modelId="{541F5E6C-4A50-4B05-B223-BAA28D30523A}" type="presParOf" srcId="{9AFDF5D7-A86F-4374-AFE7-A605572A8A31}" destId="{5B3C6A47-6F27-4989-8CF0-C31A34BDD9D6}" srcOrd="2" destOrd="0" presId="urn:microsoft.com/office/officeart/2018/2/layout/IconLabelList"/>
    <dgm:cxn modelId="{D5E5843D-8B9F-429B-9FE5-0E270FDE35A1}" type="presParOf" srcId="{6C0544BD-5F4D-4A07-AD7B-2F5F5BBE8FB0}" destId="{04A25409-34AE-47DE-B87F-0214AD4FCB1E}" srcOrd="1" destOrd="0" presId="urn:microsoft.com/office/officeart/2018/2/layout/IconLabelList"/>
    <dgm:cxn modelId="{92901FCB-153B-428F-921E-9D95A33D3FDF}" type="presParOf" srcId="{6C0544BD-5F4D-4A07-AD7B-2F5F5BBE8FB0}" destId="{8F1CBED7-9B8C-401C-8115-592EF0950F97}" srcOrd="2" destOrd="0" presId="urn:microsoft.com/office/officeart/2018/2/layout/IconLabelList"/>
    <dgm:cxn modelId="{B7E97694-1215-4771-B511-2692310EE91E}" type="presParOf" srcId="{8F1CBED7-9B8C-401C-8115-592EF0950F97}" destId="{4D779529-2498-437E-83D9-A4B7532CCD3D}" srcOrd="0" destOrd="0" presId="urn:microsoft.com/office/officeart/2018/2/layout/IconLabelList"/>
    <dgm:cxn modelId="{B6E5B1F1-A092-4474-8C26-AAE0229A4132}" type="presParOf" srcId="{8F1CBED7-9B8C-401C-8115-592EF0950F97}" destId="{6864FF6A-EE14-47DF-929C-CE3CDD1E9BB4}" srcOrd="1" destOrd="0" presId="urn:microsoft.com/office/officeart/2018/2/layout/IconLabelList"/>
    <dgm:cxn modelId="{9C2FD473-3D9B-4321-B0C0-16FB928483FE}" type="presParOf" srcId="{8F1CBED7-9B8C-401C-8115-592EF0950F97}" destId="{4870A82C-7255-4256-BE38-27FC799814C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11530E-2D3F-4739-8634-5E23AC30147A}" type="doc">
      <dgm:prSet loTypeId="urn:microsoft.com/office/officeart/2005/8/layout/default" loCatId="list" qsTypeId="urn:microsoft.com/office/officeart/2005/8/quickstyle/simple2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1CA544E-F0B5-4ACC-9437-1EE65A22D286}">
      <dgm:prSet/>
      <dgm:spPr/>
      <dgm:t>
        <a:bodyPr/>
        <a:lstStyle/>
        <a:p>
          <a:r>
            <a:rPr lang="en-US"/>
            <a:t>15 points per W.A.</a:t>
          </a:r>
        </a:p>
      </dgm:t>
    </dgm:pt>
    <dgm:pt modelId="{F416B136-7C51-4AC2-9825-0A33DFFC5964}" type="parTrans" cxnId="{8D6D3A67-1B13-4827-B298-84868D0D53F9}">
      <dgm:prSet/>
      <dgm:spPr/>
      <dgm:t>
        <a:bodyPr/>
        <a:lstStyle/>
        <a:p>
          <a:endParaRPr lang="en-US"/>
        </a:p>
      </dgm:t>
    </dgm:pt>
    <dgm:pt modelId="{E646BE1E-8287-415B-BC0D-01AD6D6D11C4}" type="sibTrans" cxnId="{8D6D3A67-1B13-4827-B298-84868D0D53F9}">
      <dgm:prSet/>
      <dgm:spPr/>
      <dgm:t>
        <a:bodyPr/>
        <a:lstStyle/>
        <a:p>
          <a:endParaRPr lang="en-US"/>
        </a:p>
      </dgm:t>
    </dgm:pt>
    <dgm:pt modelId="{B591A980-D534-48C1-902B-7C345F926F73}">
      <dgm:prSet/>
      <dgm:spPr/>
      <dgm:t>
        <a:bodyPr/>
        <a:lstStyle/>
        <a:p>
          <a:r>
            <a:rPr lang="en-US"/>
            <a:t>50/100 in total</a:t>
          </a:r>
        </a:p>
      </dgm:t>
    </dgm:pt>
    <dgm:pt modelId="{15AD427A-37D3-4990-9F9D-C12BCAAB0169}" type="parTrans" cxnId="{421083B0-1FA2-475F-ABA4-A945A78FEBA9}">
      <dgm:prSet/>
      <dgm:spPr/>
      <dgm:t>
        <a:bodyPr/>
        <a:lstStyle/>
        <a:p>
          <a:endParaRPr lang="en-US"/>
        </a:p>
      </dgm:t>
    </dgm:pt>
    <dgm:pt modelId="{CCC0DFD5-9FDD-4553-89AF-5AC97CD3D75C}" type="sibTrans" cxnId="{421083B0-1FA2-475F-ABA4-A945A78FEBA9}">
      <dgm:prSet/>
      <dgm:spPr/>
      <dgm:t>
        <a:bodyPr/>
        <a:lstStyle/>
        <a:p>
          <a:endParaRPr lang="en-US"/>
        </a:p>
      </dgm:t>
    </dgm:pt>
    <dgm:pt modelId="{8D899B35-32E5-4467-A9AB-03AED949B676}" type="pres">
      <dgm:prSet presAssocID="{6911530E-2D3F-4739-8634-5E23AC30147A}" presName="diagram" presStyleCnt="0">
        <dgm:presLayoutVars>
          <dgm:dir/>
          <dgm:resizeHandles val="exact"/>
        </dgm:presLayoutVars>
      </dgm:prSet>
      <dgm:spPr/>
    </dgm:pt>
    <dgm:pt modelId="{B3534C69-3F50-4861-BF2F-85996FF9D1CC}" type="pres">
      <dgm:prSet presAssocID="{81CA544E-F0B5-4ACC-9437-1EE65A22D286}" presName="node" presStyleLbl="node1" presStyleIdx="0" presStyleCnt="2">
        <dgm:presLayoutVars>
          <dgm:bulletEnabled val="1"/>
        </dgm:presLayoutVars>
      </dgm:prSet>
      <dgm:spPr/>
    </dgm:pt>
    <dgm:pt modelId="{1B7E1C95-729A-44EC-9947-16A85B2499D1}" type="pres">
      <dgm:prSet presAssocID="{E646BE1E-8287-415B-BC0D-01AD6D6D11C4}" presName="sibTrans" presStyleCnt="0"/>
      <dgm:spPr/>
    </dgm:pt>
    <dgm:pt modelId="{B097DE50-0DB9-4E76-9F6D-381F8C7E111A}" type="pres">
      <dgm:prSet presAssocID="{B591A980-D534-48C1-902B-7C345F926F73}" presName="node" presStyleLbl="node1" presStyleIdx="1" presStyleCnt="2">
        <dgm:presLayoutVars>
          <dgm:bulletEnabled val="1"/>
        </dgm:presLayoutVars>
      </dgm:prSet>
      <dgm:spPr/>
    </dgm:pt>
  </dgm:ptLst>
  <dgm:cxnLst>
    <dgm:cxn modelId="{598AFF1E-F819-4358-B089-5A09A7EF4ED7}" type="presOf" srcId="{6911530E-2D3F-4739-8634-5E23AC30147A}" destId="{8D899B35-32E5-4467-A9AB-03AED949B676}" srcOrd="0" destOrd="0" presId="urn:microsoft.com/office/officeart/2005/8/layout/default"/>
    <dgm:cxn modelId="{C3985939-1A5F-4125-8A90-C41FFCD12272}" type="presOf" srcId="{B591A980-D534-48C1-902B-7C345F926F73}" destId="{B097DE50-0DB9-4E76-9F6D-381F8C7E111A}" srcOrd="0" destOrd="0" presId="urn:microsoft.com/office/officeart/2005/8/layout/default"/>
    <dgm:cxn modelId="{8D6D3A67-1B13-4827-B298-84868D0D53F9}" srcId="{6911530E-2D3F-4739-8634-5E23AC30147A}" destId="{81CA544E-F0B5-4ACC-9437-1EE65A22D286}" srcOrd="0" destOrd="0" parTransId="{F416B136-7C51-4AC2-9825-0A33DFFC5964}" sibTransId="{E646BE1E-8287-415B-BC0D-01AD6D6D11C4}"/>
    <dgm:cxn modelId="{421083B0-1FA2-475F-ABA4-A945A78FEBA9}" srcId="{6911530E-2D3F-4739-8634-5E23AC30147A}" destId="{B591A980-D534-48C1-902B-7C345F926F73}" srcOrd="1" destOrd="0" parTransId="{15AD427A-37D3-4990-9F9D-C12BCAAB0169}" sibTransId="{CCC0DFD5-9FDD-4553-89AF-5AC97CD3D75C}"/>
    <dgm:cxn modelId="{B82722B6-B71C-4B5A-9D53-141D9E9DB66F}" type="presOf" srcId="{81CA544E-F0B5-4ACC-9437-1EE65A22D286}" destId="{B3534C69-3F50-4861-BF2F-85996FF9D1CC}" srcOrd="0" destOrd="0" presId="urn:microsoft.com/office/officeart/2005/8/layout/default"/>
    <dgm:cxn modelId="{FBE5EF25-3F51-496F-B949-021777431AB7}" type="presParOf" srcId="{8D899B35-32E5-4467-A9AB-03AED949B676}" destId="{B3534C69-3F50-4861-BF2F-85996FF9D1CC}" srcOrd="0" destOrd="0" presId="urn:microsoft.com/office/officeart/2005/8/layout/default"/>
    <dgm:cxn modelId="{5AB1AB36-8CC2-4515-88B8-6EB9C45FB60D}" type="presParOf" srcId="{8D899B35-32E5-4467-A9AB-03AED949B676}" destId="{1B7E1C95-729A-44EC-9947-16A85B2499D1}" srcOrd="1" destOrd="0" presId="urn:microsoft.com/office/officeart/2005/8/layout/default"/>
    <dgm:cxn modelId="{34B99B2D-71D7-4462-80CC-5D27AFEAE6C7}" type="presParOf" srcId="{8D899B35-32E5-4467-A9AB-03AED949B676}" destId="{B097DE50-0DB9-4E76-9F6D-381F8C7E111A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BD70BB-ABE0-4E24-B668-C38B2F6FD01D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3C6A47-6F27-4989-8CF0-C31A34BDD9D6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2 Written Assignments (50 + 50 points)</a:t>
          </a:r>
        </a:p>
      </dsp:txBody>
      <dsp:txXfrm>
        <a:off x="765914" y="2943510"/>
        <a:ext cx="4320000" cy="720000"/>
      </dsp:txXfrm>
    </dsp:sp>
    <dsp:sp modelId="{4D779529-2498-437E-83D9-A4B7532CCD3D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70A82C-7255-4256-BE38-27FC799814CA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Potential extra points for class work (up to 10)</a:t>
          </a:r>
        </a:p>
      </dsp:txBody>
      <dsp:txXfrm>
        <a:off x="5841914" y="2943510"/>
        <a:ext cx="432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34C69-3F50-4861-BF2F-85996FF9D1CC}">
      <dsp:nvSpPr>
        <dsp:cNvPr id="0" name=""/>
        <dsp:cNvSpPr/>
      </dsp:nvSpPr>
      <dsp:spPr>
        <a:xfrm>
          <a:off x="1283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15 points per W.A.</a:t>
          </a:r>
        </a:p>
      </dsp:txBody>
      <dsp:txXfrm>
        <a:off x="1283" y="673807"/>
        <a:ext cx="5006206" cy="3003723"/>
      </dsp:txXfrm>
    </dsp:sp>
    <dsp:sp modelId="{B097DE50-0DB9-4E76-9F6D-381F8C7E111A}">
      <dsp:nvSpPr>
        <dsp:cNvPr id="0" name=""/>
        <dsp:cNvSpPr/>
      </dsp:nvSpPr>
      <dsp:spPr>
        <a:xfrm>
          <a:off x="5508110" y="673807"/>
          <a:ext cx="5006206" cy="30037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/>
            <a:t>50/100 in total</a:t>
          </a:r>
        </a:p>
      </dsp:txBody>
      <dsp:txXfrm>
        <a:off x="5508110" y="673807"/>
        <a:ext cx="5006206" cy="30037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37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52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01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1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597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62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929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98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27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17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288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6F1F2C8-798B-4CCE-A851-94AFAF350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D35B-3CEC-D38C-AC95-8D858EB9B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908" y="1220919"/>
            <a:ext cx="5425781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 to the course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55E9CD0-04B0-4A3C-B291-AD913379C7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D8BF3B-6066-418C-8D1A-75C5E396F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Block Arc 26">
            <a:extLst>
              <a:ext uri="{FF2B5EF4-FFF2-40B4-BE49-F238E27FC236}">
                <a16:creationId xmlns:a16="http://schemas.microsoft.com/office/drawing/2014/main" id="{80BC66F9-7A74-4286-AD22-1174052CC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02394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8142CC3-2B5C-48E6-9DF0-6C8ACBAF23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B2D303B-3DD0-4319-9EAD-361847FEC7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6A89C79-8EF3-4AF9-B3D9-59A883F41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Arc 34">
            <a:extLst>
              <a:ext uri="{FF2B5EF4-FFF2-40B4-BE49-F238E27FC236}">
                <a16:creationId xmlns:a16="http://schemas.microsoft.com/office/drawing/2014/main" id="{EFE5CE34-4543-42E5-B82C-1F3D12422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2AF41FE-63D7-4695-81D2-66D2510E4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95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9E4C31-71CB-2BFC-5AAD-A788EF218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Requirements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DDC9AB-4FFC-33B3-89EE-44879379BB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832634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99556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EA1B28D-B63C-5AA6-FA48-FDEA6020FE7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7582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B1BFD-27F2-E93C-F2BB-A270B456B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Required Minimum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5CD854-528B-E09E-8414-D137910B6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79599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31068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538593-5941-05C9-05D6-DD074F4EF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Attendance is NOT mandatory!</a:t>
            </a:r>
          </a:p>
        </p:txBody>
      </p:sp>
      <p:pic>
        <p:nvPicPr>
          <p:cNvPr id="7" name="Graphic 6" descr="Clock">
            <a:extLst>
              <a:ext uri="{FF2B5EF4-FFF2-40B4-BE49-F238E27FC236}">
                <a16:creationId xmlns:a16="http://schemas.microsoft.com/office/drawing/2014/main" id="{7B13D5F1-CF58-270D-C0DF-F9A35E457E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20492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152747-1191-50B3-4697-81B90C3B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About the teacher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4B577-3345-BC1F-4228-92C4D06A6A2D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3rd year student (BSc - Undergraduate)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Software Developer Intern (7+ months of exp. (as of September 2025))</a:t>
            </a:r>
          </a:p>
        </p:txBody>
      </p:sp>
      <p:pic>
        <p:nvPicPr>
          <p:cNvPr id="5" name="Content Placeholder 4" descr="A person wearing glasses and smiling&#10;&#10;AI-generated content may be incorrect.">
            <a:extLst>
              <a:ext uri="{FF2B5EF4-FFF2-40B4-BE49-F238E27FC236}">
                <a16:creationId xmlns:a16="http://schemas.microsoft.com/office/drawing/2014/main" id="{0AA615D4-898C-D573-30ED-B04E9C20C4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43845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85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Data Structures and Algorithms I.</vt:lpstr>
      <vt:lpstr>Introduction to the course</vt:lpstr>
      <vt:lpstr>Requirements</vt:lpstr>
      <vt:lpstr>Required Minimum</vt:lpstr>
      <vt:lpstr>Attendance is NOT mandatory!</vt:lpstr>
      <vt:lpstr>About the teacher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</cp:revision>
  <dcterms:created xsi:type="dcterms:W3CDTF">2025-07-11T17:30:55Z</dcterms:created>
  <dcterms:modified xsi:type="dcterms:W3CDTF">2025-07-11T18:00:11Z</dcterms:modified>
</cp:coreProperties>
</file>