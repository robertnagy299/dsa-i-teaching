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1" r:id="rId5"/>
    <p:sldId id="260" r:id="rId6"/>
    <p:sldId id="259" r:id="rId7"/>
    <p:sldId id="262" r:id="rId8"/>
    <p:sldId id="265" r:id="rId9"/>
    <p:sldId id="263" r:id="rId10"/>
    <p:sldId id="268" r:id="rId11"/>
    <p:sldId id="266" r:id="rId12"/>
    <p:sldId id="267" r:id="rId13"/>
    <p:sldId id="270" r:id="rId14"/>
    <p:sldId id="271" r:id="rId15"/>
    <p:sldId id="272" r:id="rId16"/>
    <p:sldId id="264" r:id="rId17"/>
    <p:sldId id="278" r:id="rId18"/>
    <p:sldId id="277" r:id="rId19"/>
    <p:sldId id="274" r:id="rId20"/>
    <p:sldId id="276" r:id="rId21"/>
    <p:sldId id="279" r:id="rId22"/>
    <p:sldId id="280" r:id="rId23"/>
    <p:sldId id="281" r:id="rId24"/>
    <p:sldId id="283" r:id="rId25"/>
    <p:sldId id="290" r:id="rId26"/>
    <p:sldId id="284" r:id="rId27"/>
    <p:sldId id="285" r:id="rId28"/>
    <p:sldId id="286" r:id="rId29"/>
    <p:sldId id="291" r:id="rId30"/>
    <p:sldId id="288" r:id="rId31"/>
    <p:sldId id="273" r:id="rId32"/>
    <p:sldId id="289" r:id="rId33"/>
    <p:sldId id="292" r:id="rId34"/>
    <p:sldId id="294" r:id="rId35"/>
    <p:sldId id="295" r:id="rId36"/>
    <p:sldId id="293" r:id="rId37"/>
    <p:sldId id="296" r:id="rId38"/>
    <p:sldId id="297" r:id="rId39"/>
    <p:sldId id="298" r:id="rId40"/>
    <p:sldId id="299" r:id="rId41"/>
    <p:sldId id="300" r:id="rId42"/>
    <p:sldId id="302" r:id="rId43"/>
    <p:sldId id="301" r:id="rId44"/>
    <p:sldId id="315" r:id="rId45"/>
    <p:sldId id="282" r:id="rId46"/>
    <p:sldId id="310" r:id="rId47"/>
    <p:sldId id="311" r:id="rId48"/>
    <p:sldId id="312" r:id="rId49"/>
    <p:sldId id="275" r:id="rId50"/>
    <p:sldId id="303" r:id="rId51"/>
    <p:sldId id="304" r:id="rId52"/>
    <p:sldId id="305" r:id="rId53"/>
    <p:sldId id="306" r:id="rId54"/>
    <p:sldId id="307" r:id="rId55"/>
    <p:sldId id="314" r:id="rId56"/>
    <p:sldId id="316" r:id="rId57"/>
    <p:sldId id="313" r:id="rId58"/>
    <p:sldId id="317" r:id="rId59"/>
    <p:sldId id="309" r:id="rId60"/>
    <p:sldId id="308" r:id="rId6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DF8AAF16-8E55-4FBF-A3C1-3A26C1BAAEEE}">
          <p14:sldIdLst>
            <p14:sldId id="256"/>
            <p14:sldId id="257"/>
            <p14:sldId id="258"/>
            <p14:sldId id="261"/>
            <p14:sldId id="260"/>
            <p14:sldId id="259"/>
            <p14:sldId id="262"/>
            <p14:sldId id="265"/>
            <p14:sldId id="263"/>
            <p14:sldId id="268"/>
            <p14:sldId id="266"/>
            <p14:sldId id="267"/>
            <p14:sldId id="270"/>
            <p14:sldId id="271"/>
            <p14:sldId id="272"/>
            <p14:sldId id="264"/>
            <p14:sldId id="278"/>
            <p14:sldId id="277"/>
            <p14:sldId id="274"/>
            <p14:sldId id="276"/>
            <p14:sldId id="279"/>
            <p14:sldId id="280"/>
            <p14:sldId id="281"/>
            <p14:sldId id="283"/>
            <p14:sldId id="290"/>
            <p14:sldId id="284"/>
            <p14:sldId id="285"/>
            <p14:sldId id="286"/>
            <p14:sldId id="291"/>
            <p14:sldId id="288"/>
            <p14:sldId id="273"/>
            <p14:sldId id="289"/>
            <p14:sldId id="292"/>
            <p14:sldId id="294"/>
            <p14:sldId id="295"/>
            <p14:sldId id="293"/>
            <p14:sldId id="296"/>
            <p14:sldId id="297"/>
            <p14:sldId id="298"/>
            <p14:sldId id="299"/>
            <p14:sldId id="300"/>
            <p14:sldId id="302"/>
            <p14:sldId id="301"/>
            <p14:sldId id="315"/>
            <p14:sldId id="282"/>
            <p14:sldId id="310"/>
            <p14:sldId id="311"/>
            <p14:sldId id="312"/>
            <p14:sldId id="275"/>
            <p14:sldId id="303"/>
            <p14:sldId id="304"/>
            <p14:sldId id="305"/>
            <p14:sldId id="306"/>
            <p14:sldId id="307"/>
            <p14:sldId id="314"/>
            <p14:sldId id="316"/>
            <p14:sldId id="313"/>
            <p14:sldId id="317"/>
            <p14:sldId id="309"/>
            <p14:sldId id="30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517" autoAdjust="0"/>
    <p:restoredTop sz="94660"/>
  </p:normalViewPr>
  <p:slideViewPr>
    <p:cSldViewPr snapToGrid="0">
      <p:cViewPr varScale="1">
        <p:scale>
          <a:sx n="59" d="100"/>
          <a:sy n="59" d="100"/>
        </p:scale>
        <p:origin x="94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4" Type="http://schemas.openxmlformats.org/officeDocument/2006/relationships/image" Target="../media/image5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4" Type="http://schemas.openxmlformats.org/officeDocument/2006/relationships/image" Target="../media/image5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62470AD-8A81-4BD9-8515-1D6EBF9F63E0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9F293F2C-B178-4B18-B43E-E9EC5F189748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2 Written Assignments (50 + 50 points)</a:t>
          </a:r>
        </a:p>
      </dgm:t>
    </dgm:pt>
    <dgm:pt modelId="{845CE848-60A7-414F-940E-1A75887E59DC}" type="parTrans" cxnId="{8367AFF9-4444-436D-852E-72E89867F312}">
      <dgm:prSet/>
      <dgm:spPr/>
      <dgm:t>
        <a:bodyPr/>
        <a:lstStyle/>
        <a:p>
          <a:endParaRPr lang="en-US"/>
        </a:p>
      </dgm:t>
    </dgm:pt>
    <dgm:pt modelId="{F8C57548-8720-4D97-834E-66634DAA0E5A}" type="sibTrans" cxnId="{8367AFF9-4444-436D-852E-72E89867F312}">
      <dgm:prSet/>
      <dgm:spPr/>
      <dgm:t>
        <a:bodyPr/>
        <a:lstStyle/>
        <a:p>
          <a:endParaRPr lang="en-US"/>
        </a:p>
      </dgm:t>
    </dgm:pt>
    <dgm:pt modelId="{3CE5D152-012B-4FAF-80FA-15234B759889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Potential extra points for class work (up to 10)</a:t>
          </a:r>
        </a:p>
      </dgm:t>
    </dgm:pt>
    <dgm:pt modelId="{F8D901C4-AF95-4202-8E22-4F6DEF961CD2}" type="parTrans" cxnId="{31AE3535-B6C4-42D1-9DDB-0344A99928A4}">
      <dgm:prSet/>
      <dgm:spPr/>
      <dgm:t>
        <a:bodyPr/>
        <a:lstStyle/>
        <a:p>
          <a:endParaRPr lang="en-US"/>
        </a:p>
      </dgm:t>
    </dgm:pt>
    <dgm:pt modelId="{F0EA1E12-2B0E-4E06-93CD-8BF3028C1DD3}" type="sibTrans" cxnId="{31AE3535-B6C4-42D1-9DDB-0344A99928A4}">
      <dgm:prSet/>
      <dgm:spPr/>
      <dgm:t>
        <a:bodyPr/>
        <a:lstStyle/>
        <a:p>
          <a:endParaRPr lang="en-US"/>
        </a:p>
      </dgm:t>
    </dgm:pt>
    <dgm:pt modelId="{6C0544BD-5F4D-4A07-AD7B-2F5F5BBE8FB0}" type="pres">
      <dgm:prSet presAssocID="{B62470AD-8A81-4BD9-8515-1D6EBF9F63E0}" presName="root" presStyleCnt="0">
        <dgm:presLayoutVars>
          <dgm:dir/>
          <dgm:resizeHandles val="exact"/>
        </dgm:presLayoutVars>
      </dgm:prSet>
      <dgm:spPr/>
    </dgm:pt>
    <dgm:pt modelId="{9AFDF5D7-A86F-4374-AFE7-A605572A8A31}" type="pres">
      <dgm:prSet presAssocID="{9F293F2C-B178-4B18-B43E-E9EC5F189748}" presName="compNode" presStyleCnt="0"/>
      <dgm:spPr/>
    </dgm:pt>
    <dgm:pt modelId="{E3BD70BB-ABE0-4E24-B668-C38B2F6FD01D}" type="pres">
      <dgm:prSet presAssocID="{9F293F2C-B178-4B18-B43E-E9EC5F189748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ocument"/>
        </a:ext>
      </dgm:extLst>
    </dgm:pt>
    <dgm:pt modelId="{F1AEFFA7-BFE8-4CDD-B47D-E61B2C62C758}" type="pres">
      <dgm:prSet presAssocID="{9F293F2C-B178-4B18-B43E-E9EC5F189748}" presName="spaceRect" presStyleCnt="0"/>
      <dgm:spPr/>
    </dgm:pt>
    <dgm:pt modelId="{5B3C6A47-6F27-4989-8CF0-C31A34BDD9D6}" type="pres">
      <dgm:prSet presAssocID="{9F293F2C-B178-4B18-B43E-E9EC5F189748}" presName="textRect" presStyleLbl="revTx" presStyleIdx="0" presStyleCnt="2">
        <dgm:presLayoutVars>
          <dgm:chMax val="1"/>
          <dgm:chPref val="1"/>
        </dgm:presLayoutVars>
      </dgm:prSet>
      <dgm:spPr/>
    </dgm:pt>
    <dgm:pt modelId="{04A25409-34AE-47DE-B87F-0214AD4FCB1E}" type="pres">
      <dgm:prSet presAssocID="{F8C57548-8720-4D97-834E-66634DAA0E5A}" presName="sibTrans" presStyleCnt="0"/>
      <dgm:spPr/>
    </dgm:pt>
    <dgm:pt modelId="{8F1CBED7-9B8C-401C-8115-592EF0950F97}" type="pres">
      <dgm:prSet presAssocID="{3CE5D152-012B-4FAF-80FA-15234B759889}" presName="compNode" presStyleCnt="0"/>
      <dgm:spPr/>
    </dgm:pt>
    <dgm:pt modelId="{4D779529-2498-437E-83D9-A4B7532CCD3D}" type="pres">
      <dgm:prSet presAssocID="{3CE5D152-012B-4FAF-80FA-15234B759889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iploma Roll"/>
        </a:ext>
      </dgm:extLst>
    </dgm:pt>
    <dgm:pt modelId="{6864FF6A-EE14-47DF-929C-CE3CDD1E9BB4}" type="pres">
      <dgm:prSet presAssocID="{3CE5D152-012B-4FAF-80FA-15234B759889}" presName="spaceRect" presStyleCnt="0"/>
      <dgm:spPr/>
    </dgm:pt>
    <dgm:pt modelId="{4870A82C-7255-4256-BE38-27FC799814CA}" type="pres">
      <dgm:prSet presAssocID="{3CE5D152-012B-4FAF-80FA-15234B759889}" presName="textRect" presStyleLbl="revTx" presStyleIdx="1" presStyleCnt="2">
        <dgm:presLayoutVars>
          <dgm:chMax val="1"/>
          <dgm:chPref val="1"/>
        </dgm:presLayoutVars>
      </dgm:prSet>
      <dgm:spPr/>
    </dgm:pt>
  </dgm:ptLst>
  <dgm:cxnLst>
    <dgm:cxn modelId="{23AD9A19-36EF-4028-8919-5EC49A62386F}" type="presOf" srcId="{B62470AD-8A81-4BD9-8515-1D6EBF9F63E0}" destId="{6C0544BD-5F4D-4A07-AD7B-2F5F5BBE8FB0}" srcOrd="0" destOrd="0" presId="urn:microsoft.com/office/officeart/2018/2/layout/IconLabelList"/>
    <dgm:cxn modelId="{31AE3535-B6C4-42D1-9DDB-0344A99928A4}" srcId="{B62470AD-8A81-4BD9-8515-1D6EBF9F63E0}" destId="{3CE5D152-012B-4FAF-80FA-15234B759889}" srcOrd="1" destOrd="0" parTransId="{F8D901C4-AF95-4202-8E22-4F6DEF961CD2}" sibTransId="{F0EA1E12-2B0E-4E06-93CD-8BF3028C1DD3}"/>
    <dgm:cxn modelId="{586440E7-BC30-4606-B7A3-CCE7375C9506}" type="presOf" srcId="{3CE5D152-012B-4FAF-80FA-15234B759889}" destId="{4870A82C-7255-4256-BE38-27FC799814CA}" srcOrd="0" destOrd="0" presId="urn:microsoft.com/office/officeart/2018/2/layout/IconLabelList"/>
    <dgm:cxn modelId="{13DAD4E8-D4E8-49FE-B53C-DA37D7E78BFB}" type="presOf" srcId="{9F293F2C-B178-4B18-B43E-E9EC5F189748}" destId="{5B3C6A47-6F27-4989-8CF0-C31A34BDD9D6}" srcOrd="0" destOrd="0" presId="urn:microsoft.com/office/officeart/2018/2/layout/IconLabelList"/>
    <dgm:cxn modelId="{8367AFF9-4444-436D-852E-72E89867F312}" srcId="{B62470AD-8A81-4BD9-8515-1D6EBF9F63E0}" destId="{9F293F2C-B178-4B18-B43E-E9EC5F189748}" srcOrd="0" destOrd="0" parTransId="{845CE848-60A7-414F-940E-1A75887E59DC}" sibTransId="{F8C57548-8720-4D97-834E-66634DAA0E5A}"/>
    <dgm:cxn modelId="{A89CE3A8-DEC5-4A69-A9FA-13DB2AE88BCC}" type="presParOf" srcId="{6C0544BD-5F4D-4A07-AD7B-2F5F5BBE8FB0}" destId="{9AFDF5D7-A86F-4374-AFE7-A605572A8A31}" srcOrd="0" destOrd="0" presId="urn:microsoft.com/office/officeart/2018/2/layout/IconLabelList"/>
    <dgm:cxn modelId="{9C39A071-B50C-4DC4-AAB4-25C92ADE85A6}" type="presParOf" srcId="{9AFDF5D7-A86F-4374-AFE7-A605572A8A31}" destId="{E3BD70BB-ABE0-4E24-B668-C38B2F6FD01D}" srcOrd="0" destOrd="0" presId="urn:microsoft.com/office/officeart/2018/2/layout/IconLabelList"/>
    <dgm:cxn modelId="{EC187FBC-1CC2-415D-B8EE-951892AB8CFA}" type="presParOf" srcId="{9AFDF5D7-A86F-4374-AFE7-A605572A8A31}" destId="{F1AEFFA7-BFE8-4CDD-B47D-E61B2C62C758}" srcOrd="1" destOrd="0" presId="urn:microsoft.com/office/officeart/2018/2/layout/IconLabelList"/>
    <dgm:cxn modelId="{541F5E6C-4A50-4B05-B223-BAA28D30523A}" type="presParOf" srcId="{9AFDF5D7-A86F-4374-AFE7-A605572A8A31}" destId="{5B3C6A47-6F27-4989-8CF0-C31A34BDD9D6}" srcOrd="2" destOrd="0" presId="urn:microsoft.com/office/officeart/2018/2/layout/IconLabelList"/>
    <dgm:cxn modelId="{D5E5843D-8B9F-429B-9FE5-0E270FDE35A1}" type="presParOf" srcId="{6C0544BD-5F4D-4A07-AD7B-2F5F5BBE8FB0}" destId="{04A25409-34AE-47DE-B87F-0214AD4FCB1E}" srcOrd="1" destOrd="0" presId="urn:microsoft.com/office/officeart/2018/2/layout/IconLabelList"/>
    <dgm:cxn modelId="{92901FCB-153B-428F-921E-9D95A33D3FDF}" type="presParOf" srcId="{6C0544BD-5F4D-4A07-AD7B-2F5F5BBE8FB0}" destId="{8F1CBED7-9B8C-401C-8115-592EF0950F97}" srcOrd="2" destOrd="0" presId="urn:microsoft.com/office/officeart/2018/2/layout/IconLabelList"/>
    <dgm:cxn modelId="{B7E97694-1215-4771-B511-2692310EE91E}" type="presParOf" srcId="{8F1CBED7-9B8C-401C-8115-592EF0950F97}" destId="{4D779529-2498-437E-83D9-A4B7532CCD3D}" srcOrd="0" destOrd="0" presId="urn:microsoft.com/office/officeart/2018/2/layout/IconLabelList"/>
    <dgm:cxn modelId="{B6E5B1F1-A092-4474-8C26-AAE0229A4132}" type="presParOf" srcId="{8F1CBED7-9B8C-401C-8115-592EF0950F97}" destId="{6864FF6A-EE14-47DF-929C-CE3CDD1E9BB4}" srcOrd="1" destOrd="0" presId="urn:microsoft.com/office/officeart/2018/2/layout/IconLabelList"/>
    <dgm:cxn modelId="{9C2FD473-3D9B-4321-B0C0-16FB928483FE}" type="presParOf" srcId="{8F1CBED7-9B8C-401C-8115-592EF0950F97}" destId="{4870A82C-7255-4256-BE38-27FC799814CA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6911530E-2D3F-4739-8634-5E23AC30147A}" type="doc">
      <dgm:prSet loTypeId="urn:microsoft.com/office/officeart/2005/8/layout/default" loCatId="list" qsTypeId="urn:microsoft.com/office/officeart/2005/8/quickstyle/simple2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81CA544E-F0B5-4ACC-9437-1EE65A22D286}">
      <dgm:prSet/>
      <dgm:spPr/>
      <dgm:t>
        <a:bodyPr/>
        <a:lstStyle/>
        <a:p>
          <a:r>
            <a:rPr lang="en-US"/>
            <a:t>15 points per W.A.</a:t>
          </a:r>
        </a:p>
      </dgm:t>
    </dgm:pt>
    <dgm:pt modelId="{F416B136-7C51-4AC2-9825-0A33DFFC5964}" type="parTrans" cxnId="{8D6D3A67-1B13-4827-B298-84868D0D53F9}">
      <dgm:prSet/>
      <dgm:spPr/>
      <dgm:t>
        <a:bodyPr/>
        <a:lstStyle/>
        <a:p>
          <a:endParaRPr lang="en-US"/>
        </a:p>
      </dgm:t>
    </dgm:pt>
    <dgm:pt modelId="{E646BE1E-8287-415B-BC0D-01AD6D6D11C4}" type="sibTrans" cxnId="{8D6D3A67-1B13-4827-B298-84868D0D53F9}">
      <dgm:prSet/>
      <dgm:spPr/>
      <dgm:t>
        <a:bodyPr/>
        <a:lstStyle/>
        <a:p>
          <a:endParaRPr lang="en-US"/>
        </a:p>
      </dgm:t>
    </dgm:pt>
    <dgm:pt modelId="{B591A980-D534-48C1-902B-7C345F926F73}">
      <dgm:prSet/>
      <dgm:spPr/>
      <dgm:t>
        <a:bodyPr/>
        <a:lstStyle/>
        <a:p>
          <a:r>
            <a:rPr lang="en-US"/>
            <a:t>50/100 in total</a:t>
          </a:r>
        </a:p>
      </dgm:t>
    </dgm:pt>
    <dgm:pt modelId="{15AD427A-37D3-4990-9F9D-C12BCAAB0169}" type="parTrans" cxnId="{421083B0-1FA2-475F-ABA4-A945A78FEBA9}">
      <dgm:prSet/>
      <dgm:spPr/>
      <dgm:t>
        <a:bodyPr/>
        <a:lstStyle/>
        <a:p>
          <a:endParaRPr lang="en-US"/>
        </a:p>
      </dgm:t>
    </dgm:pt>
    <dgm:pt modelId="{CCC0DFD5-9FDD-4553-89AF-5AC97CD3D75C}" type="sibTrans" cxnId="{421083B0-1FA2-475F-ABA4-A945A78FEBA9}">
      <dgm:prSet/>
      <dgm:spPr/>
      <dgm:t>
        <a:bodyPr/>
        <a:lstStyle/>
        <a:p>
          <a:endParaRPr lang="en-US"/>
        </a:p>
      </dgm:t>
    </dgm:pt>
    <dgm:pt modelId="{8D899B35-32E5-4467-A9AB-03AED949B676}" type="pres">
      <dgm:prSet presAssocID="{6911530E-2D3F-4739-8634-5E23AC30147A}" presName="diagram" presStyleCnt="0">
        <dgm:presLayoutVars>
          <dgm:dir/>
          <dgm:resizeHandles val="exact"/>
        </dgm:presLayoutVars>
      </dgm:prSet>
      <dgm:spPr/>
    </dgm:pt>
    <dgm:pt modelId="{B3534C69-3F50-4861-BF2F-85996FF9D1CC}" type="pres">
      <dgm:prSet presAssocID="{81CA544E-F0B5-4ACC-9437-1EE65A22D286}" presName="node" presStyleLbl="node1" presStyleIdx="0" presStyleCnt="2">
        <dgm:presLayoutVars>
          <dgm:bulletEnabled val="1"/>
        </dgm:presLayoutVars>
      </dgm:prSet>
      <dgm:spPr/>
    </dgm:pt>
    <dgm:pt modelId="{1B7E1C95-729A-44EC-9947-16A85B2499D1}" type="pres">
      <dgm:prSet presAssocID="{E646BE1E-8287-415B-BC0D-01AD6D6D11C4}" presName="sibTrans" presStyleCnt="0"/>
      <dgm:spPr/>
    </dgm:pt>
    <dgm:pt modelId="{B097DE50-0DB9-4E76-9F6D-381F8C7E111A}" type="pres">
      <dgm:prSet presAssocID="{B591A980-D534-48C1-902B-7C345F926F73}" presName="node" presStyleLbl="node1" presStyleIdx="1" presStyleCnt="2">
        <dgm:presLayoutVars>
          <dgm:bulletEnabled val="1"/>
        </dgm:presLayoutVars>
      </dgm:prSet>
      <dgm:spPr/>
    </dgm:pt>
  </dgm:ptLst>
  <dgm:cxnLst>
    <dgm:cxn modelId="{598AFF1E-F819-4358-B089-5A09A7EF4ED7}" type="presOf" srcId="{6911530E-2D3F-4739-8634-5E23AC30147A}" destId="{8D899B35-32E5-4467-A9AB-03AED949B676}" srcOrd="0" destOrd="0" presId="urn:microsoft.com/office/officeart/2005/8/layout/default"/>
    <dgm:cxn modelId="{C3985939-1A5F-4125-8A90-C41FFCD12272}" type="presOf" srcId="{B591A980-D534-48C1-902B-7C345F926F73}" destId="{B097DE50-0DB9-4E76-9F6D-381F8C7E111A}" srcOrd="0" destOrd="0" presId="urn:microsoft.com/office/officeart/2005/8/layout/default"/>
    <dgm:cxn modelId="{8D6D3A67-1B13-4827-B298-84868D0D53F9}" srcId="{6911530E-2D3F-4739-8634-5E23AC30147A}" destId="{81CA544E-F0B5-4ACC-9437-1EE65A22D286}" srcOrd="0" destOrd="0" parTransId="{F416B136-7C51-4AC2-9825-0A33DFFC5964}" sibTransId="{E646BE1E-8287-415B-BC0D-01AD6D6D11C4}"/>
    <dgm:cxn modelId="{421083B0-1FA2-475F-ABA4-A945A78FEBA9}" srcId="{6911530E-2D3F-4739-8634-5E23AC30147A}" destId="{B591A980-D534-48C1-902B-7C345F926F73}" srcOrd="1" destOrd="0" parTransId="{15AD427A-37D3-4990-9F9D-C12BCAAB0169}" sibTransId="{CCC0DFD5-9FDD-4553-89AF-5AC97CD3D75C}"/>
    <dgm:cxn modelId="{B82722B6-B71C-4B5A-9D53-141D9E9DB66F}" type="presOf" srcId="{81CA544E-F0B5-4ACC-9437-1EE65A22D286}" destId="{B3534C69-3F50-4861-BF2F-85996FF9D1CC}" srcOrd="0" destOrd="0" presId="urn:microsoft.com/office/officeart/2005/8/layout/default"/>
    <dgm:cxn modelId="{FBE5EF25-3F51-496F-B949-021777431AB7}" type="presParOf" srcId="{8D899B35-32E5-4467-A9AB-03AED949B676}" destId="{B3534C69-3F50-4861-BF2F-85996FF9D1CC}" srcOrd="0" destOrd="0" presId="urn:microsoft.com/office/officeart/2005/8/layout/default"/>
    <dgm:cxn modelId="{5AB1AB36-8CC2-4515-88B8-6EB9C45FB60D}" type="presParOf" srcId="{8D899B35-32E5-4467-A9AB-03AED949B676}" destId="{1B7E1C95-729A-44EC-9947-16A85B2499D1}" srcOrd="1" destOrd="0" presId="urn:microsoft.com/office/officeart/2005/8/layout/default"/>
    <dgm:cxn modelId="{34B99B2D-71D7-4462-80CC-5D27AFEAE6C7}" type="presParOf" srcId="{8D899B35-32E5-4467-A9AB-03AED949B676}" destId="{B097DE50-0DB9-4E76-9F6D-381F8C7E111A}" srcOrd="2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E1FB1B8A-3669-4248-83B1-D82BE9D68865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225EA702-8DBA-44DA-B616-B88FCC0AE642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Arithmetic (+, -, *, /, %...)</a:t>
          </a:r>
        </a:p>
      </dgm:t>
    </dgm:pt>
    <dgm:pt modelId="{615DF25D-84A9-49DC-8BAA-5BB625766A5E}" type="parTrans" cxnId="{AEF6BBAB-E4AF-4CC1-9505-B10F4FD9E2AF}">
      <dgm:prSet/>
      <dgm:spPr/>
      <dgm:t>
        <a:bodyPr/>
        <a:lstStyle/>
        <a:p>
          <a:endParaRPr lang="en-US"/>
        </a:p>
      </dgm:t>
    </dgm:pt>
    <dgm:pt modelId="{C8E69617-D5E9-41EC-A5E9-787F24F4BD68}" type="sibTrans" cxnId="{AEF6BBAB-E4AF-4CC1-9505-B10F4FD9E2AF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149834A8-127B-4C7E-BB86-B066FA4D7EC7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Data movement (Load, Store…)</a:t>
          </a:r>
        </a:p>
      </dgm:t>
    </dgm:pt>
    <dgm:pt modelId="{58114E32-5AF6-4970-B0D1-ACEA081CAA1C}" type="parTrans" cxnId="{B66F04B5-EBCF-40AA-BD8E-6A75A094F515}">
      <dgm:prSet/>
      <dgm:spPr/>
      <dgm:t>
        <a:bodyPr/>
        <a:lstStyle/>
        <a:p>
          <a:endParaRPr lang="en-US"/>
        </a:p>
      </dgm:t>
    </dgm:pt>
    <dgm:pt modelId="{DF0279FD-2C41-4CC6-980C-95ED6A5FEE6A}" type="sibTrans" cxnId="{B66F04B5-EBCF-40AA-BD8E-6A75A094F515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0099760F-258A-46B6-9978-C2ED48B398D9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Control (Method call, conditional jump, etc…)</a:t>
          </a:r>
        </a:p>
      </dgm:t>
    </dgm:pt>
    <dgm:pt modelId="{A2923386-5F2A-4AC6-BE84-2F89334BE7C3}" type="parTrans" cxnId="{238FE6E3-553D-4927-844C-DAE0040046FB}">
      <dgm:prSet/>
      <dgm:spPr/>
      <dgm:t>
        <a:bodyPr/>
        <a:lstStyle/>
        <a:p>
          <a:endParaRPr lang="en-US"/>
        </a:p>
      </dgm:t>
    </dgm:pt>
    <dgm:pt modelId="{42C90D56-F9C7-47F0-AD43-A86DE9F22813}" type="sibTrans" cxnId="{238FE6E3-553D-4927-844C-DAE0040046FB}">
      <dgm:prSet/>
      <dgm:spPr/>
      <dgm:t>
        <a:bodyPr/>
        <a:lstStyle/>
        <a:p>
          <a:endParaRPr lang="en-US"/>
        </a:p>
      </dgm:t>
    </dgm:pt>
    <dgm:pt modelId="{5044130D-2B81-4AC9-B75C-65ABB4544153}" type="pres">
      <dgm:prSet presAssocID="{E1FB1B8A-3669-4248-83B1-D82BE9D68865}" presName="linear" presStyleCnt="0">
        <dgm:presLayoutVars>
          <dgm:animLvl val="lvl"/>
          <dgm:resizeHandles val="exact"/>
        </dgm:presLayoutVars>
      </dgm:prSet>
      <dgm:spPr/>
    </dgm:pt>
    <dgm:pt modelId="{01996A8B-2D67-4C00-970C-27C148C2C2E4}" type="pres">
      <dgm:prSet presAssocID="{225EA702-8DBA-44DA-B616-B88FCC0AE642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2759C540-76BF-40C9-8258-0A29558B8A84}" type="pres">
      <dgm:prSet presAssocID="{C8E69617-D5E9-41EC-A5E9-787F24F4BD68}" presName="spacer" presStyleCnt="0"/>
      <dgm:spPr/>
    </dgm:pt>
    <dgm:pt modelId="{B28341BA-86C3-4C9A-BDA8-5FE4A2B14549}" type="pres">
      <dgm:prSet presAssocID="{149834A8-127B-4C7E-BB86-B066FA4D7EC7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F78E433D-39B3-4908-9E4D-1D9FAB66649E}" type="pres">
      <dgm:prSet presAssocID="{DF0279FD-2C41-4CC6-980C-95ED6A5FEE6A}" presName="spacer" presStyleCnt="0"/>
      <dgm:spPr/>
    </dgm:pt>
    <dgm:pt modelId="{A197E58D-5FDA-412F-93E7-C39699F2731F}" type="pres">
      <dgm:prSet presAssocID="{0099760F-258A-46B6-9978-C2ED48B398D9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849B6F57-D6EB-4473-8602-69C590671871}" type="presOf" srcId="{0099760F-258A-46B6-9978-C2ED48B398D9}" destId="{A197E58D-5FDA-412F-93E7-C39699F2731F}" srcOrd="0" destOrd="0" presId="urn:microsoft.com/office/officeart/2005/8/layout/vList2"/>
    <dgm:cxn modelId="{4651229E-B853-49C5-892B-AB277310145A}" type="presOf" srcId="{149834A8-127B-4C7E-BB86-B066FA4D7EC7}" destId="{B28341BA-86C3-4C9A-BDA8-5FE4A2B14549}" srcOrd="0" destOrd="0" presId="urn:microsoft.com/office/officeart/2005/8/layout/vList2"/>
    <dgm:cxn modelId="{8AA0ADAA-0EB8-48B9-B8BA-71C60C4A66A1}" type="presOf" srcId="{E1FB1B8A-3669-4248-83B1-D82BE9D68865}" destId="{5044130D-2B81-4AC9-B75C-65ABB4544153}" srcOrd="0" destOrd="0" presId="urn:microsoft.com/office/officeart/2005/8/layout/vList2"/>
    <dgm:cxn modelId="{AEF6BBAB-E4AF-4CC1-9505-B10F4FD9E2AF}" srcId="{E1FB1B8A-3669-4248-83B1-D82BE9D68865}" destId="{225EA702-8DBA-44DA-B616-B88FCC0AE642}" srcOrd="0" destOrd="0" parTransId="{615DF25D-84A9-49DC-8BAA-5BB625766A5E}" sibTransId="{C8E69617-D5E9-41EC-A5E9-787F24F4BD68}"/>
    <dgm:cxn modelId="{2B5361B3-A24B-4CC4-90D2-656AB4D485D9}" type="presOf" srcId="{225EA702-8DBA-44DA-B616-B88FCC0AE642}" destId="{01996A8B-2D67-4C00-970C-27C148C2C2E4}" srcOrd="0" destOrd="0" presId="urn:microsoft.com/office/officeart/2005/8/layout/vList2"/>
    <dgm:cxn modelId="{B66F04B5-EBCF-40AA-BD8E-6A75A094F515}" srcId="{E1FB1B8A-3669-4248-83B1-D82BE9D68865}" destId="{149834A8-127B-4C7E-BB86-B066FA4D7EC7}" srcOrd="1" destOrd="0" parTransId="{58114E32-5AF6-4970-B0D1-ACEA081CAA1C}" sibTransId="{DF0279FD-2C41-4CC6-980C-95ED6A5FEE6A}"/>
    <dgm:cxn modelId="{238FE6E3-553D-4927-844C-DAE0040046FB}" srcId="{E1FB1B8A-3669-4248-83B1-D82BE9D68865}" destId="{0099760F-258A-46B6-9978-C2ED48B398D9}" srcOrd="2" destOrd="0" parTransId="{A2923386-5F2A-4AC6-BE84-2F89334BE7C3}" sibTransId="{42C90D56-F9C7-47F0-AD43-A86DE9F22813}"/>
    <dgm:cxn modelId="{01158BF1-DD4E-49DA-B6D1-3AD79E14F23A}" type="presParOf" srcId="{5044130D-2B81-4AC9-B75C-65ABB4544153}" destId="{01996A8B-2D67-4C00-970C-27C148C2C2E4}" srcOrd="0" destOrd="0" presId="urn:microsoft.com/office/officeart/2005/8/layout/vList2"/>
    <dgm:cxn modelId="{86F7301C-2FF7-4482-BA12-B51AC9C3997B}" type="presParOf" srcId="{5044130D-2B81-4AC9-B75C-65ABB4544153}" destId="{2759C540-76BF-40C9-8258-0A29558B8A84}" srcOrd="1" destOrd="0" presId="urn:microsoft.com/office/officeart/2005/8/layout/vList2"/>
    <dgm:cxn modelId="{E30CC526-55FB-4F19-A669-4D0C50700828}" type="presParOf" srcId="{5044130D-2B81-4AC9-B75C-65ABB4544153}" destId="{B28341BA-86C3-4C9A-BDA8-5FE4A2B14549}" srcOrd="2" destOrd="0" presId="urn:microsoft.com/office/officeart/2005/8/layout/vList2"/>
    <dgm:cxn modelId="{A84775B3-FA43-48BD-946A-31BD810F2CA6}" type="presParOf" srcId="{5044130D-2B81-4AC9-B75C-65ABB4544153}" destId="{F78E433D-39B3-4908-9E4D-1D9FAB66649E}" srcOrd="3" destOrd="0" presId="urn:microsoft.com/office/officeart/2005/8/layout/vList2"/>
    <dgm:cxn modelId="{CFC242E4-088B-4DAD-93B0-40D166154C5A}" type="presParOf" srcId="{5044130D-2B81-4AC9-B75C-65ABB4544153}" destId="{A197E58D-5FDA-412F-93E7-C39699F2731F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C58FB7C4-F0D1-4D17-8EC0-87A606B9F373}" type="doc">
      <dgm:prSet loTypeId="urn:microsoft.com/office/officeart/2005/8/layout/vList2" loCatId="list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4B5503EF-A3AB-4551-82F6-F6B07F9A3B4C}">
      <dgm:prSet/>
      <dgm:spPr/>
      <dgm:t>
        <a:bodyPr/>
        <a:lstStyle/>
        <a:p>
          <a:r>
            <a:rPr lang="en-US" dirty="0"/>
            <a:t>Worst case</a:t>
          </a:r>
        </a:p>
      </dgm:t>
    </dgm:pt>
    <dgm:pt modelId="{5CFB6E9B-2E51-41B4-8D3B-6938101AFAAB}" type="parTrans" cxnId="{0D5833A9-1639-4361-BE9C-C3F308568AE1}">
      <dgm:prSet/>
      <dgm:spPr/>
      <dgm:t>
        <a:bodyPr/>
        <a:lstStyle/>
        <a:p>
          <a:endParaRPr lang="en-US"/>
        </a:p>
      </dgm:t>
    </dgm:pt>
    <dgm:pt modelId="{B3A3A7EA-FA2A-4CEB-8CE5-385DFA0908A6}" type="sibTrans" cxnId="{0D5833A9-1639-4361-BE9C-C3F308568AE1}">
      <dgm:prSet/>
      <dgm:spPr/>
      <dgm:t>
        <a:bodyPr/>
        <a:lstStyle/>
        <a:p>
          <a:endParaRPr lang="en-US"/>
        </a:p>
      </dgm:t>
    </dgm:pt>
    <dgm:pt modelId="{724F06C7-738A-47A8-BD44-35ED5CCDD532}">
      <dgm:prSet/>
      <dgm:spPr/>
      <dgm:t>
        <a:bodyPr/>
        <a:lstStyle/>
        <a:p>
          <a:r>
            <a:rPr lang="en-US" dirty="0"/>
            <a:t>Average case</a:t>
          </a:r>
        </a:p>
      </dgm:t>
    </dgm:pt>
    <dgm:pt modelId="{9BC1227C-29B3-4E30-B543-5FCC727BDFA7}" type="parTrans" cxnId="{4948F3C3-B476-41DC-8A88-5354D482008B}">
      <dgm:prSet/>
      <dgm:spPr/>
      <dgm:t>
        <a:bodyPr/>
        <a:lstStyle/>
        <a:p>
          <a:endParaRPr lang="en-US"/>
        </a:p>
      </dgm:t>
    </dgm:pt>
    <dgm:pt modelId="{06BB9427-6A81-4385-A341-115273BBDFA4}" type="sibTrans" cxnId="{4948F3C3-B476-41DC-8A88-5354D482008B}">
      <dgm:prSet/>
      <dgm:spPr/>
      <dgm:t>
        <a:bodyPr/>
        <a:lstStyle/>
        <a:p>
          <a:endParaRPr lang="en-US"/>
        </a:p>
      </dgm:t>
    </dgm:pt>
    <dgm:pt modelId="{1D7ED703-8866-4824-A875-DC53A3F037AE}">
      <dgm:prSet/>
      <dgm:spPr/>
      <dgm:t>
        <a:bodyPr/>
        <a:lstStyle/>
        <a:p>
          <a:r>
            <a:rPr lang="en-US" dirty="0"/>
            <a:t>Best case</a:t>
          </a:r>
        </a:p>
      </dgm:t>
    </dgm:pt>
    <dgm:pt modelId="{7F37AB40-8BED-4AEE-BD9C-8EB6AF1E6B20}" type="parTrans" cxnId="{92DE5548-367D-44D9-941A-642B7CD080F9}">
      <dgm:prSet/>
      <dgm:spPr/>
      <dgm:t>
        <a:bodyPr/>
        <a:lstStyle/>
        <a:p>
          <a:endParaRPr lang="en-US"/>
        </a:p>
      </dgm:t>
    </dgm:pt>
    <dgm:pt modelId="{D4AF0AD8-BFA1-4CAC-9567-B7367D0ABAC5}" type="sibTrans" cxnId="{92DE5548-367D-44D9-941A-642B7CD080F9}">
      <dgm:prSet/>
      <dgm:spPr/>
      <dgm:t>
        <a:bodyPr/>
        <a:lstStyle/>
        <a:p>
          <a:endParaRPr lang="en-US"/>
        </a:p>
      </dgm:t>
    </dgm:pt>
    <dgm:pt modelId="{775D406F-3EA4-4D33-A208-D4217FB33C0A}" type="pres">
      <dgm:prSet presAssocID="{C58FB7C4-F0D1-4D17-8EC0-87A606B9F373}" presName="linear" presStyleCnt="0">
        <dgm:presLayoutVars>
          <dgm:animLvl val="lvl"/>
          <dgm:resizeHandles val="exact"/>
        </dgm:presLayoutVars>
      </dgm:prSet>
      <dgm:spPr/>
    </dgm:pt>
    <dgm:pt modelId="{1522AA9E-963E-44B1-9E81-3985C427DE27}" type="pres">
      <dgm:prSet presAssocID="{4B5503EF-A3AB-4551-82F6-F6B07F9A3B4C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47062B6B-EE46-4F09-80FB-38096D4631DD}" type="pres">
      <dgm:prSet presAssocID="{B3A3A7EA-FA2A-4CEB-8CE5-385DFA0908A6}" presName="spacer" presStyleCnt="0"/>
      <dgm:spPr/>
    </dgm:pt>
    <dgm:pt modelId="{7C63508C-8AE1-4207-B136-264A4E00BDCE}" type="pres">
      <dgm:prSet presAssocID="{724F06C7-738A-47A8-BD44-35ED5CCDD532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39C37F09-AF12-4733-A377-C9E1A9E01DB4}" type="pres">
      <dgm:prSet presAssocID="{06BB9427-6A81-4385-A341-115273BBDFA4}" presName="spacer" presStyleCnt="0"/>
      <dgm:spPr/>
    </dgm:pt>
    <dgm:pt modelId="{BDF4F854-271F-4DFE-8D3D-3AAC0E136CD7}" type="pres">
      <dgm:prSet presAssocID="{1D7ED703-8866-4824-A875-DC53A3F037AE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A4099C37-71B0-4472-85AF-44401DECF990}" type="presOf" srcId="{4B5503EF-A3AB-4551-82F6-F6B07F9A3B4C}" destId="{1522AA9E-963E-44B1-9E81-3985C427DE27}" srcOrd="0" destOrd="0" presId="urn:microsoft.com/office/officeart/2005/8/layout/vList2"/>
    <dgm:cxn modelId="{92DE5548-367D-44D9-941A-642B7CD080F9}" srcId="{C58FB7C4-F0D1-4D17-8EC0-87A606B9F373}" destId="{1D7ED703-8866-4824-A875-DC53A3F037AE}" srcOrd="2" destOrd="0" parTransId="{7F37AB40-8BED-4AEE-BD9C-8EB6AF1E6B20}" sibTransId="{D4AF0AD8-BFA1-4CAC-9567-B7367D0ABAC5}"/>
    <dgm:cxn modelId="{D9DCD97E-918A-454E-966B-BB5CBB714134}" type="presOf" srcId="{C58FB7C4-F0D1-4D17-8EC0-87A606B9F373}" destId="{775D406F-3EA4-4D33-A208-D4217FB33C0A}" srcOrd="0" destOrd="0" presId="urn:microsoft.com/office/officeart/2005/8/layout/vList2"/>
    <dgm:cxn modelId="{0D5833A9-1639-4361-BE9C-C3F308568AE1}" srcId="{C58FB7C4-F0D1-4D17-8EC0-87A606B9F373}" destId="{4B5503EF-A3AB-4551-82F6-F6B07F9A3B4C}" srcOrd="0" destOrd="0" parTransId="{5CFB6E9B-2E51-41B4-8D3B-6938101AFAAB}" sibTransId="{B3A3A7EA-FA2A-4CEB-8CE5-385DFA0908A6}"/>
    <dgm:cxn modelId="{4948F3C3-B476-41DC-8A88-5354D482008B}" srcId="{C58FB7C4-F0D1-4D17-8EC0-87A606B9F373}" destId="{724F06C7-738A-47A8-BD44-35ED5CCDD532}" srcOrd="1" destOrd="0" parTransId="{9BC1227C-29B3-4E30-B543-5FCC727BDFA7}" sibTransId="{06BB9427-6A81-4385-A341-115273BBDFA4}"/>
    <dgm:cxn modelId="{700A30C7-345E-481A-99F6-3A6E69AF5D93}" type="presOf" srcId="{724F06C7-738A-47A8-BD44-35ED5CCDD532}" destId="{7C63508C-8AE1-4207-B136-264A4E00BDCE}" srcOrd="0" destOrd="0" presId="urn:microsoft.com/office/officeart/2005/8/layout/vList2"/>
    <dgm:cxn modelId="{2E5BAAD3-F5FB-49BD-816E-31B211DB3A29}" type="presOf" srcId="{1D7ED703-8866-4824-A875-DC53A3F037AE}" destId="{BDF4F854-271F-4DFE-8D3D-3AAC0E136CD7}" srcOrd="0" destOrd="0" presId="urn:microsoft.com/office/officeart/2005/8/layout/vList2"/>
    <dgm:cxn modelId="{D6952E2C-2A9B-4C20-A89F-877939B4EDD3}" type="presParOf" srcId="{775D406F-3EA4-4D33-A208-D4217FB33C0A}" destId="{1522AA9E-963E-44B1-9E81-3985C427DE27}" srcOrd="0" destOrd="0" presId="urn:microsoft.com/office/officeart/2005/8/layout/vList2"/>
    <dgm:cxn modelId="{F12DF1DC-4256-4794-849B-30E305938931}" type="presParOf" srcId="{775D406F-3EA4-4D33-A208-D4217FB33C0A}" destId="{47062B6B-EE46-4F09-80FB-38096D4631DD}" srcOrd="1" destOrd="0" presId="urn:microsoft.com/office/officeart/2005/8/layout/vList2"/>
    <dgm:cxn modelId="{A7AC838C-7958-4363-B2E8-D8261EE2BA74}" type="presParOf" srcId="{775D406F-3EA4-4D33-A208-D4217FB33C0A}" destId="{7C63508C-8AE1-4207-B136-264A4E00BDCE}" srcOrd="2" destOrd="0" presId="urn:microsoft.com/office/officeart/2005/8/layout/vList2"/>
    <dgm:cxn modelId="{0DEF044E-3F79-476C-BC0A-BB9F0CBE0320}" type="presParOf" srcId="{775D406F-3EA4-4D33-A208-D4217FB33C0A}" destId="{39C37F09-AF12-4733-A377-C9E1A9E01DB4}" srcOrd="3" destOrd="0" presId="urn:microsoft.com/office/officeart/2005/8/layout/vList2"/>
    <dgm:cxn modelId="{6474899D-6F90-4A4D-8862-AB03453EED67}" type="presParOf" srcId="{775D406F-3EA4-4D33-A208-D4217FB33C0A}" destId="{BDF4F854-271F-4DFE-8D3D-3AAC0E136CD7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C58FB7C4-F0D1-4D17-8EC0-87A606B9F373}" type="doc">
      <dgm:prSet loTypeId="urn:microsoft.com/office/officeart/2005/8/layout/vList2" loCatId="list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4B5503EF-A3AB-4551-82F6-F6B07F9A3B4C}">
      <dgm:prSet/>
      <dgm:spPr/>
      <dgm:t>
        <a:bodyPr/>
        <a:lstStyle/>
        <a:p>
          <a:r>
            <a:rPr lang="en-US" dirty="0"/>
            <a:t>Upper bound - O</a:t>
          </a:r>
        </a:p>
      </dgm:t>
    </dgm:pt>
    <dgm:pt modelId="{5CFB6E9B-2E51-41B4-8D3B-6938101AFAAB}" type="parTrans" cxnId="{0D5833A9-1639-4361-BE9C-C3F308568AE1}">
      <dgm:prSet/>
      <dgm:spPr/>
      <dgm:t>
        <a:bodyPr/>
        <a:lstStyle/>
        <a:p>
          <a:endParaRPr lang="en-US"/>
        </a:p>
      </dgm:t>
    </dgm:pt>
    <dgm:pt modelId="{B3A3A7EA-FA2A-4CEB-8CE5-385DFA0908A6}" type="sibTrans" cxnId="{0D5833A9-1639-4361-BE9C-C3F308568AE1}">
      <dgm:prSet/>
      <dgm:spPr/>
      <dgm:t>
        <a:bodyPr/>
        <a:lstStyle/>
        <a:p>
          <a:endParaRPr lang="en-US"/>
        </a:p>
      </dgm:t>
    </dgm:pt>
    <dgm:pt modelId="{724F06C7-738A-47A8-BD44-35ED5CCDD532}">
      <dgm:prSet/>
      <dgm:spPr/>
      <dgm:t>
        <a:bodyPr/>
        <a:lstStyle/>
        <a:p>
          <a:r>
            <a:rPr lang="en-US" dirty="0"/>
            <a:t>Lower bound - </a:t>
          </a:r>
          <a:r>
            <a:rPr lang="el-GR" dirty="0"/>
            <a:t>Ω</a:t>
          </a:r>
          <a:endParaRPr lang="en-US" dirty="0"/>
        </a:p>
      </dgm:t>
    </dgm:pt>
    <dgm:pt modelId="{9BC1227C-29B3-4E30-B543-5FCC727BDFA7}" type="parTrans" cxnId="{4948F3C3-B476-41DC-8A88-5354D482008B}">
      <dgm:prSet/>
      <dgm:spPr/>
      <dgm:t>
        <a:bodyPr/>
        <a:lstStyle/>
        <a:p>
          <a:endParaRPr lang="en-US"/>
        </a:p>
      </dgm:t>
    </dgm:pt>
    <dgm:pt modelId="{06BB9427-6A81-4385-A341-115273BBDFA4}" type="sibTrans" cxnId="{4948F3C3-B476-41DC-8A88-5354D482008B}">
      <dgm:prSet/>
      <dgm:spPr/>
      <dgm:t>
        <a:bodyPr/>
        <a:lstStyle/>
        <a:p>
          <a:endParaRPr lang="en-US"/>
        </a:p>
      </dgm:t>
    </dgm:pt>
    <dgm:pt modelId="{1D7ED703-8866-4824-A875-DC53A3F037AE}">
      <dgm:prSet/>
      <dgm:spPr/>
      <dgm:t>
        <a:bodyPr/>
        <a:lstStyle/>
        <a:p>
          <a:r>
            <a:rPr lang="en-US" dirty="0"/>
            <a:t>Tight bound - </a:t>
          </a:r>
          <a:r>
            <a:rPr lang="el-GR" dirty="0"/>
            <a:t>Θ</a:t>
          </a:r>
          <a:endParaRPr lang="en-US" dirty="0"/>
        </a:p>
      </dgm:t>
    </dgm:pt>
    <dgm:pt modelId="{7F37AB40-8BED-4AEE-BD9C-8EB6AF1E6B20}" type="parTrans" cxnId="{92DE5548-367D-44D9-941A-642B7CD080F9}">
      <dgm:prSet/>
      <dgm:spPr/>
      <dgm:t>
        <a:bodyPr/>
        <a:lstStyle/>
        <a:p>
          <a:endParaRPr lang="en-US"/>
        </a:p>
      </dgm:t>
    </dgm:pt>
    <dgm:pt modelId="{D4AF0AD8-BFA1-4CAC-9567-B7367D0ABAC5}" type="sibTrans" cxnId="{92DE5548-367D-44D9-941A-642B7CD080F9}">
      <dgm:prSet/>
      <dgm:spPr/>
      <dgm:t>
        <a:bodyPr/>
        <a:lstStyle/>
        <a:p>
          <a:endParaRPr lang="en-US"/>
        </a:p>
      </dgm:t>
    </dgm:pt>
    <dgm:pt modelId="{775D406F-3EA4-4D33-A208-D4217FB33C0A}" type="pres">
      <dgm:prSet presAssocID="{C58FB7C4-F0D1-4D17-8EC0-87A606B9F373}" presName="linear" presStyleCnt="0">
        <dgm:presLayoutVars>
          <dgm:animLvl val="lvl"/>
          <dgm:resizeHandles val="exact"/>
        </dgm:presLayoutVars>
      </dgm:prSet>
      <dgm:spPr/>
    </dgm:pt>
    <dgm:pt modelId="{1522AA9E-963E-44B1-9E81-3985C427DE27}" type="pres">
      <dgm:prSet presAssocID="{4B5503EF-A3AB-4551-82F6-F6B07F9A3B4C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47062B6B-EE46-4F09-80FB-38096D4631DD}" type="pres">
      <dgm:prSet presAssocID="{B3A3A7EA-FA2A-4CEB-8CE5-385DFA0908A6}" presName="spacer" presStyleCnt="0"/>
      <dgm:spPr/>
    </dgm:pt>
    <dgm:pt modelId="{7C63508C-8AE1-4207-B136-264A4E00BDCE}" type="pres">
      <dgm:prSet presAssocID="{724F06C7-738A-47A8-BD44-35ED5CCDD532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39C37F09-AF12-4733-A377-C9E1A9E01DB4}" type="pres">
      <dgm:prSet presAssocID="{06BB9427-6A81-4385-A341-115273BBDFA4}" presName="spacer" presStyleCnt="0"/>
      <dgm:spPr/>
    </dgm:pt>
    <dgm:pt modelId="{BDF4F854-271F-4DFE-8D3D-3AAC0E136CD7}" type="pres">
      <dgm:prSet presAssocID="{1D7ED703-8866-4824-A875-DC53A3F037AE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A4099C37-71B0-4472-85AF-44401DECF990}" type="presOf" srcId="{4B5503EF-A3AB-4551-82F6-F6B07F9A3B4C}" destId="{1522AA9E-963E-44B1-9E81-3985C427DE27}" srcOrd="0" destOrd="0" presId="urn:microsoft.com/office/officeart/2005/8/layout/vList2"/>
    <dgm:cxn modelId="{92DE5548-367D-44D9-941A-642B7CD080F9}" srcId="{C58FB7C4-F0D1-4D17-8EC0-87A606B9F373}" destId="{1D7ED703-8866-4824-A875-DC53A3F037AE}" srcOrd="2" destOrd="0" parTransId="{7F37AB40-8BED-4AEE-BD9C-8EB6AF1E6B20}" sibTransId="{D4AF0AD8-BFA1-4CAC-9567-B7367D0ABAC5}"/>
    <dgm:cxn modelId="{D9DCD97E-918A-454E-966B-BB5CBB714134}" type="presOf" srcId="{C58FB7C4-F0D1-4D17-8EC0-87A606B9F373}" destId="{775D406F-3EA4-4D33-A208-D4217FB33C0A}" srcOrd="0" destOrd="0" presId="urn:microsoft.com/office/officeart/2005/8/layout/vList2"/>
    <dgm:cxn modelId="{0D5833A9-1639-4361-BE9C-C3F308568AE1}" srcId="{C58FB7C4-F0D1-4D17-8EC0-87A606B9F373}" destId="{4B5503EF-A3AB-4551-82F6-F6B07F9A3B4C}" srcOrd="0" destOrd="0" parTransId="{5CFB6E9B-2E51-41B4-8D3B-6938101AFAAB}" sibTransId="{B3A3A7EA-FA2A-4CEB-8CE5-385DFA0908A6}"/>
    <dgm:cxn modelId="{4948F3C3-B476-41DC-8A88-5354D482008B}" srcId="{C58FB7C4-F0D1-4D17-8EC0-87A606B9F373}" destId="{724F06C7-738A-47A8-BD44-35ED5CCDD532}" srcOrd="1" destOrd="0" parTransId="{9BC1227C-29B3-4E30-B543-5FCC727BDFA7}" sibTransId="{06BB9427-6A81-4385-A341-115273BBDFA4}"/>
    <dgm:cxn modelId="{700A30C7-345E-481A-99F6-3A6E69AF5D93}" type="presOf" srcId="{724F06C7-738A-47A8-BD44-35ED5CCDD532}" destId="{7C63508C-8AE1-4207-B136-264A4E00BDCE}" srcOrd="0" destOrd="0" presId="urn:microsoft.com/office/officeart/2005/8/layout/vList2"/>
    <dgm:cxn modelId="{2E5BAAD3-F5FB-49BD-816E-31B211DB3A29}" type="presOf" srcId="{1D7ED703-8866-4824-A875-DC53A3F037AE}" destId="{BDF4F854-271F-4DFE-8D3D-3AAC0E136CD7}" srcOrd="0" destOrd="0" presId="urn:microsoft.com/office/officeart/2005/8/layout/vList2"/>
    <dgm:cxn modelId="{D6952E2C-2A9B-4C20-A89F-877939B4EDD3}" type="presParOf" srcId="{775D406F-3EA4-4D33-A208-D4217FB33C0A}" destId="{1522AA9E-963E-44B1-9E81-3985C427DE27}" srcOrd="0" destOrd="0" presId="urn:microsoft.com/office/officeart/2005/8/layout/vList2"/>
    <dgm:cxn modelId="{F12DF1DC-4256-4794-849B-30E305938931}" type="presParOf" srcId="{775D406F-3EA4-4D33-A208-D4217FB33C0A}" destId="{47062B6B-EE46-4F09-80FB-38096D4631DD}" srcOrd="1" destOrd="0" presId="urn:microsoft.com/office/officeart/2005/8/layout/vList2"/>
    <dgm:cxn modelId="{A7AC838C-7958-4363-B2E8-D8261EE2BA74}" type="presParOf" srcId="{775D406F-3EA4-4D33-A208-D4217FB33C0A}" destId="{7C63508C-8AE1-4207-B136-264A4E00BDCE}" srcOrd="2" destOrd="0" presId="urn:microsoft.com/office/officeart/2005/8/layout/vList2"/>
    <dgm:cxn modelId="{0DEF044E-3F79-476C-BC0A-BB9F0CBE0320}" type="presParOf" srcId="{775D406F-3EA4-4D33-A208-D4217FB33C0A}" destId="{39C37F09-AF12-4733-A377-C9E1A9E01DB4}" srcOrd="3" destOrd="0" presId="urn:microsoft.com/office/officeart/2005/8/layout/vList2"/>
    <dgm:cxn modelId="{6474899D-6F90-4A4D-8862-AB03453EED67}" type="presParOf" srcId="{775D406F-3EA4-4D33-A208-D4217FB33C0A}" destId="{BDF4F854-271F-4DFE-8D3D-3AAC0E136CD7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3BD70BB-ABE0-4E24-B668-C38B2F6FD01D}">
      <dsp:nvSpPr>
        <dsp:cNvPr id="0" name=""/>
        <dsp:cNvSpPr/>
      </dsp:nvSpPr>
      <dsp:spPr>
        <a:xfrm>
          <a:off x="1953914" y="529294"/>
          <a:ext cx="1944000" cy="19440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B3C6A47-6F27-4989-8CF0-C31A34BDD9D6}">
      <dsp:nvSpPr>
        <dsp:cNvPr id="0" name=""/>
        <dsp:cNvSpPr/>
      </dsp:nvSpPr>
      <dsp:spPr>
        <a:xfrm>
          <a:off x="765914" y="2943510"/>
          <a:ext cx="432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0223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2 Written Assignments (50 + 50 points)</a:t>
          </a:r>
        </a:p>
      </dsp:txBody>
      <dsp:txXfrm>
        <a:off x="765914" y="2943510"/>
        <a:ext cx="4320000" cy="720000"/>
      </dsp:txXfrm>
    </dsp:sp>
    <dsp:sp modelId="{4D779529-2498-437E-83D9-A4B7532CCD3D}">
      <dsp:nvSpPr>
        <dsp:cNvPr id="0" name=""/>
        <dsp:cNvSpPr/>
      </dsp:nvSpPr>
      <dsp:spPr>
        <a:xfrm>
          <a:off x="7029914" y="529294"/>
          <a:ext cx="1944000" cy="19440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870A82C-7255-4256-BE38-27FC799814CA}">
      <dsp:nvSpPr>
        <dsp:cNvPr id="0" name=""/>
        <dsp:cNvSpPr/>
      </dsp:nvSpPr>
      <dsp:spPr>
        <a:xfrm>
          <a:off x="5841914" y="2943510"/>
          <a:ext cx="432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0223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Potential extra points for class work (up to 10)</a:t>
          </a:r>
        </a:p>
      </dsp:txBody>
      <dsp:txXfrm>
        <a:off x="5841914" y="2943510"/>
        <a:ext cx="4320000" cy="72000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3534C69-3F50-4861-BF2F-85996FF9D1CC}">
      <dsp:nvSpPr>
        <dsp:cNvPr id="0" name=""/>
        <dsp:cNvSpPr/>
      </dsp:nvSpPr>
      <dsp:spPr>
        <a:xfrm>
          <a:off x="1283" y="673807"/>
          <a:ext cx="5006206" cy="3003723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247650" tIns="247650" rIns="247650" bIns="2476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500" kern="1200"/>
            <a:t>15 points per W.A.</a:t>
          </a:r>
        </a:p>
      </dsp:txBody>
      <dsp:txXfrm>
        <a:off x="1283" y="673807"/>
        <a:ext cx="5006206" cy="3003723"/>
      </dsp:txXfrm>
    </dsp:sp>
    <dsp:sp modelId="{B097DE50-0DB9-4E76-9F6D-381F8C7E111A}">
      <dsp:nvSpPr>
        <dsp:cNvPr id="0" name=""/>
        <dsp:cNvSpPr/>
      </dsp:nvSpPr>
      <dsp:spPr>
        <a:xfrm>
          <a:off x="5508110" y="673807"/>
          <a:ext cx="5006206" cy="3003723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247650" tIns="247650" rIns="247650" bIns="2476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500" kern="1200"/>
            <a:t>50/100 in total</a:t>
          </a:r>
        </a:p>
      </dsp:txBody>
      <dsp:txXfrm>
        <a:off x="5508110" y="673807"/>
        <a:ext cx="5006206" cy="3003723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1996A8B-2D67-4C00-970C-27C148C2C2E4}">
      <dsp:nvSpPr>
        <dsp:cNvPr id="0" name=""/>
        <dsp:cNvSpPr/>
      </dsp:nvSpPr>
      <dsp:spPr>
        <a:xfrm>
          <a:off x="0" y="516068"/>
          <a:ext cx="10515600" cy="10296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0" tIns="152400" rIns="152400" bIns="152400" numCol="1" spcCol="1270" anchor="ctr" anchorCtr="0">
          <a:noAutofit/>
        </a:bodyPr>
        <a:lstStyle/>
        <a:p>
          <a:pPr marL="0" lvl="0" indent="0" algn="l" defTabSz="1778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000" kern="1200"/>
            <a:t>Arithmetic (+, -, *, /, %...)</a:t>
          </a:r>
        </a:p>
      </dsp:txBody>
      <dsp:txXfrm>
        <a:off x="50261" y="566329"/>
        <a:ext cx="10415078" cy="929078"/>
      </dsp:txXfrm>
    </dsp:sp>
    <dsp:sp modelId="{B28341BA-86C3-4C9A-BDA8-5FE4A2B14549}">
      <dsp:nvSpPr>
        <dsp:cNvPr id="0" name=""/>
        <dsp:cNvSpPr/>
      </dsp:nvSpPr>
      <dsp:spPr>
        <a:xfrm>
          <a:off x="0" y="1660869"/>
          <a:ext cx="10515600" cy="10296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0" tIns="152400" rIns="152400" bIns="152400" numCol="1" spcCol="1270" anchor="ctr" anchorCtr="0">
          <a:noAutofit/>
        </a:bodyPr>
        <a:lstStyle/>
        <a:p>
          <a:pPr marL="0" lvl="0" indent="0" algn="l" defTabSz="1778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000" kern="1200"/>
            <a:t>Data movement (Load, Store…)</a:t>
          </a:r>
        </a:p>
      </dsp:txBody>
      <dsp:txXfrm>
        <a:off x="50261" y="1711130"/>
        <a:ext cx="10415078" cy="929078"/>
      </dsp:txXfrm>
    </dsp:sp>
    <dsp:sp modelId="{A197E58D-5FDA-412F-93E7-C39699F2731F}">
      <dsp:nvSpPr>
        <dsp:cNvPr id="0" name=""/>
        <dsp:cNvSpPr/>
      </dsp:nvSpPr>
      <dsp:spPr>
        <a:xfrm>
          <a:off x="0" y="2805669"/>
          <a:ext cx="10515600" cy="10296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0" tIns="152400" rIns="152400" bIns="152400" numCol="1" spcCol="1270" anchor="ctr" anchorCtr="0">
          <a:noAutofit/>
        </a:bodyPr>
        <a:lstStyle/>
        <a:p>
          <a:pPr marL="0" lvl="0" indent="0" algn="l" defTabSz="1778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000" kern="1200"/>
            <a:t>Control (Method call, conditional jump, etc…)</a:t>
          </a:r>
        </a:p>
      </dsp:txBody>
      <dsp:txXfrm>
        <a:off x="50261" y="2855930"/>
        <a:ext cx="10415078" cy="929078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522AA9E-963E-44B1-9E81-3985C427DE27}">
      <dsp:nvSpPr>
        <dsp:cNvPr id="0" name=""/>
        <dsp:cNvSpPr/>
      </dsp:nvSpPr>
      <dsp:spPr>
        <a:xfrm>
          <a:off x="0" y="144184"/>
          <a:ext cx="6666833" cy="1597050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47650" tIns="247650" rIns="247650" bIns="247650" numCol="1" spcCol="1270" anchor="ctr" anchorCtr="0">
          <a:noAutofit/>
        </a:bodyPr>
        <a:lstStyle/>
        <a:p>
          <a:pPr marL="0" lvl="0" indent="0" algn="l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500" kern="1200" dirty="0"/>
            <a:t>Worst case</a:t>
          </a:r>
        </a:p>
      </dsp:txBody>
      <dsp:txXfrm>
        <a:off x="77962" y="222146"/>
        <a:ext cx="6510909" cy="1441126"/>
      </dsp:txXfrm>
    </dsp:sp>
    <dsp:sp modelId="{7C63508C-8AE1-4207-B136-264A4E00BDCE}">
      <dsp:nvSpPr>
        <dsp:cNvPr id="0" name=""/>
        <dsp:cNvSpPr/>
      </dsp:nvSpPr>
      <dsp:spPr>
        <a:xfrm>
          <a:off x="0" y="1928435"/>
          <a:ext cx="6666833" cy="1597050"/>
        </a:xfrm>
        <a:prstGeom prst="roundRect">
          <a:avLst/>
        </a:prstGeom>
        <a:gradFill rotWithShape="0">
          <a:gsLst>
            <a:gs pos="0">
              <a:schemeClr val="accent2">
                <a:hueOff val="3221807"/>
                <a:satOff val="-9246"/>
                <a:lumOff val="-14805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3221807"/>
                <a:satOff val="-9246"/>
                <a:lumOff val="-14805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3221807"/>
                <a:satOff val="-9246"/>
                <a:lumOff val="-14805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47650" tIns="247650" rIns="247650" bIns="247650" numCol="1" spcCol="1270" anchor="ctr" anchorCtr="0">
          <a:noAutofit/>
        </a:bodyPr>
        <a:lstStyle/>
        <a:p>
          <a:pPr marL="0" lvl="0" indent="0" algn="l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500" kern="1200" dirty="0"/>
            <a:t>Average case</a:t>
          </a:r>
        </a:p>
      </dsp:txBody>
      <dsp:txXfrm>
        <a:off x="77962" y="2006397"/>
        <a:ext cx="6510909" cy="1441126"/>
      </dsp:txXfrm>
    </dsp:sp>
    <dsp:sp modelId="{BDF4F854-271F-4DFE-8D3D-3AAC0E136CD7}">
      <dsp:nvSpPr>
        <dsp:cNvPr id="0" name=""/>
        <dsp:cNvSpPr/>
      </dsp:nvSpPr>
      <dsp:spPr>
        <a:xfrm>
          <a:off x="0" y="3712685"/>
          <a:ext cx="6666833" cy="1597050"/>
        </a:xfrm>
        <a:prstGeom prst="roundRect">
          <a:avLst/>
        </a:prstGeom>
        <a:gradFill rotWithShape="0">
          <a:gsLst>
            <a:gs pos="0">
              <a:schemeClr val="accent2">
                <a:hueOff val="6443614"/>
                <a:satOff val="-18493"/>
                <a:lumOff val="-29609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6443614"/>
                <a:satOff val="-18493"/>
                <a:lumOff val="-29609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6443614"/>
                <a:satOff val="-18493"/>
                <a:lumOff val="-29609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47650" tIns="247650" rIns="247650" bIns="247650" numCol="1" spcCol="1270" anchor="ctr" anchorCtr="0">
          <a:noAutofit/>
        </a:bodyPr>
        <a:lstStyle/>
        <a:p>
          <a:pPr marL="0" lvl="0" indent="0" algn="l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500" kern="1200" dirty="0"/>
            <a:t>Best case</a:t>
          </a:r>
        </a:p>
      </dsp:txBody>
      <dsp:txXfrm>
        <a:off x="77962" y="3790647"/>
        <a:ext cx="6510909" cy="1441126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522AA9E-963E-44B1-9E81-3985C427DE27}">
      <dsp:nvSpPr>
        <dsp:cNvPr id="0" name=""/>
        <dsp:cNvSpPr/>
      </dsp:nvSpPr>
      <dsp:spPr>
        <a:xfrm>
          <a:off x="0" y="144184"/>
          <a:ext cx="6666833" cy="1597050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47650" tIns="247650" rIns="247650" bIns="247650" numCol="1" spcCol="1270" anchor="ctr" anchorCtr="0">
          <a:noAutofit/>
        </a:bodyPr>
        <a:lstStyle/>
        <a:p>
          <a:pPr marL="0" lvl="0" indent="0" algn="l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500" kern="1200" dirty="0"/>
            <a:t>Upper bound - O</a:t>
          </a:r>
        </a:p>
      </dsp:txBody>
      <dsp:txXfrm>
        <a:off x="77962" y="222146"/>
        <a:ext cx="6510909" cy="1441126"/>
      </dsp:txXfrm>
    </dsp:sp>
    <dsp:sp modelId="{7C63508C-8AE1-4207-B136-264A4E00BDCE}">
      <dsp:nvSpPr>
        <dsp:cNvPr id="0" name=""/>
        <dsp:cNvSpPr/>
      </dsp:nvSpPr>
      <dsp:spPr>
        <a:xfrm>
          <a:off x="0" y="1928435"/>
          <a:ext cx="6666833" cy="1597050"/>
        </a:xfrm>
        <a:prstGeom prst="roundRect">
          <a:avLst/>
        </a:prstGeom>
        <a:gradFill rotWithShape="0">
          <a:gsLst>
            <a:gs pos="0">
              <a:schemeClr val="accent2">
                <a:hueOff val="3221807"/>
                <a:satOff val="-9246"/>
                <a:lumOff val="-14805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3221807"/>
                <a:satOff val="-9246"/>
                <a:lumOff val="-14805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3221807"/>
                <a:satOff val="-9246"/>
                <a:lumOff val="-14805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47650" tIns="247650" rIns="247650" bIns="247650" numCol="1" spcCol="1270" anchor="ctr" anchorCtr="0">
          <a:noAutofit/>
        </a:bodyPr>
        <a:lstStyle/>
        <a:p>
          <a:pPr marL="0" lvl="0" indent="0" algn="l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500" kern="1200" dirty="0"/>
            <a:t>Lower bound - </a:t>
          </a:r>
          <a:r>
            <a:rPr lang="el-GR" sz="6500" kern="1200" dirty="0"/>
            <a:t>Ω</a:t>
          </a:r>
          <a:endParaRPr lang="en-US" sz="6500" kern="1200" dirty="0"/>
        </a:p>
      </dsp:txBody>
      <dsp:txXfrm>
        <a:off x="77962" y="2006397"/>
        <a:ext cx="6510909" cy="1441126"/>
      </dsp:txXfrm>
    </dsp:sp>
    <dsp:sp modelId="{BDF4F854-271F-4DFE-8D3D-3AAC0E136CD7}">
      <dsp:nvSpPr>
        <dsp:cNvPr id="0" name=""/>
        <dsp:cNvSpPr/>
      </dsp:nvSpPr>
      <dsp:spPr>
        <a:xfrm>
          <a:off x="0" y="3712685"/>
          <a:ext cx="6666833" cy="1597050"/>
        </a:xfrm>
        <a:prstGeom prst="roundRect">
          <a:avLst/>
        </a:prstGeom>
        <a:gradFill rotWithShape="0">
          <a:gsLst>
            <a:gs pos="0">
              <a:schemeClr val="accent2">
                <a:hueOff val="6443614"/>
                <a:satOff val="-18493"/>
                <a:lumOff val="-29609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6443614"/>
                <a:satOff val="-18493"/>
                <a:lumOff val="-29609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6443614"/>
                <a:satOff val="-18493"/>
                <a:lumOff val="-29609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47650" tIns="247650" rIns="247650" bIns="247650" numCol="1" spcCol="1270" anchor="ctr" anchorCtr="0">
          <a:noAutofit/>
        </a:bodyPr>
        <a:lstStyle/>
        <a:p>
          <a:pPr marL="0" lvl="0" indent="0" algn="l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500" kern="1200" dirty="0"/>
            <a:t>Tight bound - </a:t>
          </a:r>
          <a:r>
            <a:rPr lang="el-GR" sz="6500" kern="1200" dirty="0"/>
            <a:t>Θ</a:t>
          </a:r>
          <a:endParaRPr lang="en-US" sz="6500" kern="1200" dirty="0"/>
        </a:p>
      </dsp:txBody>
      <dsp:txXfrm>
        <a:off x="77962" y="3790647"/>
        <a:ext cx="6510909" cy="144112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D6E241-8B2D-ECEF-1744-39FA11751DB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BC4B584-F076-BFF5-2434-985C49B34C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06BE45-9333-2FDA-D229-BB7F94A5D1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8/20/2025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49F73C-3050-7F08-0988-E7AEA1F898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BD4AD9-A904-5C5F-CDA1-D8026F1214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26376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E95DA2-4849-C734-D90A-A02D0BDBEA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062D88-0BC7-285A-7150-77A3E5324A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B1DFE6-67D6-6929-B0D7-1E50EFDF02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8/20/2025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5F74CE-909D-327A-16CE-F8B08425B7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94D6BD-363C-FFDE-0147-FCB593507B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96524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ABFB66-FED5-C23F-A119-5684787157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70F3DC-C4FA-9B3E-0A41-B994BE54A4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FF6593-7605-6B6A-43F8-A75CE3FCA5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8/20/2025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820ADF-AB69-F8FF-7D51-F02E780111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A14165-98C3-E8F8-9238-5B86EC4093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20199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AFA95-D666-B294-DAA1-F38D600B4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CD57B3-312E-150E-FAC4-37CAE3F7AE2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9BD6F15-44BA-54B3-0C6E-93D10704EC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210D678-A6C5-B023-1F27-3F4DF5C9BC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8/20/2025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32D8DA-3B85-9DB5-2A7E-64796A3580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4B562F-1AFF-0C90-B6D3-AA0AC2466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9313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DD3A3E-D984-E5EE-B50B-82D6A146A7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1172E0-233A-777A-19F0-886F8F7F83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6606BBD-7869-1FA8-E9C2-0F2A5E46C3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F7F7557-A959-94A1-6DAA-946B541C0E9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AA3DB72-1531-44DB-2BB0-1C3A9CCC627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B686509-38A8-DEB0-AC4E-60273B6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8/20/2025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8595E2D-3FCE-7663-ADDD-B9D2BABB75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05A61D-0F2E-5F50-3F85-96416B9B6B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1597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D0F628-9666-D68E-8925-4C88B845C7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D7FE773-9442-F217-C0F2-3E90F36E2E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8/20/2025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E02FF80-E9B3-F78D-421C-077FDDE08E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A9B4EFF-CFDA-40BC-8C59-EF47FC2B5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45625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BE2CD6C-62A6-7807-BCA5-9C954C0365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8/20/2025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7D1C279-D75F-759D-4B09-34A8805406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BE702A-5E82-A436-1CF1-AC1A5F1D8C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19299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3255C2-612A-1713-E9F9-C567C49EFE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8C25D3-AC77-BEC9-CAE2-E0B56C6C64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C40BF17-72D6-4C5F-63BF-63E09F848F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846480D-1305-DBDC-69F1-7F5788D24B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8/20/2025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210CE9-13D7-28C9-516A-5F548EC30B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F8DFF4-9934-70B9-FF5A-14DECC12ED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73985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72A2AC-3BFC-8D13-F061-1D8BA629FB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AE17838-5D5F-1AC4-2AA6-AB201A49864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3A495F-243C-04C6-D8FF-44A21B7A8F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373BC94-BB1D-03FB-0C2A-5A2874C63B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8/20/2025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958AE6C-6A78-516D-60F4-3DDC1EBA5C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A5DE6A-457E-2A89-A0BB-5A61AD8996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8275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511E31-AC2E-E027-6BCA-8959DD373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FCD8F0C-E592-BC50-EACE-A200D9D693C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70F7BB-297F-7BA6-2B9B-CCB896D23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8/20/2025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0FB0D6-482B-29F6-26D6-5EDD7B777E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674FB8-D633-35BA-DDD7-CD6F08599F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01703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EFD6B4B-D467-2CC4-B071-114D099A06C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A34A8AA-9629-7368-7203-3E2A03E01A1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285EF8-CBC7-A453-61F9-476116AF67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8/20/2025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FCAA67-64B2-580A-F610-CEBEFC3250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AF326A-582B-1C6F-4791-84ACA55893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83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0DC7DE6-1EEF-DF17-75D8-A6F6D63440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8223C0-1BCC-71E5-EE23-D01197BCAE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231058-303A-EE33-694F-DE56AC03D59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C041930-F8FC-4542-827E-E504F4750562}" type="datetimeFigureOut">
              <a:rPr lang="en-US" smtClean="0"/>
              <a:t>8/20/2025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959B44-5FCF-3438-7C14-156D364CBAD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EE7A8B-89D9-BA6F-C698-C50583E7591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12880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wkBjD0Fvl6U" TargetMode="External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wkBjD0Fvl6U" TargetMode="External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wkBjD0Fvl6U" TargetMode="External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hyperlink" Target="https://www.youtube.com/watch?v=Q1JdRUh1_98" TargetMode="External"/><Relationship Id="rId4" Type="http://schemas.openxmlformats.org/officeDocument/2006/relationships/image" Target="../media/image19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e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0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0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0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0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athsisfun.com/definitions/differentiation.html" TargetMode="External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4" name="Rectangle 103">
            <a:extLst>
              <a:ext uri="{FF2B5EF4-FFF2-40B4-BE49-F238E27FC236}">
                <a16:creationId xmlns:a16="http://schemas.microsoft.com/office/drawing/2014/main" id="{362D44EE-C852-4460-B8B5-C4F2BC2051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CED9A9A-32C5-C019-66BA-65438A784F8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94716" y="739978"/>
            <a:ext cx="5334930" cy="3004145"/>
          </a:xfrm>
        </p:spPr>
        <p:txBody>
          <a:bodyPr>
            <a:normAutofit/>
          </a:bodyPr>
          <a:lstStyle/>
          <a:p>
            <a:r>
              <a:rPr lang="en-US"/>
              <a:t>Data Structures and Algorithms I.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72F5B50-E332-CBF2-D1A2-66ADD284952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94715" y="3836197"/>
            <a:ext cx="5334931" cy="2189214"/>
          </a:xfrm>
        </p:spPr>
        <p:txBody>
          <a:bodyPr>
            <a:normAutofit/>
          </a:bodyPr>
          <a:lstStyle/>
          <a:p>
            <a:r>
              <a:rPr lang="hu-HU" dirty="0"/>
              <a:t>University of </a:t>
            </a:r>
            <a:r>
              <a:rPr lang="en-US" dirty="0"/>
              <a:t>Szeged – Robert Nagy</a:t>
            </a:r>
          </a:p>
          <a:p>
            <a:r>
              <a:rPr lang="en-US" dirty="0"/>
              <a:t>2025/26. Autumn Semester</a:t>
            </a:r>
          </a:p>
          <a:p>
            <a:endParaRPr lang="hu-HU" dirty="0"/>
          </a:p>
        </p:txBody>
      </p:sp>
      <p:sp>
        <p:nvSpPr>
          <p:cNvPr id="106" name="Freeform: Shape 105">
            <a:extLst>
              <a:ext uri="{FF2B5EF4-FFF2-40B4-BE49-F238E27FC236}">
                <a16:creationId xmlns:a16="http://schemas.microsoft.com/office/drawing/2014/main" id="{658970D8-8D1D-4B5C-894B-E871CC8654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530529" y="1"/>
            <a:ext cx="1155142" cy="591009"/>
          </a:xfrm>
          <a:custGeom>
            <a:avLst/>
            <a:gdLst>
              <a:gd name="connsiteX0" fmla="*/ 1355 w 1155142"/>
              <a:gd name="connsiteY0" fmla="*/ 0 h 591009"/>
              <a:gd name="connsiteX1" fmla="*/ 1153787 w 1155142"/>
              <a:gd name="connsiteY1" fmla="*/ 0 h 591009"/>
              <a:gd name="connsiteX2" fmla="*/ 1155142 w 1155142"/>
              <a:gd name="connsiteY2" fmla="*/ 13438 h 591009"/>
              <a:gd name="connsiteX3" fmla="*/ 577571 w 1155142"/>
              <a:gd name="connsiteY3" fmla="*/ 591009 h 591009"/>
              <a:gd name="connsiteX4" fmla="*/ 0 w 1155142"/>
              <a:gd name="connsiteY4" fmla="*/ 13438 h 5910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55142" h="591009">
                <a:moveTo>
                  <a:pt x="1355" y="0"/>
                </a:moveTo>
                <a:lnTo>
                  <a:pt x="1153787" y="0"/>
                </a:lnTo>
                <a:lnTo>
                  <a:pt x="1155142" y="13438"/>
                </a:lnTo>
                <a:cubicBezTo>
                  <a:pt x="1155142" y="332422"/>
                  <a:pt x="896555" y="591009"/>
                  <a:pt x="577571" y="591009"/>
                </a:cubicBezTo>
                <a:cubicBezTo>
                  <a:pt x="258587" y="591009"/>
                  <a:pt x="0" y="332422"/>
                  <a:pt x="0" y="13438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15" name="Freeform: Shape 114">
            <a:extLst>
              <a:ext uri="{FF2B5EF4-FFF2-40B4-BE49-F238E27FC236}">
                <a16:creationId xmlns:a16="http://schemas.microsoft.com/office/drawing/2014/main" id="{F227E5B6-9132-43CA-B503-37A18562AD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349052" y="0"/>
            <a:ext cx="1737401" cy="959536"/>
          </a:xfrm>
          <a:custGeom>
            <a:avLst/>
            <a:gdLst>
              <a:gd name="connsiteX0" fmla="*/ 0 w 1737401"/>
              <a:gd name="connsiteY0" fmla="*/ 0 h 959536"/>
              <a:gd name="connsiteX1" fmla="*/ 123825 w 1737401"/>
              <a:gd name="connsiteY1" fmla="*/ 0 h 959536"/>
              <a:gd name="connsiteX2" fmla="*/ 123825 w 1737401"/>
              <a:gd name="connsiteY2" fmla="*/ 790277 h 959536"/>
              <a:gd name="connsiteX3" fmla="*/ 1490095 w 1737401"/>
              <a:gd name="connsiteY3" fmla="*/ 0 h 959536"/>
              <a:gd name="connsiteX4" fmla="*/ 1737401 w 1737401"/>
              <a:gd name="connsiteY4" fmla="*/ 0 h 959536"/>
              <a:gd name="connsiteX5" fmla="*/ 92869 w 1737401"/>
              <a:gd name="connsiteY5" fmla="*/ 951249 h 959536"/>
              <a:gd name="connsiteX6" fmla="*/ 61913 w 1737401"/>
              <a:gd name="connsiteY6" fmla="*/ 959536 h 959536"/>
              <a:gd name="connsiteX7" fmla="*/ 0 w 1737401"/>
              <a:gd name="connsiteY7" fmla="*/ 897624 h 9595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737401" h="959536">
                <a:moveTo>
                  <a:pt x="0" y="0"/>
                </a:moveTo>
                <a:lnTo>
                  <a:pt x="123825" y="0"/>
                </a:lnTo>
                <a:lnTo>
                  <a:pt x="123825" y="790277"/>
                </a:lnTo>
                <a:lnTo>
                  <a:pt x="1490095" y="0"/>
                </a:lnTo>
                <a:lnTo>
                  <a:pt x="1737401" y="0"/>
                </a:lnTo>
                <a:lnTo>
                  <a:pt x="92869" y="951249"/>
                </a:lnTo>
                <a:cubicBezTo>
                  <a:pt x="83458" y="956688"/>
                  <a:pt x="72780" y="959546"/>
                  <a:pt x="61913" y="959536"/>
                </a:cubicBezTo>
                <a:cubicBezTo>
                  <a:pt x="27719" y="959536"/>
                  <a:pt x="0" y="931818"/>
                  <a:pt x="0" y="897624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7" name="Freeform: Shape 116">
            <a:extLst>
              <a:ext uri="{FF2B5EF4-FFF2-40B4-BE49-F238E27FC236}">
                <a16:creationId xmlns:a16="http://schemas.microsoft.com/office/drawing/2014/main" id="{03C2051E-A88D-48E5-BACF-AAED178927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2916245"/>
            <a:ext cx="159741" cy="552996"/>
          </a:xfrm>
          <a:custGeom>
            <a:avLst/>
            <a:gdLst>
              <a:gd name="connsiteX0" fmla="*/ 159741 w 159741"/>
              <a:gd name="connsiteY0" fmla="*/ 0 h 552996"/>
              <a:gd name="connsiteX1" fmla="*/ 159741 w 159741"/>
              <a:gd name="connsiteY1" fmla="*/ 552996 h 552996"/>
              <a:gd name="connsiteX2" fmla="*/ 141849 w 159741"/>
              <a:gd name="connsiteY2" fmla="*/ 543285 h 552996"/>
              <a:gd name="connsiteX3" fmla="*/ 0 w 159741"/>
              <a:gd name="connsiteY3" fmla="*/ 276498 h 552996"/>
              <a:gd name="connsiteX4" fmla="*/ 141849 w 159741"/>
              <a:gd name="connsiteY4" fmla="*/ 9711 h 5529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9741" h="552996">
                <a:moveTo>
                  <a:pt x="159741" y="0"/>
                </a:moveTo>
                <a:lnTo>
                  <a:pt x="159741" y="552996"/>
                </a:lnTo>
                <a:lnTo>
                  <a:pt x="141849" y="543285"/>
                </a:lnTo>
                <a:cubicBezTo>
                  <a:pt x="56268" y="485467"/>
                  <a:pt x="0" y="387554"/>
                  <a:pt x="0" y="276498"/>
                </a:cubicBezTo>
                <a:cubicBezTo>
                  <a:pt x="0" y="165443"/>
                  <a:pt x="56268" y="67529"/>
                  <a:pt x="141849" y="9711"/>
                </a:cubicBezTo>
                <a:close/>
              </a:path>
            </a:pathLst>
          </a:custGeom>
          <a:solidFill>
            <a:schemeClr val="accent2"/>
          </a:solidFill>
          <a:ln w="1270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18" name="Freeform: Shape 117">
            <a:extLst>
              <a:ext uri="{FF2B5EF4-FFF2-40B4-BE49-F238E27FC236}">
                <a16:creationId xmlns:a16="http://schemas.microsoft.com/office/drawing/2014/main" id="{7821A508-2985-4905-874A-527429BAAB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835649"/>
            <a:ext cx="1548180" cy="1022351"/>
          </a:xfrm>
          <a:custGeom>
            <a:avLst/>
            <a:gdLst>
              <a:gd name="connsiteX0" fmla="*/ 61913 w 1548180"/>
              <a:gd name="connsiteY0" fmla="*/ 0 h 1022351"/>
              <a:gd name="connsiteX1" fmla="*/ 1548180 w 1548180"/>
              <a:gd name="connsiteY1" fmla="*/ 0 h 1022351"/>
              <a:gd name="connsiteX2" fmla="*/ 1548180 w 1548180"/>
              <a:gd name="connsiteY2" fmla="*/ 123825 h 1022351"/>
              <a:gd name="connsiteX3" fmla="*/ 123825 w 1548180"/>
              <a:gd name="connsiteY3" fmla="*/ 123825 h 1022351"/>
              <a:gd name="connsiteX4" fmla="*/ 123825 w 1548180"/>
              <a:gd name="connsiteY4" fmla="*/ 1022351 h 1022351"/>
              <a:gd name="connsiteX5" fmla="*/ 0 w 1548180"/>
              <a:gd name="connsiteY5" fmla="*/ 1022351 h 1022351"/>
              <a:gd name="connsiteX6" fmla="*/ 0 w 1548180"/>
              <a:gd name="connsiteY6" fmla="*/ 61913 h 1022351"/>
              <a:gd name="connsiteX7" fmla="*/ 61913 w 1548180"/>
              <a:gd name="connsiteY7" fmla="*/ 0 h 10223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548180" h="1022351">
                <a:moveTo>
                  <a:pt x="61913" y="0"/>
                </a:moveTo>
                <a:lnTo>
                  <a:pt x="1548180" y="0"/>
                </a:lnTo>
                <a:lnTo>
                  <a:pt x="1548180" y="123825"/>
                </a:lnTo>
                <a:lnTo>
                  <a:pt x="123825" y="123825"/>
                </a:lnTo>
                <a:lnTo>
                  <a:pt x="123825" y="1022351"/>
                </a:lnTo>
                <a:lnTo>
                  <a:pt x="0" y="1022351"/>
                </a:ln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4" name="Freeform: Shape 113">
            <a:extLst>
              <a:ext uri="{FF2B5EF4-FFF2-40B4-BE49-F238E27FC236}">
                <a16:creationId xmlns:a16="http://schemas.microsoft.com/office/drawing/2014/main" id="{D2929CB1-0E3C-4B2D-ADC5-0154FB33BA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3697761" y="5717906"/>
            <a:ext cx="1771609" cy="1140095"/>
          </a:xfrm>
          <a:custGeom>
            <a:avLst/>
            <a:gdLst>
              <a:gd name="connsiteX0" fmla="*/ 1561721 w 1771609"/>
              <a:gd name="connsiteY0" fmla="*/ 763041 h 1140095"/>
              <a:gd name="connsiteX1" fmla="*/ 1623024 w 1771609"/>
              <a:gd name="connsiteY1" fmla="*/ 792810 h 1140095"/>
              <a:gd name="connsiteX2" fmla="*/ 1711735 w 1771609"/>
              <a:gd name="connsiteY2" fmla="*/ 970132 h 1140095"/>
              <a:gd name="connsiteX3" fmla="*/ 1771609 w 1771609"/>
              <a:gd name="connsiteY3" fmla="*/ 1140095 h 1140095"/>
              <a:gd name="connsiteX4" fmla="*/ 1637225 w 1771609"/>
              <a:gd name="connsiteY4" fmla="*/ 1140095 h 1140095"/>
              <a:gd name="connsiteX5" fmla="*/ 1594820 w 1771609"/>
              <a:gd name="connsiteY5" fmla="*/ 1019711 h 1140095"/>
              <a:gd name="connsiteX6" fmla="*/ 1513200 w 1771609"/>
              <a:gd name="connsiteY6" fmla="*/ 856627 h 1140095"/>
              <a:gd name="connsiteX7" fmla="*/ 1538499 w 1771609"/>
              <a:gd name="connsiteY7" fmla="*/ 770415 h 1140095"/>
              <a:gd name="connsiteX8" fmla="*/ 1561721 w 1771609"/>
              <a:gd name="connsiteY8" fmla="*/ 763041 h 1140095"/>
              <a:gd name="connsiteX9" fmla="*/ 933455 w 1771609"/>
              <a:gd name="connsiteY9" fmla="*/ 161309 h 1140095"/>
              <a:gd name="connsiteX10" fmla="*/ 957797 w 1771609"/>
              <a:gd name="connsiteY10" fmla="*/ 167970 h 1140095"/>
              <a:gd name="connsiteX11" fmla="*/ 1286982 w 1771609"/>
              <a:gd name="connsiteY11" fmla="*/ 387616 h 1140095"/>
              <a:gd name="connsiteX12" fmla="*/ 1293725 w 1771609"/>
              <a:gd name="connsiteY12" fmla="*/ 477075 h 1140095"/>
              <a:gd name="connsiteX13" fmla="*/ 1245453 w 1771609"/>
              <a:gd name="connsiteY13" fmla="*/ 499154 h 1140095"/>
              <a:gd name="connsiteX14" fmla="*/ 1245167 w 1771609"/>
              <a:gd name="connsiteY14" fmla="*/ 499154 h 1140095"/>
              <a:gd name="connsiteX15" fmla="*/ 1203638 w 1771609"/>
              <a:gd name="connsiteY15" fmla="*/ 484104 h 1140095"/>
              <a:gd name="connsiteX16" fmla="*/ 900647 w 1771609"/>
              <a:gd name="connsiteY16" fmla="*/ 281508 h 1140095"/>
              <a:gd name="connsiteX17" fmla="*/ 872454 w 1771609"/>
              <a:gd name="connsiteY17" fmla="*/ 196164 h 1140095"/>
              <a:gd name="connsiteX18" fmla="*/ 933455 w 1771609"/>
              <a:gd name="connsiteY18" fmla="*/ 161309 h 1140095"/>
              <a:gd name="connsiteX19" fmla="*/ 256260 w 1771609"/>
              <a:gd name="connsiteY19" fmla="*/ 29 h 1140095"/>
              <a:gd name="connsiteX20" fmla="*/ 454020 w 1771609"/>
              <a:gd name="connsiteY20" fmla="*/ 13474 h 1140095"/>
              <a:gd name="connsiteX21" fmla="*/ 509236 w 1771609"/>
              <a:gd name="connsiteY21" fmla="*/ 84182 h 1140095"/>
              <a:gd name="connsiteX22" fmla="*/ 445829 w 1771609"/>
              <a:gd name="connsiteY22" fmla="*/ 139871 h 1140095"/>
              <a:gd name="connsiteX23" fmla="*/ 437447 w 1771609"/>
              <a:gd name="connsiteY23" fmla="*/ 139395 h 1140095"/>
              <a:gd name="connsiteX24" fmla="*/ 73211 w 1771609"/>
              <a:gd name="connsiteY24" fmla="*/ 137204 h 1140095"/>
              <a:gd name="connsiteX25" fmla="*/ 749 w 1771609"/>
              <a:gd name="connsiteY25" fmla="*/ 84082 h 1140095"/>
              <a:gd name="connsiteX26" fmla="*/ 53871 w 1771609"/>
              <a:gd name="connsiteY26" fmla="*/ 11621 h 1140095"/>
              <a:gd name="connsiteX27" fmla="*/ 58352 w 1771609"/>
              <a:gd name="connsiteY27" fmla="*/ 11093 h 1140095"/>
              <a:gd name="connsiteX28" fmla="*/ 256260 w 1771609"/>
              <a:gd name="connsiteY28" fmla="*/ 29 h 11400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1771609" h="1140095">
                <a:moveTo>
                  <a:pt x="1561721" y="763041"/>
                </a:moveTo>
                <a:cubicBezTo>
                  <a:pt x="1585506" y="760324"/>
                  <a:pt x="1609722" y="771249"/>
                  <a:pt x="1623024" y="792810"/>
                </a:cubicBezTo>
                <a:cubicBezTo>
                  <a:pt x="1656300" y="850065"/>
                  <a:pt x="1685920" y="909291"/>
                  <a:pt x="1711735" y="970132"/>
                </a:cubicBezTo>
                <a:lnTo>
                  <a:pt x="1771609" y="1140095"/>
                </a:lnTo>
                <a:lnTo>
                  <a:pt x="1637225" y="1140095"/>
                </a:lnTo>
                <a:lnTo>
                  <a:pt x="1594820" y="1019711"/>
                </a:lnTo>
                <a:cubicBezTo>
                  <a:pt x="1571072" y="963753"/>
                  <a:pt x="1543818" y="909282"/>
                  <a:pt x="1513200" y="856627"/>
                </a:cubicBezTo>
                <a:cubicBezTo>
                  <a:pt x="1496379" y="825834"/>
                  <a:pt x="1507704" y="787236"/>
                  <a:pt x="1538499" y="770415"/>
                </a:cubicBezTo>
                <a:cubicBezTo>
                  <a:pt x="1545912" y="766367"/>
                  <a:pt x="1553792" y="763946"/>
                  <a:pt x="1561721" y="763041"/>
                </a:cubicBezTo>
                <a:close/>
                <a:moveTo>
                  <a:pt x="933455" y="161309"/>
                </a:moveTo>
                <a:cubicBezTo>
                  <a:pt x="941693" y="161855"/>
                  <a:pt x="949959" y="164025"/>
                  <a:pt x="957797" y="167970"/>
                </a:cubicBezTo>
                <a:cubicBezTo>
                  <a:pt x="1076184" y="227289"/>
                  <a:pt x="1186759" y="301068"/>
                  <a:pt x="1286982" y="387616"/>
                </a:cubicBezTo>
                <a:cubicBezTo>
                  <a:pt x="1313547" y="410457"/>
                  <a:pt x="1316566" y="450510"/>
                  <a:pt x="1293725" y="477075"/>
                </a:cubicBezTo>
                <a:cubicBezTo>
                  <a:pt x="1281638" y="491137"/>
                  <a:pt x="1263998" y="499204"/>
                  <a:pt x="1245453" y="499154"/>
                </a:cubicBezTo>
                <a:lnTo>
                  <a:pt x="1245167" y="499154"/>
                </a:lnTo>
                <a:cubicBezTo>
                  <a:pt x="1229965" y="499301"/>
                  <a:pt x="1215220" y="493956"/>
                  <a:pt x="1203638" y="484104"/>
                </a:cubicBezTo>
                <a:cubicBezTo>
                  <a:pt x="1111407" y="404300"/>
                  <a:pt x="1009633" y="336248"/>
                  <a:pt x="900647" y="281508"/>
                </a:cubicBezTo>
                <a:cubicBezTo>
                  <a:pt x="869295" y="265726"/>
                  <a:pt x="856672" y="227516"/>
                  <a:pt x="872454" y="196164"/>
                </a:cubicBezTo>
                <a:cubicBezTo>
                  <a:pt x="884290" y="172650"/>
                  <a:pt x="908742" y="159670"/>
                  <a:pt x="933455" y="161309"/>
                </a:cubicBezTo>
                <a:close/>
                <a:moveTo>
                  <a:pt x="256260" y="29"/>
                </a:moveTo>
                <a:cubicBezTo>
                  <a:pt x="322331" y="427"/>
                  <a:pt x="388378" y="4909"/>
                  <a:pt x="454020" y="13474"/>
                </a:cubicBezTo>
                <a:cubicBezTo>
                  <a:pt x="488793" y="17752"/>
                  <a:pt x="513514" y="49409"/>
                  <a:pt x="509236" y="84182"/>
                </a:cubicBezTo>
                <a:cubicBezTo>
                  <a:pt x="505303" y="116151"/>
                  <a:pt x="478038" y="140098"/>
                  <a:pt x="445829" y="139871"/>
                </a:cubicBezTo>
                <a:cubicBezTo>
                  <a:pt x="443027" y="139899"/>
                  <a:pt x="440227" y="139740"/>
                  <a:pt x="437447" y="139395"/>
                </a:cubicBezTo>
                <a:cubicBezTo>
                  <a:pt x="316592" y="123615"/>
                  <a:pt x="194247" y="122878"/>
                  <a:pt x="73211" y="137204"/>
                </a:cubicBezTo>
                <a:cubicBezTo>
                  <a:pt x="38532" y="142545"/>
                  <a:pt x="6090" y="118762"/>
                  <a:pt x="749" y="84082"/>
                </a:cubicBezTo>
                <a:cubicBezTo>
                  <a:pt x="-4591" y="49403"/>
                  <a:pt x="19192" y="16961"/>
                  <a:pt x="53871" y="11621"/>
                </a:cubicBezTo>
                <a:cubicBezTo>
                  <a:pt x="55358" y="11392"/>
                  <a:pt x="56852" y="11216"/>
                  <a:pt x="58352" y="11093"/>
                </a:cubicBezTo>
                <a:cubicBezTo>
                  <a:pt x="124093" y="3319"/>
                  <a:pt x="190189" y="-369"/>
                  <a:pt x="256260" y="29"/>
                </a:cubicBezTo>
                <a:close/>
              </a:path>
            </a:pathLst>
          </a:custGeom>
          <a:solidFill>
            <a:schemeClr val="accent4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pic>
        <p:nvPicPr>
          <p:cNvPr id="6" name="Picture 5" descr="A black and white logo&#10;&#10;AI-generated content may be incorrect.">
            <a:extLst>
              <a:ext uri="{FF2B5EF4-FFF2-40B4-BE49-F238E27FC236}">
                <a16:creationId xmlns:a16="http://schemas.microsoft.com/office/drawing/2014/main" id="{F6E8DA17-1D3B-550A-937D-6AA2C49DC4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" b="3"/>
          <a:stretch>
            <a:fillRect/>
          </a:stretch>
        </p:blipFill>
        <p:spPr>
          <a:xfrm>
            <a:off x="631840" y="598720"/>
            <a:ext cx="5178249" cy="5178249"/>
          </a:xfrm>
          <a:custGeom>
            <a:avLst/>
            <a:gdLst/>
            <a:ahLst/>
            <a:cxnLst/>
            <a:rect l="l" t="t" r="r" b="b"/>
            <a:pathLst>
              <a:path w="3741748" h="3741748">
                <a:moveTo>
                  <a:pt x="1870874" y="0"/>
                </a:moveTo>
                <a:cubicBezTo>
                  <a:pt x="2904129" y="0"/>
                  <a:pt x="3741748" y="837619"/>
                  <a:pt x="3741748" y="1870874"/>
                </a:cubicBezTo>
                <a:cubicBezTo>
                  <a:pt x="3741748" y="2904129"/>
                  <a:pt x="2904129" y="3741748"/>
                  <a:pt x="1870874" y="3741748"/>
                </a:cubicBezTo>
                <a:cubicBezTo>
                  <a:pt x="837619" y="3741748"/>
                  <a:pt x="0" y="2904129"/>
                  <a:pt x="0" y="1870874"/>
                </a:cubicBezTo>
                <a:cubicBezTo>
                  <a:pt x="0" y="837619"/>
                  <a:pt x="837619" y="0"/>
                  <a:pt x="1870874" y="0"/>
                </a:cubicBezTo>
                <a:close/>
              </a:path>
            </a:pathLst>
          </a:custGeom>
        </p:spPr>
      </p:pic>
      <p:sp>
        <p:nvSpPr>
          <p:cNvPr id="116" name="Freeform: Shape 115">
            <a:extLst>
              <a:ext uri="{FF2B5EF4-FFF2-40B4-BE49-F238E27FC236}">
                <a16:creationId xmlns:a16="http://schemas.microsoft.com/office/drawing/2014/main" id="{5F2F0C84-BE8C-4DC2-A6D3-30349A801D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520513" y="6258756"/>
            <a:ext cx="1565940" cy="599245"/>
          </a:xfrm>
          <a:custGeom>
            <a:avLst/>
            <a:gdLst>
              <a:gd name="connsiteX0" fmla="*/ 782970 w 1565940"/>
              <a:gd name="connsiteY0" fmla="*/ 0 h 599245"/>
              <a:gd name="connsiteX1" fmla="*/ 1528042 w 1565940"/>
              <a:gd name="connsiteY1" fmla="*/ 480469 h 599245"/>
              <a:gd name="connsiteX2" fmla="*/ 1565940 w 1565940"/>
              <a:gd name="connsiteY2" fmla="*/ 599245 h 599245"/>
              <a:gd name="connsiteX3" fmla="*/ 0 w 1565940"/>
              <a:gd name="connsiteY3" fmla="*/ 599245 h 599245"/>
              <a:gd name="connsiteX4" fmla="*/ 37898 w 1565940"/>
              <a:gd name="connsiteY4" fmla="*/ 480469 h 599245"/>
              <a:gd name="connsiteX5" fmla="*/ 782970 w 1565940"/>
              <a:gd name="connsiteY5" fmla="*/ 0 h 5992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565940" h="599245">
                <a:moveTo>
                  <a:pt x="782970" y="0"/>
                </a:moveTo>
                <a:cubicBezTo>
                  <a:pt x="1117910" y="0"/>
                  <a:pt x="1405287" y="198118"/>
                  <a:pt x="1528042" y="480469"/>
                </a:cubicBezTo>
                <a:lnTo>
                  <a:pt x="1565940" y="599245"/>
                </a:lnTo>
                <a:lnTo>
                  <a:pt x="0" y="599245"/>
                </a:lnTo>
                <a:lnTo>
                  <a:pt x="37898" y="480469"/>
                </a:lnTo>
                <a:cubicBezTo>
                  <a:pt x="160653" y="198118"/>
                  <a:pt x="448030" y="0"/>
                  <a:pt x="782970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10042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46F1F2C8-798B-4CCE-A851-94AFAF350B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FDD35B-3CEC-D38C-AC95-8D858EB9B4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0908" y="1220919"/>
            <a:ext cx="5425781" cy="238760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60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Introduction to the course</a:t>
            </a:r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755E9CD0-04B0-4A3C-B291-AD913379C7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208695" y="1"/>
            <a:ext cx="1135066" cy="477997"/>
          </a:xfrm>
          <a:custGeom>
            <a:avLst/>
            <a:gdLst>
              <a:gd name="connsiteX0" fmla="*/ 0 w 1135066"/>
              <a:gd name="connsiteY0" fmla="*/ 0 h 477997"/>
              <a:gd name="connsiteX1" fmla="*/ 1135066 w 1135066"/>
              <a:gd name="connsiteY1" fmla="*/ 0 h 477997"/>
              <a:gd name="connsiteX2" fmla="*/ 1133370 w 1135066"/>
              <a:gd name="connsiteY2" fmla="*/ 16827 h 477997"/>
              <a:gd name="connsiteX3" fmla="*/ 567533 w 1135066"/>
              <a:gd name="connsiteY3" fmla="*/ 477997 h 477997"/>
              <a:gd name="connsiteX4" fmla="*/ 1696 w 1135066"/>
              <a:gd name="connsiteY4" fmla="*/ 16827 h 47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5066" h="477997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1DD8BF3B-6066-418C-8D1A-75C5E396FC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2624479"/>
            <a:ext cx="812427" cy="812427"/>
          </a:xfrm>
          <a:prstGeom prst="ellipse">
            <a:avLst/>
          </a:prstGeom>
          <a:noFill/>
          <a:ln w="12700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Block Arc 26">
            <a:extLst>
              <a:ext uri="{FF2B5EF4-FFF2-40B4-BE49-F238E27FC236}">
                <a16:creationId xmlns:a16="http://schemas.microsoft.com/office/drawing/2014/main" id="{80BC66F9-7A74-4286-AD22-1174052CC2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912417" y="1202394"/>
            <a:ext cx="2387600" cy="2387600"/>
          </a:xfrm>
          <a:prstGeom prst="blockArc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D8142CC3-2B5C-48E6-9DF0-6C8ACBAF23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0"/>
            <a:ext cx="2315251" cy="1550992"/>
          </a:xfrm>
          <a:custGeom>
            <a:avLst/>
            <a:gdLst>
              <a:gd name="connsiteX0" fmla="*/ 0 w 2315251"/>
              <a:gd name="connsiteY0" fmla="*/ 0 h 1550992"/>
              <a:gd name="connsiteX1" fmla="*/ 138700 w 2315251"/>
              <a:gd name="connsiteY1" fmla="*/ 0 h 1550992"/>
              <a:gd name="connsiteX2" fmla="*/ 138700 w 2315251"/>
              <a:gd name="connsiteY2" fmla="*/ 1361400 h 1550992"/>
              <a:gd name="connsiteX3" fmla="*/ 2107387 w 2315251"/>
              <a:gd name="connsiteY3" fmla="*/ 222673 h 1550992"/>
              <a:gd name="connsiteX4" fmla="*/ 1722420 w 2315251"/>
              <a:gd name="connsiteY4" fmla="*/ 0 h 1550992"/>
              <a:gd name="connsiteX5" fmla="*/ 1999436 w 2315251"/>
              <a:gd name="connsiteY5" fmla="*/ 0 h 1550992"/>
              <a:gd name="connsiteX6" fmla="*/ 2280549 w 2315251"/>
              <a:gd name="connsiteY6" fmla="*/ 162605 h 1550992"/>
              <a:gd name="connsiteX7" fmla="*/ 2305953 w 2315251"/>
              <a:gd name="connsiteY7" fmla="*/ 257336 h 1550992"/>
              <a:gd name="connsiteX8" fmla="*/ 2280549 w 2315251"/>
              <a:gd name="connsiteY8" fmla="*/ 282740 h 1550992"/>
              <a:gd name="connsiteX9" fmla="*/ 104026 w 2315251"/>
              <a:gd name="connsiteY9" fmla="*/ 1541710 h 1550992"/>
              <a:gd name="connsiteX10" fmla="*/ 69351 w 2315251"/>
              <a:gd name="connsiteY10" fmla="*/ 1550992 h 1550992"/>
              <a:gd name="connsiteX11" fmla="*/ 0 w 2315251"/>
              <a:gd name="connsiteY11" fmla="*/ 1481643 h 1550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315251" h="1550992">
                <a:moveTo>
                  <a:pt x="0" y="0"/>
                </a:moveTo>
                <a:lnTo>
                  <a:pt x="138700" y="0"/>
                </a:lnTo>
                <a:lnTo>
                  <a:pt x="138700" y="1361400"/>
                </a:lnTo>
                <a:lnTo>
                  <a:pt x="2107387" y="222673"/>
                </a:lnTo>
                <a:lnTo>
                  <a:pt x="1722420" y="0"/>
                </a:lnTo>
                <a:lnTo>
                  <a:pt x="1999436" y="0"/>
                </a:lnTo>
                <a:lnTo>
                  <a:pt x="2280549" y="162605"/>
                </a:lnTo>
                <a:cubicBezTo>
                  <a:pt x="2313720" y="181745"/>
                  <a:pt x="2325104" y="224155"/>
                  <a:pt x="2305953" y="257336"/>
                </a:cubicBezTo>
                <a:cubicBezTo>
                  <a:pt x="2299872" y="267889"/>
                  <a:pt x="2291101" y="276648"/>
                  <a:pt x="2280549" y="282740"/>
                </a:cubicBezTo>
                <a:lnTo>
                  <a:pt x="104026" y="1541710"/>
                </a:lnTo>
                <a:cubicBezTo>
                  <a:pt x="93484" y="1547802"/>
                  <a:pt x="81523" y="1551003"/>
                  <a:pt x="69351" y="1550992"/>
                </a:cubicBezTo>
                <a:cubicBezTo>
                  <a:pt x="31049" y="1550992"/>
                  <a:pt x="0" y="1519944"/>
                  <a:pt x="0" y="1481643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7B2D303B-3DD0-4319-9EAD-361847FEC7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724638" y="1331572"/>
            <a:ext cx="0" cy="1597708"/>
          </a:xfrm>
          <a:prstGeom prst="line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46A89C79-8EF3-4AF9-B3D9-59A883F41C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005550" y="4112081"/>
            <a:ext cx="1186451" cy="1771650"/>
          </a:xfrm>
          <a:custGeom>
            <a:avLst/>
            <a:gdLst>
              <a:gd name="connsiteX0" fmla="*/ 61913 w 1186451"/>
              <a:gd name="connsiteY0" fmla="*/ 0 h 1771650"/>
              <a:gd name="connsiteX1" fmla="*/ 1186451 w 1186451"/>
              <a:gd name="connsiteY1" fmla="*/ 0 h 1771650"/>
              <a:gd name="connsiteX2" fmla="*/ 1186451 w 1186451"/>
              <a:gd name="connsiteY2" fmla="*/ 123825 h 1771650"/>
              <a:gd name="connsiteX3" fmla="*/ 123825 w 1186451"/>
              <a:gd name="connsiteY3" fmla="*/ 123825 h 1771650"/>
              <a:gd name="connsiteX4" fmla="*/ 123825 w 1186451"/>
              <a:gd name="connsiteY4" fmla="*/ 1647825 h 1771650"/>
              <a:gd name="connsiteX5" fmla="*/ 1186451 w 1186451"/>
              <a:gd name="connsiteY5" fmla="*/ 1647825 h 1771650"/>
              <a:gd name="connsiteX6" fmla="*/ 1186451 w 1186451"/>
              <a:gd name="connsiteY6" fmla="*/ 1771650 h 1771650"/>
              <a:gd name="connsiteX7" fmla="*/ 61913 w 1186451"/>
              <a:gd name="connsiteY7" fmla="*/ 1771650 h 1771650"/>
              <a:gd name="connsiteX8" fmla="*/ 0 w 1186451"/>
              <a:gd name="connsiteY8" fmla="*/ 1709738 h 1771650"/>
              <a:gd name="connsiteX9" fmla="*/ 0 w 1186451"/>
              <a:gd name="connsiteY9" fmla="*/ 61913 h 1771650"/>
              <a:gd name="connsiteX10" fmla="*/ 61913 w 1186451"/>
              <a:gd name="connsiteY10" fmla="*/ 0 h 1771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186451" h="1771650">
                <a:moveTo>
                  <a:pt x="61913" y="0"/>
                </a:moveTo>
                <a:lnTo>
                  <a:pt x="1186451" y="0"/>
                </a:lnTo>
                <a:lnTo>
                  <a:pt x="1186451" y="123825"/>
                </a:lnTo>
                <a:lnTo>
                  <a:pt x="123825" y="123825"/>
                </a:lnTo>
                <a:lnTo>
                  <a:pt x="123825" y="1647825"/>
                </a:lnTo>
                <a:lnTo>
                  <a:pt x="1186451" y="1647825"/>
                </a:lnTo>
                <a:lnTo>
                  <a:pt x="1186451" y="1771650"/>
                </a:lnTo>
                <a:lnTo>
                  <a:pt x="61913" y="1771650"/>
                </a:lnTo>
                <a:cubicBezTo>
                  <a:pt x="27719" y="1771650"/>
                  <a:pt x="0" y="1743932"/>
                  <a:pt x="0" y="1709738"/>
                </a:cubicBez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5" name="Arc 34">
            <a:extLst>
              <a:ext uri="{FF2B5EF4-FFF2-40B4-BE49-F238E27FC236}">
                <a16:creationId xmlns:a16="http://schemas.microsoft.com/office/drawing/2014/main" id="{EFE5CE34-4543-42E5-B82C-1F3D12422C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992895">
            <a:off x="6086940" y="4145122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7" name="Freeform: Shape 36">
            <a:extLst>
              <a:ext uri="{FF2B5EF4-FFF2-40B4-BE49-F238E27FC236}">
                <a16:creationId xmlns:a16="http://schemas.microsoft.com/office/drawing/2014/main" id="{72AF41FE-63D7-4695-81D2-66D2510E44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4962670"/>
            <a:ext cx="2643352" cy="1895331"/>
          </a:xfrm>
          <a:custGeom>
            <a:avLst/>
            <a:gdLst>
              <a:gd name="connsiteX0" fmla="*/ 1321676 w 2643352"/>
              <a:gd name="connsiteY0" fmla="*/ 0 h 1895331"/>
              <a:gd name="connsiteX1" fmla="*/ 2643352 w 2643352"/>
              <a:gd name="connsiteY1" fmla="*/ 1321676 h 1895331"/>
              <a:gd name="connsiteX2" fmla="*/ 2539488 w 2643352"/>
              <a:gd name="connsiteY2" fmla="*/ 1836132 h 1895331"/>
              <a:gd name="connsiteX3" fmla="*/ 2510970 w 2643352"/>
              <a:gd name="connsiteY3" fmla="*/ 1895331 h 1895331"/>
              <a:gd name="connsiteX4" fmla="*/ 132382 w 2643352"/>
              <a:gd name="connsiteY4" fmla="*/ 1895331 h 1895331"/>
              <a:gd name="connsiteX5" fmla="*/ 103864 w 2643352"/>
              <a:gd name="connsiteY5" fmla="*/ 1836132 h 1895331"/>
              <a:gd name="connsiteX6" fmla="*/ 0 w 2643352"/>
              <a:gd name="connsiteY6" fmla="*/ 1321676 h 1895331"/>
              <a:gd name="connsiteX7" fmla="*/ 1321676 w 2643352"/>
              <a:gd name="connsiteY7" fmla="*/ 0 h 18953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43352" h="1895331">
                <a:moveTo>
                  <a:pt x="1321676" y="0"/>
                </a:moveTo>
                <a:cubicBezTo>
                  <a:pt x="2051617" y="0"/>
                  <a:pt x="2643352" y="591735"/>
                  <a:pt x="2643352" y="1321676"/>
                </a:cubicBezTo>
                <a:cubicBezTo>
                  <a:pt x="2643352" y="1504161"/>
                  <a:pt x="2606369" y="1678009"/>
                  <a:pt x="2539488" y="1836132"/>
                </a:cubicBezTo>
                <a:lnTo>
                  <a:pt x="2510970" y="1895331"/>
                </a:lnTo>
                <a:lnTo>
                  <a:pt x="132382" y="1895331"/>
                </a:lnTo>
                <a:lnTo>
                  <a:pt x="103864" y="1836132"/>
                </a:lnTo>
                <a:cubicBezTo>
                  <a:pt x="36984" y="1678009"/>
                  <a:pt x="0" y="1504161"/>
                  <a:pt x="0" y="1321676"/>
                </a:cubicBezTo>
                <a:cubicBezTo>
                  <a:pt x="0" y="591735"/>
                  <a:pt x="591735" y="0"/>
                  <a:pt x="1321676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40955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69E4C31-71CB-2BFC-5AAD-A788EF218C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Requirements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A5DDC9AB-4FFC-33B3-89EE-44879379BB0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58326347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6995564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EA1B28D-B63C-5AA6-FA48-FDEA6020FE78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rcRect t="17582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B50AB553-2A96-4A92-96F2-93548E0969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0">
                <a:schemeClr val="bg2">
                  <a:alpha val="68000"/>
                </a:schemeClr>
              </a:gs>
              <a:gs pos="85000">
                <a:schemeClr val="bg2">
                  <a:alpha val="9700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1AB1BFD-27F2-E93C-F2BB-A270B456B1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Required Minimum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185CD854-528B-E09E-8414-D137910B6CE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37959961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5310682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3363022-C969-41E9-8EB2-E4C94908C1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1695" cy="685202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D1AD6B3-BE88-4CEB-BA17-790657CC47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E538593-5941-05C9-05D6-DD074F4EF9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90662" y="4267832"/>
            <a:ext cx="4805996" cy="1297115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 kern="1200" dirty="0">
                <a:solidFill>
                  <a:schemeClr val="tx2"/>
                </a:solidFill>
                <a:latin typeface="+mj-lt"/>
                <a:ea typeface="+mj-ea"/>
                <a:cs typeface="+mj-cs"/>
              </a:rPr>
              <a:t>Attendance is NOT mandatory!</a:t>
            </a:r>
          </a:p>
        </p:txBody>
      </p:sp>
      <p:pic>
        <p:nvPicPr>
          <p:cNvPr id="7" name="Graphic 6" descr="Clock">
            <a:extLst>
              <a:ext uri="{FF2B5EF4-FFF2-40B4-BE49-F238E27FC236}">
                <a16:creationId xmlns:a16="http://schemas.microsoft.com/office/drawing/2014/main" id="{7B13D5F1-CF58-270D-C0DF-F9A35E457EC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0470" y="1815320"/>
            <a:ext cx="4141760" cy="4141760"/>
          </a:xfrm>
          <a:custGeom>
            <a:avLst/>
            <a:gdLst/>
            <a:ahLst/>
            <a:cxnLst/>
            <a:rect l="l" t="t" r="r" b="b"/>
            <a:pathLst>
              <a:path w="4141760" h="4377846">
                <a:moveTo>
                  <a:pt x="0" y="0"/>
                </a:moveTo>
                <a:lnTo>
                  <a:pt x="4141760" y="0"/>
                </a:lnTo>
                <a:lnTo>
                  <a:pt x="4141760" y="4377846"/>
                </a:lnTo>
                <a:lnTo>
                  <a:pt x="0" y="4377846"/>
                </a:lnTo>
                <a:close/>
              </a:path>
            </a:pathLst>
          </a:cu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89D1390B-7E13-4B4F-9CB2-391063412E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4253" y="-5977"/>
            <a:ext cx="6238675" cy="6863979"/>
            <a:chOff x="305" y="-5977"/>
            <a:chExt cx="6238675" cy="6863979"/>
          </a:xfrm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9E720206-AA49-4786-A932-A2650DE091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34854"/>
              <a:ext cx="6028697" cy="6817170"/>
            </a:xfrm>
            <a:custGeom>
              <a:avLst/>
              <a:gdLst>
                <a:gd name="connsiteX0" fmla="*/ 6028697 w 6028697"/>
                <a:gd name="connsiteY0" fmla="*/ 6155323 h 6817170"/>
                <a:gd name="connsiteX1" fmla="*/ 6028697 w 6028697"/>
                <a:gd name="connsiteY1" fmla="*/ 6817170 h 6817170"/>
                <a:gd name="connsiteX2" fmla="*/ 5157862 w 6028697"/>
                <a:gd name="connsiteY2" fmla="*/ 6817170 h 6817170"/>
                <a:gd name="connsiteX3" fmla="*/ 5347156 w 6028697"/>
                <a:gd name="connsiteY3" fmla="*/ 6687553 h 6817170"/>
                <a:gd name="connsiteX4" fmla="*/ 5487470 w 6028697"/>
                <a:gd name="connsiteY4" fmla="*/ 6581714 h 6817170"/>
                <a:gd name="connsiteX5" fmla="*/ 5627642 w 6028697"/>
                <a:gd name="connsiteY5" fmla="*/ 6472328 h 6817170"/>
                <a:gd name="connsiteX6" fmla="*/ 5911392 w 6028697"/>
                <a:gd name="connsiteY6" fmla="*/ 6245328 h 6817170"/>
                <a:gd name="connsiteX7" fmla="*/ 4481066 w 6028697"/>
                <a:gd name="connsiteY7" fmla="*/ 478 h 6817170"/>
                <a:gd name="connsiteX8" fmla="*/ 4672258 w 6028697"/>
                <a:gd name="connsiteY8" fmla="*/ 7519 h 6817170"/>
                <a:gd name="connsiteX9" fmla="*/ 5429869 w 6028697"/>
                <a:gd name="connsiteY9" fmla="*/ 125134 h 6817170"/>
                <a:gd name="connsiteX10" fmla="*/ 5976319 w 6028697"/>
                <a:gd name="connsiteY10" fmla="*/ 314893 h 6817170"/>
                <a:gd name="connsiteX11" fmla="*/ 6028697 w 6028697"/>
                <a:gd name="connsiteY11" fmla="*/ 339901 h 6817170"/>
                <a:gd name="connsiteX12" fmla="*/ 6028697 w 6028697"/>
                <a:gd name="connsiteY12" fmla="*/ 732458 h 6817170"/>
                <a:gd name="connsiteX13" fmla="*/ 5990985 w 6028697"/>
                <a:gd name="connsiteY13" fmla="*/ 712211 h 6817170"/>
                <a:gd name="connsiteX14" fmla="*/ 5341339 w 6028697"/>
                <a:gd name="connsiteY14" fmla="*/ 475281 h 6817170"/>
                <a:gd name="connsiteX15" fmla="*/ 4651969 w 6028697"/>
                <a:gd name="connsiteY15" fmla="*/ 377104 h 6817170"/>
                <a:gd name="connsiteX16" fmla="*/ 3953093 w 6028697"/>
                <a:gd name="connsiteY16" fmla="*/ 402498 h 6817170"/>
                <a:gd name="connsiteX17" fmla="*/ 3267413 w 6028697"/>
                <a:gd name="connsiteY17" fmla="*/ 546643 h 6817170"/>
                <a:gd name="connsiteX18" fmla="*/ 1439498 w 6028697"/>
                <a:gd name="connsiteY18" fmla="*/ 1568141 h 6817170"/>
                <a:gd name="connsiteX19" fmla="*/ 960671 w 6028697"/>
                <a:gd name="connsiteY19" fmla="*/ 2082013 h 6817170"/>
                <a:gd name="connsiteX20" fmla="*/ 581866 w 6028697"/>
                <a:gd name="connsiteY20" fmla="*/ 2672638 h 6817170"/>
                <a:gd name="connsiteX21" fmla="*/ 324789 w 6028697"/>
                <a:gd name="connsiteY21" fmla="*/ 3325262 h 6817170"/>
                <a:gd name="connsiteX22" fmla="*/ 231151 w 6028697"/>
                <a:gd name="connsiteY22" fmla="*/ 4022292 h 6817170"/>
                <a:gd name="connsiteX23" fmla="*/ 270592 w 6028697"/>
                <a:gd name="connsiteY23" fmla="*/ 4362792 h 6817170"/>
                <a:gd name="connsiteX24" fmla="*/ 387213 w 6028697"/>
                <a:gd name="connsiteY24" fmla="*/ 4681585 h 6817170"/>
                <a:gd name="connsiteX25" fmla="*/ 468507 w 6028697"/>
                <a:gd name="connsiteY25" fmla="*/ 4831546 h 6817170"/>
                <a:gd name="connsiteX26" fmla="*/ 561862 w 6028697"/>
                <a:gd name="connsiteY26" fmla="*/ 4976826 h 6817170"/>
                <a:gd name="connsiteX27" fmla="*/ 777511 w 6028697"/>
                <a:gd name="connsiteY27" fmla="*/ 5257597 h 6817170"/>
                <a:gd name="connsiteX28" fmla="*/ 1010895 w 6028697"/>
                <a:gd name="connsiteY28" fmla="*/ 5540494 h 6817170"/>
                <a:gd name="connsiteX29" fmla="*/ 1126948 w 6028697"/>
                <a:gd name="connsiteY29" fmla="*/ 5688186 h 6817170"/>
                <a:gd name="connsiteX30" fmla="*/ 1182706 w 6028697"/>
                <a:gd name="connsiteY30" fmla="*/ 5760543 h 6817170"/>
                <a:gd name="connsiteX31" fmla="*/ 1237327 w 6028697"/>
                <a:gd name="connsiteY31" fmla="*/ 5830060 h 6817170"/>
                <a:gd name="connsiteX32" fmla="*/ 1706649 w 6028697"/>
                <a:gd name="connsiteY32" fmla="*/ 6342797 h 6817170"/>
                <a:gd name="connsiteX33" fmla="*/ 1956207 w 6028697"/>
                <a:gd name="connsiteY33" fmla="*/ 6573484 h 6817170"/>
                <a:gd name="connsiteX34" fmla="*/ 2217681 w 6028697"/>
                <a:gd name="connsiteY34" fmla="*/ 6786297 h 6817170"/>
                <a:gd name="connsiteX35" fmla="*/ 2260820 w 6028697"/>
                <a:gd name="connsiteY35" fmla="*/ 6817170 h 6817170"/>
                <a:gd name="connsiteX36" fmla="*/ 1429497 w 6028697"/>
                <a:gd name="connsiteY36" fmla="*/ 6817170 h 6817170"/>
                <a:gd name="connsiteX37" fmla="*/ 1327275 w 6028697"/>
                <a:gd name="connsiteY37" fmla="*/ 6713800 h 6817170"/>
                <a:gd name="connsiteX38" fmla="*/ 1080556 w 6028697"/>
                <a:gd name="connsiteY38" fmla="*/ 6414443 h 6817170"/>
                <a:gd name="connsiteX39" fmla="*/ 865189 w 6028697"/>
                <a:gd name="connsiteY39" fmla="*/ 6097496 h 6817170"/>
                <a:gd name="connsiteX40" fmla="*/ 814823 w 6028697"/>
                <a:gd name="connsiteY40" fmla="*/ 6016911 h 6817170"/>
                <a:gd name="connsiteX41" fmla="*/ 766729 w 6028697"/>
                <a:gd name="connsiteY41" fmla="*/ 5938453 h 6817170"/>
                <a:gd name="connsiteX42" fmla="*/ 671672 w 6028697"/>
                <a:gd name="connsiteY42" fmla="*/ 5786648 h 6817170"/>
                <a:gd name="connsiteX43" fmla="*/ 474608 w 6028697"/>
                <a:gd name="connsiteY43" fmla="*/ 5474664 h 6817170"/>
                <a:gd name="connsiteX44" fmla="*/ 282652 w 6028697"/>
                <a:gd name="connsiteY44" fmla="*/ 5146508 h 6817170"/>
                <a:gd name="connsiteX45" fmla="*/ 196108 w 6028697"/>
                <a:gd name="connsiteY45" fmla="*/ 4972712 h 6817170"/>
                <a:gd name="connsiteX46" fmla="*/ 122474 w 6028697"/>
                <a:gd name="connsiteY46" fmla="*/ 4791821 h 6817170"/>
                <a:gd name="connsiteX47" fmla="*/ 65724 w 6028697"/>
                <a:gd name="connsiteY47" fmla="*/ 4603129 h 6817170"/>
                <a:gd name="connsiteX48" fmla="*/ 44727 w 6028697"/>
                <a:gd name="connsiteY48" fmla="*/ 4506937 h 6817170"/>
                <a:gd name="connsiteX49" fmla="*/ 35505 w 6028697"/>
                <a:gd name="connsiteY49" fmla="*/ 4458699 h 6817170"/>
                <a:gd name="connsiteX50" fmla="*/ 27845 w 6028697"/>
                <a:gd name="connsiteY50" fmla="*/ 4410320 h 6817170"/>
                <a:gd name="connsiteX51" fmla="*/ 37 w 6028697"/>
                <a:gd name="connsiteY51" fmla="*/ 4022292 h 6817170"/>
                <a:gd name="connsiteX52" fmla="*/ 78777 w 6028697"/>
                <a:gd name="connsiteY52" fmla="*/ 3267236 h 6817170"/>
                <a:gd name="connsiteX53" fmla="*/ 315424 w 6028697"/>
                <a:gd name="connsiteY53" fmla="*/ 2543673 h 6817170"/>
                <a:gd name="connsiteX54" fmla="*/ 1202710 w 6028697"/>
                <a:gd name="connsiteY54" fmla="*/ 1314895 h 6817170"/>
                <a:gd name="connsiteX55" fmla="*/ 1791065 w 6028697"/>
                <a:gd name="connsiteY55" fmla="*/ 833514 h 6817170"/>
                <a:gd name="connsiteX56" fmla="*/ 3908404 w 6028697"/>
                <a:gd name="connsiteY56" fmla="*/ 29794 h 6817170"/>
                <a:gd name="connsiteX57" fmla="*/ 4481066 w 6028697"/>
                <a:gd name="connsiteY57" fmla="*/ 478 h 6817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</a:cxnLst>
              <a:rect l="l" t="t" r="r" b="b"/>
              <a:pathLst>
                <a:path w="6028697" h="6817170">
                  <a:moveTo>
                    <a:pt x="6028697" y="6155323"/>
                  </a:moveTo>
                  <a:lnTo>
                    <a:pt x="6028697" y="6817170"/>
                  </a:lnTo>
                  <a:lnTo>
                    <a:pt x="5157862" y="6817170"/>
                  </a:lnTo>
                  <a:lnTo>
                    <a:pt x="5347156" y="6687553"/>
                  </a:lnTo>
                  <a:cubicBezTo>
                    <a:pt x="5394117" y="6653219"/>
                    <a:pt x="5440793" y="6617608"/>
                    <a:pt x="5487470" y="6581714"/>
                  </a:cubicBezTo>
                  <a:cubicBezTo>
                    <a:pt x="5534147" y="6545820"/>
                    <a:pt x="5580966" y="6509358"/>
                    <a:pt x="5627642" y="6472328"/>
                  </a:cubicBezTo>
                  <a:lnTo>
                    <a:pt x="5911392" y="6245328"/>
                  </a:lnTo>
                  <a:close/>
                  <a:moveTo>
                    <a:pt x="4481066" y="478"/>
                  </a:moveTo>
                  <a:cubicBezTo>
                    <a:pt x="4544817" y="1422"/>
                    <a:pt x="4608563" y="3769"/>
                    <a:pt x="4672258" y="7519"/>
                  </a:cubicBezTo>
                  <a:cubicBezTo>
                    <a:pt x="4927973" y="22364"/>
                    <a:pt x="5181687" y="61751"/>
                    <a:pt x="5429869" y="125134"/>
                  </a:cubicBezTo>
                  <a:cubicBezTo>
                    <a:pt x="5617090" y="173104"/>
                    <a:pt x="5799867" y="236595"/>
                    <a:pt x="5976319" y="314893"/>
                  </a:cubicBezTo>
                  <a:lnTo>
                    <a:pt x="6028697" y="339901"/>
                  </a:lnTo>
                  <a:lnTo>
                    <a:pt x="6028697" y="732458"/>
                  </a:lnTo>
                  <a:lnTo>
                    <a:pt x="5990985" y="712211"/>
                  </a:lnTo>
                  <a:cubicBezTo>
                    <a:pt x="5783917" y="609342"/>
                    <a:pt x="5566013" y="529876"/>
                    <a:pt x="5341339" y="475281"/>
                  </a:cubicBezTo>
                  <a:cubicBezTo>
                    <a:pt x="5115233" y="420503"/>
                    <a:pt x="4884375" y="387624"/>
                    <a:pt x="4651969" y="377104"/>
                  </a:cubicBezTo>
                  <a:cubicBezTo>
                    <a:pt x="4418713" y="365171"/>
                    <a:pt x="4184861" y="373670"/>
                    <a:pt x="3953093" y="402498"/>
                  </a:cubicBezTo>
                  <a:cubicBezTo>
                    <a:pt x="3721001" y="431832"/>
                    <a:pt x="3491675" y="480040"/>
                    <a:pt x="3267413" y="546643"/>
                  </a:cubicBezTo>
                  <a:cubicBezTo>
                    <a:pt x="2591323" y="750761"/>
                    <a:pt x="1967642" y="1099289"/>
                    <a:pt x="1439498" y="1568141"/>
                  </a:cubicBezTo>
                  <a:cubicBezTo>
                    <a:pt x="1265589" y="1725523"/>
                    <a:pt x="1105393" y="1897434"/>
                    <a:pt x="960671" y="2082013"/>
                  </a:cubicBezTo>
                  <a:cubicBezTo>
                    <a:pt x="815775" y="2266294"/>
                    <a:pt x="688923" y="2464081"/>
                    <a:pt x="581866" y="2672638"/>
                  </a:cubicBezTo>
                  <a:cubicBezTo>
                    <a:pt x="473765" y="2880669"/>
                    <a:pt x="387610" y="3099397"/>
                    <a:pt x="324789" y="3325262"/>
                  </a:cubicBezTo>
                  <a:cubicBezTo>
                    <a:pt x="262714" y="3552403"/>
                    <a:pt x="231223" y="3786822"/>
                    <a:pt x="231151" y="4022292"/>
                  </a:cubicBezTo>
                  <a:cubicBezTo>
                    <a:pt x="231413" y="4136912"/>
                    <a:pt x="244645" y="4251136"/>
                    <a:pt x="270592" y="4362792"/>
                  </a:cubicBezTo>
                  <a:cubicBezTo>
                    <a:pt x="297885" y="4472943"/>
                    <a:pt x="336983" y="4579833"/>
                    <a:pt x="387213" y="4681585"/>
                  </a:cubicBezTo>
                  <a:cubicBezTo>
                    <a:pt x="412042" y="4732517"/>
                    <a:pt x="439423" y="4782457"/>
                    <a:pt x="468507" y="4831546"/>
                  </a:cubicBezTo>
                  <a:cubicBezTo>
                    <a:pt x="497591" y="4880636"/>
                    <a:pt x="529230" y="4929015"/>
                    <a:pt x="561862" y="4976826"/>
                  </a:cubicBezTo>
                  <a:cubicBezTo>
                    <a:pt x="627975" y="5072166"/>
                    <a:pt x="701466" y="5164668"/>
                    <a:pt x="777511" y="5257597"/>
                  </a:cubicBezTo>
                  <a:cubicBezTo>
                    <a:pt x="853556" y="5350524"/>
                    <a:pt x="933574" y="5443594"/>
                    <a:pt x="1010895" y="5540494"/>
                  </a:cubicBezTo>
                  <a:cubicBezTo>
                    <a:pt x="1049957" y="5588732"/>
                    <a:pt x="1088642" y="5637963"/>
                    <a:pt x="1126948" y="5688186"/>
                  </a:cubicBezTo>
                  <a:lnTo>
                    <a:pt x="1182706" y="5760543"/>
                  </a:lnTo>
                  <a:cubicBezTo>
                    <a:pt x="1201007" y="5783669"/>
                    <a:pt x="1218458" y="5807503"/>
                    <a:pt x="1237327" y="5830060"/>
                  </a:cubicBezTo>
                  <a:cubicBezTo>
                    <a:pt x="1383714" y="6009916"/>
                    <a:pt x="1540413" y="6181116"/>
                    <a:pt x="1706649" y="6342797"/>
                  </a:cubicBezTo>
                  <a:cubicBezTo>
                    <a:pt x="1788084" y="6422531"/>
                    <a:pt x="1871265" y="6499427"/>
                    <a:pt x="1956207" y="6573484"/>
                  </a:cubicBezTo>
                  <a:cubicBezTo>
                    <a:pt x="2041332" y="6647402"/>
                    <a:pt x="2127733" y="6718907"/>
                    <a:pt x="2217681" y="6786297"/>
                  </a:cubicBezTo>
                  <a:lnTo>
                    <a:pt x="2260820" y="6817170"/>
                  </a:lnTo>
                  <a:lnTo>
                    <a:pt x="1429497" y="6817170"/>
                  </a:lnTo>
                  <a:lnTo>
                    <a:pt x="1327275" y="6713800"/>
                  </a:lnTo>
                  <a:cubicBezTo>
                    <a:pt x="1239186" y="6618984"/>
                    <a:pt x="1156797" y="6519019"/>
                    <a:pt x="1080556" y="6414443"/>
                  </a:cubicBezTo>
                  <a:cubicBezTo>
                    <a:pt x="1004653" y="6310734"/>
                    <a:pt x="932439" y="6205177"/>
                    <a:pt x="865189" y="6097496"/>
                  </a:cubicBezTo>
                  <a:cubicBezTo>
                    <a:pt x="847881" y="6070823"/>
                    <a:pt x="831565" y="6043725"/>
                    <a:pt x="814823" y="6016911"/>
                  </a:cubicBezTo>
                  <a:lnTo>
                    <a:pt x="766729" y="5938453"/>
                  </a:lnTo>
                  <a:cubicBezTo>
                    <a:pt x="735941" y="5887947"/>
                    <a:pt x="703878" y="5837581"/>
                    <a:pt x="671672" y="5786648"/>
                  </a:cubicBezTo>
                  <a:lnTo>
                    <a:pt x="474608" y="5474664"/>
                  </a:lnTo>
                  <a:cubicBezTo>
                    <a:pt x="408778" y="5368968"/>
                    <a:pt x="343516" y="5260008"/>
                    <a:pt x="282652" y="5146508"/>
                  </a:cubicBezTo>
                  <a:cubicBezTo>
                    <a:pt x="252290" y="5089759"/>
                    <a:pt x="223065" y="5032015"/>
                    <a:pt x="196108" y="4972712"/>
                  </a:cubicBezTo>
                  <a:cubicBezTo>
                    <a:pt x="169152" y="4913408"/>
                    <a:pt x="144607" y="4853111"/>
                    <a:pt x="122474" y="4791821"/>
                  </a:cubicBezTo>
                  <a:cubicBezTo>
                    <a:pt x="100342" y="4730532"/>
                    <a:pt x="81757" y="4666830"/>
                    <a:pt x="65724" y="4603129"/>
                  </a:cubicBezTo>
                  <a:cubicBezTo>
                    <a:pt x="58205" y="4571064"/>
                    <a:pt x="50828" y="4539143"/>
                    <a:pt x="44727" y="4506937"/>
                  </a:cubicBezTo>
                  <a:lnTo>
                    <a:pt x="35505" y="4458699"/>
                  </a:lnTo>
                  <a:lnTo>
                    <a:pt x="27845" y="4410320"/>
                  </a:lnTo>
                  <a:cubicBezTo>
                    <a:pt x="8635" y="4281881"/>
                    <a:pt x="-661" y="4152150"/>
                    <a:pt x="37" y="4022292"/>
                  </a:cubicBezTo>
                  <a:cubicBezTo>
                    <a:pt x="712" y="3768592"/>
                    <a:pt x="27094" y="3515615"/>
                    <a:pt x="78777" y="3267236"/>
                  </a:cubicBezTo>
                  <a:cubicBezTo>
                    <a:pt x="130048" y="3017876"/>
                    <a:pt x="209439" y="2775142"/>
                    <a:pt x="315424" y="2543673"/>
                  </a:cubicBezTo>
                  <a:cubicBezTo>
                    <a:pt x="528236" y="2081161"/>
                    <a:pt x="838234" y="1667312"/>
                    <a:pt x="1202710" y="1314895"/>
                  </a:cubicBezTo>
                  <a:cubicBezTo>
                    <a:pt x="1385514" y="1138814"/>
                    <a:pt x="1582282" y="977831"/>
                    <a:pt x="1791065" y="833514"/>
                  </a:cubicBezTo>
                  <a:cubicBezTo>
                    <a:pt x="2420037" y="395614"/>
                    <a:pt x="3147288" y="119557"/>
                    <a:pt x="3908404" y="29794"/>
                  </a:cubicBezTo>
                  <a:cubicBezTo>
                    <a:pt x="4098509" y="7429"/>
                    <a:pt x="4289811" y="-2355"/>
                    <a:pt x="4481066" y="478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C72F6EE6-EDE9-45A5-8F6D-02B9B7CB2C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1"/>
              <a:ext cx="6165116" cy="6858001"/>
            </a:xfrm>
            <a:custGeom>
              <a:avLst/>
              <a:gdLst>
                <a:gd name="connsiteX0" fmla="*/ 6264586 w 6264586"/>
                <a:gd name="connsiteY0" fmla="*/ 6646464 h 6858001"/>
                <a:gd name="connsiteX1" fmla="*/ 6264586 w 6264586"/>
                <a:gd name="connsiteY1" fmla="*/ 6858001 h 6858001"/>
                <a:gd name="connsiteX2" fmla="*/ 5997170 w 6264586"/>
                <a:gd name="connsiteY2" fmla="*/ 6858001 h 6858001"/>
                <a:gd name="connsiteX3" fmla="*/ 6121512 w 6264586"/>
                <a:gd name="connsiteY3" fmla="*/ 6761029 h 6858001"/>
                <a:gd name="connsiteX4" fmla="*/ 2693206 w 6264586"/>
                <a:gd name="connsiteY4" fmla="*/ 0 h 6858001"/>
                <a:gd name="connsiteX5" fmla="*/ 5872285 w 6264586"/>
                <a:gd name="connsiteY5" fmla="*/ 0 h 6858001"/>
                <a:gd name="connsiteX6" fmla="*/ 6024875 w 6264586"/>
                <a:gd name="connsiteY6" fmla="*/ 68385 h 6858001"/>
                <a:gd name="connsiteX7" fmla="*/ 6206432 w 6264586"/>
                <a:gd name="connsiteY7" fmla="*/ 162336 h 6858001"/>
                <a:gd name="connsiteX8" fmla="*/ 6264586 w 6264586"/>
                <a:gd name="connsiteY8" fmla="*/ 196704 h 6858001"/>
                <a:gd name="connsiteX9" fmla="*/ 6264586 w 6264586"/>
                <a:gd name="connsiteY9" fmla="*/ 537242 h 6858001"/>
                <a:gd name="connsiteX10" fmla="*/ 6230189 w 6264586"/>
                <a:gd name="connsiteY10" fmla="*/ 517260 h 6858001"/>
                <a:gd name="connsiteX11" fmla="*/ 5540536 w 6264586"/>
                <a:gd name="connsiteY11" fmla="*/ 249543 h 6858001"/>
                <a:gd name="connsiteX12" fmla="*/ 5178896 w 6264586"/>
                <a:gd name="connsiteY12" fmla="*/ 178606 h 6858001"/>
                <a:gd name="connsiteX13" fmla="*/ 4814279 w 6264586"/>
                <a:gd name="connsiteY13" fmla="*/ 146683 h 6858001"/>
                <a:gd name="connsiteX14" fmla="*/ 4655095 w 6264586"/>
                <a:gd name="connsiteY14" fmla="*/ 143421 h 6858001"/>
                <a:gd name="connsiteX15" fmla="*/ 4081069 w 6264586"/>
                <a:gd name="connsiteY15" fmla="*/ 185983 h 6858001"/>
                <a:gd name="connsiteX16" fmla="*/ 3720566 w 6264586"/>
                <a:gd name="connsiteY16" fmla="*/ 256921 h 6858001"/>
                <a:gd name="connsiteX17" fmla="*/ 3365879 w 6264586"/>
                <a:gd name="connsiteY17" fmla="*/ 357651 h 6858001"/>
                <a:gd name="connsiteX18" fmla="*/ 3020555 w 6264586"/>
                <a:gd name="connsiteY18" fmla="*/ 486190 h 6858001"/>
                <a:gd name="connsiteX19" fmla="*/ 2685163 w 6264586"/>
                <a:gd name="connsiteY19" fmla="*/ 641542 h 6858001"/>
                <a:gd name="connsiteX20" fmla="*/ 2047720 w 6264586"/>
                <a:gd name="connsiteY20" fmla="*/ 1025030 h 6858001"/>
                <a:gd name="connsiteX21" fmla="*/ 1897333 w 6264586"/>
                <a:gd name="connsiteY21" fmla="*/ 1134983 h 6858001"/>
                <a:gd name="connsiteX22" fmla="*/ 1835758 w 6264586"/>
                <a:gd name="connsiteY22" fmla="*/ 1182227 h 6858001"/>
                <a:gd name="connsiteX23" fmla="*/ 1823273 w 6264586"/>
                <a:gd name="connsiteY23" fmla="*/ 1192016 h 6858001"/>
                <a:gd name="connsiteX24" fmla="*/ 1750918 w 6264586"/>
                <a:gd name="connsiteY24" fmla="*/ 1249760 h 6858001"/>
                <a:gd name="connsiteX25" fmla="*/ 1469297 w 6264586"/>
                <a:gd name="connsiteY25" fmla="*/ 1496906 h 6858001"/>
                <a:gd name="connsiteX26" fmla="*/ 967769 w 6264586"/>
                <a:gd name="connsiteY26" fmla="*/ 2056602 h 6858001"/>
                <a:gd name="connsiteX27" fmla="*/ 754105 w 6264586"/>
                <a:gd name="connsiteY27" fmla="*/ 2368727 h 6858001"/>
                <a:gd name="connsiteX28" fmla="*/ 572364 w 6264586"/>
                <a:gd name="connsiteY28" fmla="*/ 2701140 h 6858001"/>
                <a:gd name="connsiteX29" fmla="*/ 532497 w 6264586"/>
                <a:gd name="connsiteY29" fmla="*/ 2786265 h 6858001"/>
                <a:gd name="connsiteX30" fmla="*/ 512918 w 6264586"/>
                <a:gd name="connsiteY30" fmla="*/ 2828827 h 6858001"/>
                <a:gd name="connsiteX31" fmla="*/ 494475 w 6264586"/>
                <a:gd name="connsiteY31" fmla="*/ 2872240 h 6858001"/>
                <a:gd name="connsiteX32" fmla="*/ 491637 w 6264586"/>
                <a:gd name="connsiteY32" fmla="*/ 2878908 h 6858001"/>
                <a:gd name="connsiteX33" fmla="*/ 459290 w 6264586"/>
                <a:gd name="connsiteY33" fmla="*/ 2959635 h 6858001"/>
                <a:gd name="connsiteX34" fmla="*/ 446805 w 6264586"/>
                <a:gd name="connsiteY34" fmla="*/ 2992408 h 6858001"/>
                <a:gd name="connsiteX35" fmla="*/ 426090 w 6264586"/>
                <a:gd name="connsiteY35" fmla="*/ 3049158 h 6858001"/>
                <a:gd name="connsiteX36" fmla="*/ 426090 w 6264586"/>
                <a:gd name="connsiteY36" fmla="*/ 3049867 h 6858001"/>
                <a:gd name="connsiteX37" fmla="*/ 318124 w 6264586"/>
                <a:gd name="connsiteY37" fmla="*/ 3414202 h 6858001"/>
                <a:gd name="connsiteX38" fmla="*/ 230729 w 6264586"/>
                <a:gd name="connsiteY38" fmla="*/ 4169260 h 6858001"/>
                <a:gd name="connsiteX39" fmla="*/ 268893 w 6264586"/>
                <a:gd name="connsiteY39" fmla="*/ 4544236 h 6858001"/>
                <a:gd name="connsiteX40" fmla="*/ 379840 w 6264586"/>
                <a:gd name="connsiteY40" fmla="*/ 4900056 h 6858001"/>
                <a:gd name="connsiteX41" fmla="*/ 406512 w 6264586"/>
                <a:gd name="connsiteY41" fmla="*/ 4960211 h 6858001"/>
                <a:gd name="connsiteX42" fmla="*/ 417862 w 6264586"/>
                <a:gd name="connsiteY42" fmla="*/ 4984613 h 6858001"/>
                <a:gd name="connsiteX43" fmla="*/ 428077 w 6264586"/>
                <a:gd name="connsiteY43" fmla="*/ 5005043 h 6858001"/>
                <a:gd name="connsiteX44" fmla="*/ 460140 w 6264586"/>
                <a:gd name="connsiteY44" fmla="*/ 5067327 h 6858001"/>
                <a:gd name="connsiteX45" fmla="*/ 555197 w 6264586"/>
                <a:gd name="connsiteY45" fmla="*/ 5229773 h 6858001"/>
                <a:gd name="connsiteX46" fmla="*/ 660611 w 6264586"/>
                <a:gd name="connsiteY46" fmla="*/ 5387396 h 6858001"/>
                <a:gd name="connsiteX47" fmla="*/ 774110 w 6264586"/>
                <a:gd name="connsiteY47" fmla="*/ 5542182 h 6858001"/>
                <a:gd name="connsiteX48" fmla="*/ 917829 w 6264586"/>
                <a:gd name="connsiteY48" fmla="*/ 5727896 h 6858001"/>
                <a:gd name="connsiteX49" fmla="*/ 1012885 w 6264586"/>
                <a:gd name="connsiteY49" fmla="*/ 5849767 h 6858001"/>
                <a:gd name="connsiteX50" fmla="*/ 1133053 w 6264586"/>
                <a:gd name="connsiteY50" fmla="*/ 6006822 h 6858001"/>
                <a:gd name="connsiteX51" fmla="*/ 1194343 w 6264586"/>
                <a:gd name="connsiteY51" fmla="*/ 6090245 h 6858001"/>
                <a:gd name="connsiteX52" fmla="*/ 1249390 w 6264586"/>
                <a:gd name="connsiteY52" fmla="*/ 6165155 h 6858001"/>
                <a:gd name="connsiteX53" fmla="*/ 1345724 w 6264586"/>
                <a:gd name="connsiteY53" fmla="*/ 6292132 h 6858001"/>
                <a:gd name="connsiteX54" fmla="*/ 1364310 w 6264586"/>
                <a:gd name="connsiteY54" fmla="*/ 6316251 h 6858001"/>
                <a:gd name="connsiteX55" fmla="*/ 1373673 w 6264586"/>
                <a:gd name="connsiteY55" fmla="*/ 6327885 h 6858001"/>
                <a:gd name="connsiteX56" fmla="*/ 1484619 w 6264586"/>
                <a:gd name="connsiteY56" fmla="*/ 6462240 h 6858001"/>
                <a:gd name="connsiteX57" fmla="*/ 1739000 w 6264586"/>
                <a:gd name="connsiteY57" fmla="*/ 6737335 h 6858001"/>
                <a:gd name="connsiteX58" fmla="*/ 1866801 w 6264586"/>
                <a:gd name="connsiteY58" fmla="*/ 6858001 h 6858001"/>
                <a:gd name="connsiteX59" fmla="*/ 1144149 w 6264586"/>
                <a:gd name="connsiteY59" fmla="*/ 6858001 h 6858001"/>
                <a:gd name="connsiteX60" fmla="*/ 1058349 w 6264586"/>
                <a:gd name="connsiteY60" fmla="*/ 6766452 h 6858001"/>
                <a:gd name="connsiteX61" fmla="*/ 580309 w 6264586"/>
                <a:gd name="connsiteY61" fmla="*/ 6105000 h 6858001"/>
                <a:gd name="connsiteX62" fmla="*/ 1 w 6264586"/>
                <a:gd name="connsiteY62" fmla="*/ 3960094 h 6858001"/>
                <a:gd name="connsiteX63" fmla="*/ 2599292 w 6264586"/>
                <a:gd name="connsiteY63" fmla="*/ 37050 h 6858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6264586" h="6858001">
                  <a:moveTo>
                    <a:pt x="6264586" y="6646464"/>
                  </a:moveTo>
                  <a:lnTo>
                    <a:pt x="6264586" y="6858001"/>
                  </a:lnTo>
                  <a:lnTo>
                    <a:pt x="5997170" y="6858001"/>
                  </a:lnTo>
                  <a:lnTo>
                    <a:pt x="6121512" y="6761029"/>
                  </a:lnTo>
                  <a:close/>
                  <a:moveTo>
                    <a:pt x="2693206" y="0"/>
                  </a:moveTo>
                  <a:lnTo>
                    <a:pt x="5872285" y="0"/>
                  </a:lnTo>
                  <a:lnTo>
                    <a:pt x="6024875" y="68385"/>
                  </a:lnTo>
                  <a:cubicBezTo>
                    <a:pt x="6086250" y="97989"/>
                    <a:pt x="6146793" y="129318"/>
                    <a:pt x="6206432" y="162336"/>
                  </a:cubicBezTo>
                  <a:lnTo>
                    <a:pt x="6264586" y="196704"/>
                  </a:lnTo>
                  <a:lnTo>
                    <a:pt x="6264586" y="537242"/>
                  </a:lnTo>
                  <a:lnTo>
                    <a:pt x="6230189" y="517260"/>
                  </a:lnTo>
                  <a:cubicBezTo>
                    <a:pt x="6012226" y="399931"/>
                    <a:pt x="5780573" y="310008"/>
                    <a:pt x="5540536" y="249543"/>
                  </a:cubicBezTo>
                  <a:cubicBezTo>
                    <a:pt x="5421375" y="219324"/>
                    <a:pt x="5300641" y="195644"/>
                    <a:pt x="5178896" y="178606"/>
                  </a:cubicBezTo>
                  <a:cubicBezTo>
                    <a:pt x="5057977" y="161840"/>
                    <a:pt x="4936276" y="151186"/>
                    <a:pt x="4814279" y="146683"/>
                  </a:cubicBezTo>
                  <a:cubicBezTo>
                    <a:pt x="4761501" y="144556"/>
                    <a:pt x="4708015" y="143421"/>
                    <a:pt x="4655095" y="143421"/>
                  </a:cubicBezTo>
                  <a:cubicBezTo>
                    <a:pt x="4462968" y="143573"/>
                    <a:pt x="4271111" y="157799"/>
                    <a:pt x="4081069" y="185983"/>
                  </a:cubicBezTo>
                  <a:cubicBezTo>
                    <a:pt x="3956361" y="205703"/>
                    <a:pt x="3835058" y="229396"/>
                    <a:pt x="3720566" y="256921"/>
                  </a:cubicBezTo>
                  <a:cubicBezTo>
                    <a:pt x="3596708" y="286714"/>
                    <a:pt x="3477677" y="320905"/>
                    <a:pt x="3365879" y="357651"/>
                  </a:cubicBezTo>
                  <a:cubicBezTo>
                    <a:pt x="3249257" y="395958"/>
                    <a:pt x="3133487" y="438945"/>
                    <a:pt x="3020555" y="486190"/>
                  </a:cubicBezTo>
                  <a:cubicBezTo>
                    <a:pt x="2907623" y="533434"/>
                    <a:pt x="2794832" y="585786"/>
                    <a:pt x="2685163" y="641542"/>
                  </a:cubicBezTo>
                  <a:cubicBezTo>
                    <a:pt x="2463995" y="754348"/>
                    <a:pt x="2250998" y="882488"/>
                    <a:pt x="2047720" y="1025030"/>
                  </a:cubicBezTo>
                  <a:cubicBezTo>
                    <a:pt x="2006151" y="1054399"/>
                    <a:pt x="1951528" y="1093415"/>
                    <a:pt x="1897333" y="1134983"/>
                  </a:cubicBezTo>
                  <a:cubicBezTo>
                    <a:pt x="1876761" y="1150164"/>
                    <a:pt x="1855905" y="1166479"/>
                    <a:pt x="1835758" y="1182227"/>
                  </a:cubicBezTo>
                  <a:lnTo>
                    <a:pt x="1823273" y="1192016"/>
                  </a:lnTo>
                  <a:cubicBezTo>
                    <a:pt x="1797027" y="1211879"/>
                    <a:pt x="1772057" y="1232309"/>
                    <a:pt x="1750918" y="1249760"/>
                  </a:cubicBezTo>
                  <a:cubicBezTo>
                    <a:pt x="1645931" y="1335737"/>
                    <a:pt x="1554422" y="1416605"/>
                    <a:pt x="1469297" y="1496906"/>
                  </a:cubicBezTo>
                  <a:cubicBezTo>
                    <a:pt x="1286595" y="1668957"/>
                    <a:pt x="1118818" y="1856190"/>
                    <a:pt x="967769" y="2056602"/>
                  </a:cubicBezTo>
                  <a:cubicBezTo>
                    <a:pt x="890731" y="2159603"/>
                    <a:pt x="818800" y="2264590"/>
                    <a:pt x="754105" y="2368727"/>
                  </a:cubicBezTo>
                  <a:cubicBezTo>
                    <a:pt x="681749" y="2488328"/>
                    <a:pt x="622304" y="2596720"/>
                    <a:pt x="572364" y="2701140"/>
                  </a:cubicBezTo>
                  <a:cubicBezTo>
                    <a:pt x="557609" y="2730507"/>
                    <a:pt x="543989" y="2760443"/>
                    <a:pt x="532497" y="2786265"/>
                  </a:cubicBezTo>
                  <a:lnTo>
                    <a:pt x="512918" y="2828827"/>
                  </a:lnTo>
                  <a:lnTo>
                    <a:pt x="494475" y="2872240"/>
                  </a:lnTo>
                  <a:lnTo>
                    <a:pt x="491637" y="2878908"/>
                  </a:lnTo>
                  <a:cubicBezTo>
                    <a:pt x="480146" y="2906575"/>
                    <a:pt x="469220" y="2932821"/>
                    <a:pt x="459290" y="2959635"/>
                  </a:cubicBezTo>
                  <a:cubicBezTo>
                    <a:pt x="455176" y="2970559"/>
                    <a:pt x="451060" y="2981484"/>
                    <a:pt x="446805" y="2992408"/>
                  </a:cubicBezTo>
                  <a:cubicBezTo>
                    <a:pt x="439427" y="3012412"/>
                    <a:pt x="432333" y="3030572"/>
                    <a:pt x="426090" y="3049158"/>
                  </a:cubicBezTo>
                  <a:lnTo>
                    <a:pt x="426090" y="3049867"/>
                  </a:lnTo>
                  <a:cubicBezTo>
                    <a:pt x="383010" y="3169099"/>
                    <a:pt x="346959" y="3290756"/>
                    <a:pt x="318124" y="3414202"/>
                  </a:cubicBezTo>
                  <a:cubicBezTo>
                    <a:pt x="260107" y="3661703"/>
                    <a:pt x="230780" y="3915049"/>
                    <a:pt x="230729" y="4169260"/>
                  </a:cubicBezTo>
                  <a:cubicBezTo>
                    <a:pt x="231621" y="4295173"/>
                    <a:pt x="244398" y="4420719"/>
                    <a:pt x="268893" y="4544236"/>
                  </a:cubicBezTo>
                  <a:cubicBezTo>
                    <a:pt x="293708" y="4666304"/>
                    <a:pt x="330882" y="4785521"/>
                    <a:pt x="379840" y="4900056"/>
                  </a:cubicBezTo>
                  <a:cubicBezTo>
                    <a:pt x="387926" y="4919919"/>
                    <a:pt x="397006" y="4939498"/>
                    <a:pt x="406512" y="4960211"/>
                  </a:cubicBezTo>
                  <a:cubicBezTo>
                    <a:pt x="410343" y="4968299"/>
                    <a:pt x="414173" y="4976385"/>
                    <a:pt x="417862" y="4984613"/>
                  </a:cubicBezTo>
                  <a:lnTo>
                    <a:pt x="428077" y="5005043"/>
                  </a:lnTo>
                  <a:cubicBezTo>
                    <a:pt x="438860" y="5026751"/>
                    <a:pt x="449075" y="5047181"/>
                    <a:pt x="460140" y="5067327"/>
                  </a:cubicBezTo>
                  <a:cubicBezTo>
                    <a:pt x="485536" y="5116273"/>
                    <a:pt x="514763" y="5165789"/>
                    <a:pt x="555197" y="5229773"/>
                  </a:cubicBezTo>
                  <a:cubicBezTo>
                    <a:pt x="586836" y="5280282"/>
                    <a:pt x="620318" y="5329511"/>
                    <a:pt x="660611" y="5387396"/>
                  </a:cubicBezTo>
                  <a:cubicBezTo>
                    <a:pt x="698065" y="5440741"/>
                    <a:pt x="737223" y="5493094"/>
                    <a:pt x="774110" y="5542182"/>
                  </a:cubicBezTo>
                  <a:cubicBezTo>
                    <a:pt x="821070" y="5604324"/>
                    <a:pt x="870301" y="5667173"/>
                    <a:pt x="917829" y="5727896"/>
                  </a:cubicBezTo>
                  <a:cubicBezTo>
                    <a:pt x="949042" y="5767762"/>
                    <a:pt x="979828" y="5807063"/>
                    <a:pt x="1012885" y="5849767"/>
                  </a:cubicBezTo>
                  <a:cubicBezTo>
                    <a:pt x="1045942" y="5892471"/>
                    <a:pt x="1089497" y="5948796"/>
                    <a:pt x="1133053" y="6006822"/>
                  </a:cubicBezTo>
                  <a:cubicBezTo>
                    <a:pt x="1153624" y="6034345"/>
                    <a:pt x="1175332" y="6063998"/>
                    <a:pt x="1194343" y="6090245"/>
                  </a:cubicBezTo>
                  <a:cubicBezTo>
                    <a:pt x="1213355" y="6116491"/>
                    <a:pt x="1231372" y="6141178"/>
                    <a:pt x="1249390" y="6165155"/>
                  </a:cubicBezTo>
                  <a:cubicBezTo>
                    <a:pt x="1280461" y="6208000"/>
                    <a:pt x="1313659" y="6250847"/>
                    <a:pt x="1345724" y="6292132"/>
                  </a:cubicBezTo>
                  <a:lnTo>
                    <a:pt x="1364310" y="6316251"/>
                  </a:lnTo>
                  <a:lnTo>
                    <a:pt x="1373673" y="6327885"/>
                  </a:lnTo>
                  <a:cubicBezTo>
                    <a:pt x="1409566" y="6372433"/>
                    <a:pt x="1446738" y="6418542"/>
                    <a:pt x="1484619" y="6462240"/>
                  </a:cubicBezTo>
                  <a:cubicBezTo>
                    <a:pt x="1567899" y="6559850"/>
                    <a:pt x="1653876" y="6652211"/>
                    <a:pt x="1739000" y="6737335"/>
                  </a:cubicBezTo>
                  <a:lnTo>
                    <a:pt x="1866801" y="6858001"/>
                  </a:lnTo>
                  <a:lnTo>
                    <a:pt x="1144149" y="6858001"/>
                  </a:lnTo>
                  <a:lnTo>
                    <a:pt x="1058349" y="6766452"/>
                  </a:lnTo>
                  <a:cubicBezTo>
                    <a:pt x="878978" y="6562465"/>
                    <a:pt x="718756" y="6341104"/>
                    <a:pt x="580309" y="6105000"/>
                  </a:cubicBezTo>
                  <a:cubicBezTo>
                    <a:pt x="200401" y="5454007"/>
                    <a:pt x="146" y="4713831"/>
                    <a:pt x="1" y="3960094"/>
                  </a:cubicBezTo>
                  <a:cubicBezTo>
                    <a:pt x="-335" y="2196754"/>
                    <a:pt x="1071479" y="683605"/>
                    <a:pt x="2599292" y="3705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C093DC50-3BD7-46B1-A300-CD207E152F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-5977"/>
              <a:ext cx="6238675" cy="6858001"/>
            </a:xfrm>
            <a:custGeom>
              <a:avLst/>
              <a:gdLst>
                <a:gd name="connsiteX0" fmla="*/ 6264586 w 6264586"/>
                <a:gd name="connsiteY0" fmla="*/ 6646464 h 6858001"/>
                <a:gd name="connsiteX1" fmla="*/ 6264586 w 6264586"/>
                <a:gd name="connsiteY1" fmla="*/ 6858001 h 6858001"/>
                <a:gd name="connsiteX2" fmla="*/ 5997170 w 6264586"/>
                <a:gd name="connsiteY2" fmla="*/ 6858001 h 6858001"/>
                <a:gd name="connsiteX3" fmla="*/ 6121512 w 6264586"/>
                <a:gd name="connsiteY3" fmla="*/ 6761029 h 6858001"/>
                <a:gd name="connsiteX4" fmla="*/ 2693206 w 6264586"/>
                <a:gd name="connsiteY4" fmla="*/ 0 h 6858001"/>
                <a:gd name="connsiteX5" fmla="*/ 5872285 w 6264586"/>
                <a:gd name="connsiteY5" fmla="*/ 0 h 6858001"/>
                <a:gd name="connsiteX6" fmla="*/ 6024875 w 6264586"/>
                <a:gd name="connsiteY6" fmla="*/ 68385 h 6858001"/>
                <a:gd name="connsiteX7" fmla="*/ 6206432 w 6264586"/>
                <a:gd name="connsiteY7" fmla="*/ 162336 h 6858001"/>
                <a:gd name="connsiteX8" fmla="*/ 6264586 w 6264586"/>
                <a:gd name="connsiteY8" fmla="*/ 196704 h 6858001"/>
                <a:gd name="connsiteX9" fmla="*/ 6264586 w 6264586"/>
                <a:gd name="connsiteY9" fmla="*/ 537242 h 6858001"/>
                <a:gd name="connsiteX10" fmla="*/ 6230189 w 6264586"/>
                <a:gd name="connsiteY10" fmla="*/ 517260 h 6858001"/>
                <a:gd name="connsiteX11" fmla="*/ 5540536 w 6264586"/>
                <a:gd name="connsiteY11" fmla="*/ 249543 h 6858001"/>
                <a:gd name="connsiteX12" fmla="*/ 5178896 w 6264586"/>
                <a:gd name="connsiteY12" fmla="*/ 178606 h 6858001"/>
                <a:gd name="connsiteX13" fmla="*/ 4814279 w 6264586"/>
                <a:gd name="connsiteY13" fmla="*/ 146683 h 6858001"/>
                <a:gd name="connsiteX14" fmla="*/ 4655095 w 6264586"/>
                <a:gd name="connsiteY14" fmla="*/ 143421 h 6858001"/>
                <a:gd name="connsiteX15" fmla="*/ 4081069 w 6264586"/>
                <a:gd name="connsiteY15" fmla="*/ 185983 h 6858001"/>
                <a:gd name="connsiteX16" fmla="*/ 3720566 w 6264586"/>
                <a:gd name="connsiteY16" fmla="*/ 256921 h 6858001"/>
                <a:gd name="connsiteX17" fmla="*/ 3365879 w 6264586"/>
                <a:gd name="connsiteY17" fmla="*/ 357651 h 6858001"/>
                <a:gd name="connsiteX18" fmla="*/ 3020555 w 6264586"/>
                <a:gd name="connsiteY18" fmla="*/ 486190 h 6858001"/>
                <a:gd name="connsiteX19" fmla="*/ 2685163 w 6264586"/>
                <a:gd name="connsiteY19" fmla="*/ 641542 h 6858001"/>
                <a:gd name="connsiteX20" fmla="*/ 2047720 w 6264586"/>
                <a:gd name="connsiteY20" fmla="*/ 1025030 h 6858001"/>
                <a:gd name="connsiteX21" fmla="*/ 1897333 w 6264586"/>
                <a:gd name="connsiteY21" fmla="*/ 1134983 h 6858001"/>
                <a:gd name="connsiteX22" fmla="*/ 1835758 w 6264586"/>
                <a:gd name="connsiteY22" fmla="*/ 1182227 h 6858001"/>
                <a:gd name="connsiteX23" fmla="*/ 1823273 w 6264586"/>
                <a:gd name="connsiteY23" fmla="*/ 1192016 h 6858001"/>
                <a:gd name="connsiteX24" fmla="*/ 1750918 w 6264586"/>
                <a:gd name="connsiteY24" fmla="*/ 1249760 h 6858001"/>
                <a:gd name="connsiteX25" fmla="*/ 1469297 w 6264586"/>
                <a:gd name="connsiteY25" fmla="*/ 1496906 h 6858001"/>
                <a:gd name="connsiteX26" fmla="*/ 967769 w 6264586"/>
                <a:gd name="connsiteY26" fmla="*/ 2056602 h 6858001"/>
                <a:gd name="connsiteX27" fmla="*/ 754105 w 6264586"/>
                <a:gd name="connsiteY27" fmla="*/ 2368727 h 6858001"/>
                <a:gd name="connsiteX28" fmla="*/ 572364 w 6264586"/>
                <a:gd name="connsiteY28" fmla="*/ 2701140 h 6858001"/>
                <a:gd name="connsiteX29" fmla="*/ 532497 w 6264586"/>
                <a:gd name="connsiteY29" fmla="*/ 2786265 h 6858001"/>
                <a:gd name="connsiteX30" fmla="*/ 512918 w 6264586"/>
                <a:gd name="connsiteY30" fmla="*/ 2828827 h 6858001"/>
                <a:gd name="connsiteX31" fmla="*/ 494475 w 6264586"/>
                <a:gd name="connsiteY31" fmla="*/ 2872240 h 6858001"/>
                <a:gd name="connsiteX32" fmla="*/ 491637 w 6264586"/>
                <a:gd name="connsiteY32" fmla="*/ 2878908 h 6858001"/>
                <a:gd name="connsiteX33" fmla="*/ 459290 w 6264586"/>
                <a:gd name="connsiteY33" fmla="*/ 2959635 h 6858001"/>
                <a:gd name="connsiteX34" fmla="*/ 446805 w 6264586"/>
                <a:gd name="connsiteY34" fmla="*/ 2992408 h 6858001"/>
                <a:gd name="connsiteX35" fmla="*/ 426090 w 6264586"/>
                <a:gd name="connsiteY35" fmla="*/ 3049158 h 6858001"/>
                <a:gd name="connsiteX36" fmla="*/ 426090 w 6264586"/>
                <a:gd name="connsiteY36" fmla="*/ 3049867 h 6858001"/>
                <a:gd name="connsiteX37" fmla="*/ 318124 w 6264586"/>
                <a:gd name="connsiteY37" fmla="*/ 3414202 h 6858001"/>
                <a:gd name="connsiteX38" fmla="*/ 230729 w 6264586"/>
                <a:gd name="connsiteY38" fmla="*/ 4169260 h 6858001"/>
                <a:gd name="connsiteX39" fmla="*/ 268893 w 6264586"/>
                <a:gd name="connsiteY39" fmla="*/ 4544236 h 6858001"/>
                <a:gd name="connsiteX40" fmla="*/ 379840 w 6264586"/>
                <a:gd name="connsiteY40" fmla="*/ 4900056 h 6858001"/>
                <a:gd name="connsiteX41" fmla="*/ 406512 w 6264586"/>
                <a:gd name="connsiteY41" fmla="*/ 4960211 h 6858001"/>
                <a:gd name="connsiteX42" fmla="*/ 417862 w 6264586"/>
                <a:gd name="connsiteY42" fmla="*/ 4984613 h 6858001"/>
                <a:gd name="connsiteX43" fmla="*/ 428077 w 6264586"/>
                <a:gd name="connsiteY43" fmla="*/ 5005043 h 6858001"/>
                <a:gd name="connsiteX44" fmla="*/ 460140 w 6264586"/>
                <a:gd name="connsiteY44" fmla="*/ 5067327 h 6858001"/>
                <a:gd name="connsiteX45" fmla="*/ 555197 w 6264586"/>
                <a:gd name="connsiteY45" fmla="*/ 5229773 h 6858001"/>
                <a:gd name="connsiteX46" fmla="*/ 660611 w 6264586"/>
                <a:gd name="connsiteY46" fmla="*/ 5387396 h 6858001"/>
                <a:gd name="connsiteX47" fmla="*/ 774110 w 6264586"/>
                <a:gd name="connsiteY47" fmla="*/ 5542182 h 6858001"/>
                <a:gd name="connsiteX48" fmla="*/ 917829 w 6264586"/>
                <a:gd name="connsiteY48" fmla="*/ 5727896 h 6858001"/>
                <a:gd name="connsiteX49" fmla="*/ 1012885 w 6264586"/>
                <a:gd name="connsiteY49" fmla="*/ 5849767 h 6858001"/>
                <a:gd name="connsiteX50" fmla="*/ 1133053 w 6264586"/>
                <a:gd name="connsiteY50" fmla="*/ 6006822 h 6858001"/>
                <a:gd name="connsiteX51" fmla="*/ 1194343 w 6264586"/>
                <a:gd name="connsiteY51" fmla="*/ 6090245 h 6858001"/>
                <a:gd name="connsiteX52" fmla="*/ 1249390 w 6264586"/>
                <a:gd name="connsiteY52" fmla="*/ 6165155 h 6858001"/>
                <a:gd name="connsiteX53" fmla="*/ 1345724 w 6264586"/>
                <a:gd name="connsiteY53" fmla="*/ 6292132 h 6858001"/>
                <a:gd name="connsiteX54" fmla="*/ 1364310 w 6264586"/>
                <a:gd name="connsiteY54" fmla="*/ 6316251 h 6858001"/>
                <a:gd name="connsiteX55" fmla="*/ 1373673 w 6264586"/>
                <a:gd name="connsiteY55" fmla="*/ 6327885 h 6858001"/>
                <a:gd name="connsiteX56" fmla="*/ 1484619 w 6264586"/>
                <a:gd name="connsiteY56" fmla="*/ 6462240 h 6858001"/>
                <a:gd name="connsiteX57" fmla="*/ 1739000 w 6264586"/>
                <a:gd name="connsiteY57" fmla="*/ 6737335 h 6858001"/>
                <a:gd name="connsiteX58" fmla="*/ 1866801 w 6264586"/>
                <a:gd name="connsiteY58" fmla="*/ 6858001 h 6858001"/>
                <a:gd name="connsiteX59" fmla="*/ 1144149 w 6264586"/>
                <a:gd name="connsiteY59" fmla="*/ 6858001 h 6858001"/>
                <a:gd name="connsiteX60" fmla="*/ 1058349 w 6264586"/>
                <a:gd name="connsiteY60" fmla="*/ 6766452 h 6858001"/>
                <a:gd name="connsiteX61" fmla="*/ 580309 w 6264586"/>
                <a:gd name="connsiteY61" fmla="*/ 6105000 h 6858001"/>
                <a:gd name="connsiteX62" fmla="*/ 1 w 6264586"/>
                <a:gd name="connsiteY62" fmla="*/ 3960094 h 6858001"/>
                <a:gd name="connsiteX63" fmla="*/ 2599292 w 6264586"/>
                <a:gd name="connsiteY63" fmla="*/ 37050 h 6858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6264586" h="6858001">
                  <a:moveTo>
                    <a:pt x="6264586" y="6646464"/>
                  </a:moveTo>
                  <a:lnTo>
                    <a:pt x="6264586" y="6858001"/>
                  </a:lnTo>
                  <a:lnTo>
                    <a:pt x="5997170" y="6858001"/>
                  </a:lnTo>
                  <a:lnTo>
                    <a:pt x="6121512" y="6761029"/>
                  </a:lnTo>
                  <a:close/>
                  <a:moveTo>
                    <a:pt x="2693206" y="0"/>
                  </a:moveTo>
                  <a:lnTo>
                    <a:pt x="5872285" y="0"/>
                  </a:lnTo>
                  <a:lnTo>
                    <a:pt x="6024875" y="68385"/>
                  </a:lnTo>
                  <a:cubicBezTo>
                    <a:pt x="6086250" y="97989"/>
                    <a:pt x="6146793" y="129318"/>
                    <a:pt x="6206432" y="162336"/>
                  </a:cubicBezTo>
                  <a:lnTo>
                    <a:pt x="6264586" y="196704"/>
                  </a:lnTo>
                  <a:lnTo>
                    <a:pt x="6264586" y="537242"/>
                  </a:lnTo>
                  <a:lnTo>
                    <a:pt x="6230189" y="517260"/>
                  </a:lnTo>
                  <a:cubicBezTo>
                    <a:pt x="6012226" y="399931"/>
                    <a:pt x="5780573" y="310008"/>
                    <a:pt x="5540536" y="249543"/>
                  </a:cubicBezTo>
                  <a:cubicBezTo>
                    <a:pt x="5421375" y="219324"/>
                    <a:pt x="5300641" y="195644"/>
                    <a:pt x="5178896" y="178606"/>
                  </a:cubicBezTo>
                  <a:cubicBezTo>
                    <a:pt x="5057977" y="161840"/>
                    <a:pt x="4936276" y="151186"/>
                    <a:pt x="4814279" y="146683"/>
                  </a:cubicBezTo>
                  <a:cubicBezTo>
                    <a:pt x="4761501" y="144556"/>
                    <a:pt x="4708015" y="143421"/>
                    <a:pt x="4655095" y="143421"/>
                  </a:cubicBezTo>
                  <a:cubicBezTo>
                    <a:pt x="4462968" y="143573"/>
                    <a:pt x="4271111" y="157799"/>
                    <a:pt x="4081069" y="185983"/>
                  </a:cubicBezTo>
                  <a:cubicBezTo>
                    <a:pt x="3956361" y="205703"/>
                    <a:pt x="3835058" y="229396"/>
                    <a:pt x="3720566" y="256921"/>
                  </a:cubicBezTo>
                  <a:cubicBezTo>
                    <a:pt x="3596708" y="286714"/>
                    <a:pt x="3477677" y="320905"/>
                    <a:pt x="3365879" y="357651"/>
                  </a:cubicBezTo>
                  <a:cubicBezTo>
                    <a:pt x="3249257" y="395958"/>
                    <a:pt x="3133487" y="438945"/>
                    <a:pt x="3020555" y="486190"/>
                  </a:cubicBezTo>
                  <a:cubicBezTo>
                    <a:pt x="2907623" y="533434"/>
                    <a:pt x="2794832" y="585786"/>
                    <a:pt x="2685163" y="641542"/>
                  </a:cubicBezTo>
                  <a:cubicBezTo>
                    <a:pt x="2463995" y="754348"/>
                    <a:pt x="2250998" y="882488"/>
                    <a:pt x="2047720" y="1025030"/>
                  </a:cubicBezTo>
                  <a:cubicBezTo>
                    <a:pt x="2006151" y="1054399"/>
                    <a:pt x="1951528" y="1093415"/>
                    <a:pt x="1897333" y="1134983"/>
                  </a:cubicBezTo>
                  <a:cubicBezTo>
                    <a:pt x="1876761" y="1150164"/>
                    <a:pt x="1855905" y="1166479"/>
                    <a:pt x="1835758" y="1182227"/>
                  </a:cubicBezTo>
                  <a:lnTo>
                    <a:pt x="1823273" y="1192016"/>
                  </a:lnTo>
                  <a:cubicBezTo>
                    <a:pt x="1797027" y="1211879"/>
                    <a:pt x="1772057" y="1232309"/>
                    <a:pt x="1750918" y="1249760"/>
                  </a:cubicBezTo>
                  <a:cubicBezTo>
                    <a:pt x="1645931" y="1335737"/>
                    <a:pt x="1554422" y="1416605"/>
                    <a:pt x="1469297" y="1496906"/>
                  </a:cubicBezTo>
                  <a:cubicBezTo>
                    <a:pt x="1286595" y="1668957"/>
                    <a:pt x="1118818" y="1856190"/>
                    <a:pt x="967769" y="2056602"/>
                  </a:cubicBezTo>
                  <a:cubicBezTo>
                    <a:pt x="890731" y="2159603"/>
                    <a:pt x="818800" y="2264590"/>
                    <a:pt x="754105" y="2368727"/>
                  </a:cubicBezTo>
                  <a:cubicBezTo>
                    <a:pt x="681749" y="2488328"/>
                    <a:pt x="622304" y="2596720"/>
                    <a:pt x="572364" y="2701140"/>
                  </a:cubicBezTo>
                  <a:cubicBezTo>
                    <a:pt x="557609" y="2730507"/>
                    <a:pt x="543989" y="2760443"/>
                    <a:pt x="532497" y="2786265"/>
                  </a:cubicBezTo>
                  <a:lnTo>
                    <a:pt x="512918" y="2828827"/>
                  </a:lnTo>
                  <a:lnTo>
                    <a:pt x="494475" y="2872240"/>
                  </a:lnTo>
                  <a:lnTo>
                    <a:pt x="491637" y="2878908"/>
                  </a:lnTo>
                  <a:cubicBezTo>
                    <a:pt x="480146" y="2906575"/>
                    <a:pt x="469220" y="2932821"/>
                    <a:pt x="459290" y="2959635"/>
                  </a:cubicBezTo>
                  <a:cubicBezTo>
                    <a:pt x="455176" y="2970559"/>
                    <a:pt x="451060" y="2981484"/>
                    <a:pt x="446805" y="2992408"/>
                  </a:cubicBezTo>
                  <a:cubicBezTo>
                    <a:pt x="439427" y="3012412"/>
                    <a:pt x="432333" y="3030572"/>
                    <a:pt x="426090" y="3049158"/>
                  </a:cubicBezTo>
                  <a:lnTo>
                    <a:pt x="426090" y="3049867"/>
                  </a:lnTo>
                  <a:cubicBezTo>
                    <a:pt x="383010" y="3169099"/>
                    <a:pt x="346959" y="3290756"/>
                    <a:pt x="318124" y="3414202"/>
                  </a:cubicBezTo>
                  <a:cubicBezTo>
                    <a:pt x="260107" y="3661703"/>
                    <a:pt x="230780" y="3915049"/>
                    <a:pt x="230729" y="4169260"/>
                  </a:cubicBezTo>
                  <a:cubicBezTo>
                    <a:pt x="231621" y="4295173"/>
                    <a:pt x="244398" y="4420719"/>
                    <a:pt x="268893" y="4544236"/>
                  </a:cubicBezTo>
                  <a:cubicBezTo>
                    <a:pt x="293708" y="4666304"/>
                    <a:pt x="330882" y="4785521"/>
                    <a:pt x="379840" y="4900056"/>
                  </a:cubicBezTo>
                  <a:cubicBezTo>
                    <a:pt x="387926" y="4919919"/>
                    <a:pt x="397006" y="4939498"/>
                    <a:pt x="406512" y="4960211"/>
                  </a:cubicBezTo>
                  <a:cubicBezTo>
                    <a:pt x="410343" y="4968299"/>
                    <a:pt x="414173" y="4976385"/>
                    <a:pt x="417862" y="4984613"/>
                  </a:cubicBezTo>
                  <a:lnTo>
                    <a:pt x="428077" y="5005043"/>
                  </a:lnTo>
                  <a:cubicBezTo>
                    <a:pt x="438860" y="5026751"/>
                    <a:pt x="449075" y="5047181"/>
                    <a:pt x="460140" y="5067327"/>
                  </a:cubicBezTo>
                  <a:cubicBezTo>
                    <a:pt x="485536" y="5116273"/>
                    <a:pt x="514763" y="5165789"/>
                    <a:pt x="555197" y="5229773"/>
                  </a:cubicBezTo>
                  <a:cubicBezTo>
                    <a:pt x="586836" y="5280282"/>
                    <a:pt x="620318" y="5329511"/>
                    <a:pt x="660611" y="5387396"/>
                  </a:cubicBezTo>
                  <a:cubicBezTo>
                    <a:pt x="698065" y="5440741"/>
                    <a:pt x="737223" y="5493094"/>
                    <a:pt x="774110" y="5542182"/>
                  </a:cubicBezTo>
                  <a:cubicBezTo>
                    <a:pt x="821070" y="5604324"/>
                    <a:pt x="870301" y="5667173"/>
                    <a:pt x="917829" y="5727896"/>
                  </a:cubicBezTo>
                  <a:cubicBezTo>
                    <a:pt x="949042" y="5767762"/>
                    <a:pt x="979828" y="5807063"/>
                    <a:pt x="1012885" y="5849767"/>
                  </a:cubicBezTo>
                  <a:cubicBezTo>
                    <a:pt x="1045942" y="5892471"/>
                    <a:pt x="1089497" y="5948796"/>
                    <a:pt x="1133053" y="6006822"/>
                  </a:cubicBezTo>
                  <a:cubicBezTo>
                    <a:pt x="1153624" y="6034345"/>
                    <a:pt x="1175332" y="6063998"/>
                    <a:pt x="1194343" y="6090245"/>
                  </a:cubicBezTo>
                  <a:cubicBezTo>
                    <a:pt x="1213355" y="6116491"/>
                    <a:pt x="1231372" y="6141178"/>
                    <a:pt x="1249390" y="6165155"/>
                  </a:cubicBezTo>
                  <a:cubicBezTo>
                    <a:pt x="1280461" y="6208000"/>
                    <a:pt x="1313659" y="6250847"/>
                    <a:pt x="1345724" y="6292132"/>
                  </a:cubicBezTo>
                  <a:lnTo>
                    <a:pt x="1364310" y="6316251"/>
                  </a:lnTo>
                  <a:lnTo>
                    <a:pt x="1373673" y="6327885"/>
                  </a:lnTo>
                  <a:cubicBezTo>
                    <a:pt x="1409566" y="6372433"/>
                    <a:pt x="1446738" y="6418542"/>
                    <a:pt x="1484619" y="6462240"/>
                  </a:cubicBezTo>
                  <a:cubicBezTo>
                    <a:pt x="1567899" y="6559850"/>
                    <a:pt x="1653876" y="6652211"/>
                    <a:pt x="1739000" y="6737335"/>
                  </a:cubicBezTo>
                  <a:lnTo>
                    <a:pt x="1866801" y="6858001"/>
                  </a:lnTo>
                  <a:lnTo>
                    <a:pt x="1144149" y="6858001"/>
                  </a:lnTo>
                  <a:lnTo>
                    <a:pt x="1058349" y="6766452"/>
                  </a:lnTo>
                  <a:cubicBezTo>
                    <a:pt x="878978" y="6562465"/>
                    <a:pt x="718756" y="6341104"/>
                    <a:pt x="580309" y="6105000"/>
                  </a:cubicBezTo>
                  <a:cubicBezTo>
                    <a:pt x="200401" y="5454007"/>
                    <a:pt x="146" y="4713831"/>
                    <a:pt x="1" y="3960094"/>
                  </a:cubicBezTo>
                  <a:cubicBezTo>
                    <a:pt x="-335" y="2196754"/>
                    <a:pt x="1071479" y="683605"/>
                    <a:pt x="2599292" y="3705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9204924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F13C74B1-5B17-4795-BED0-7140497B44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152747-1191-50B3-4697-81B90C3B90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5369"/>
            <a:ext cx="4368602" cy="1956841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400"/>
              <a:t>About the teacher</a:t>
            </a:r>
          </a:p>
        </p:txBody>
      </p:sp>
      <p:sp>
        <p:nvSpPr>
          <p:cNvPr id="13" name="sketchy line">
            <a:extLst>
              <a:ext uri="{FF2B5EF4-FFF2-40B4-BE49-F238E27FC236}">
                <a16:creationId xmlns:a16="http://schemas.microsoft.com/office/drawing/2014/main" id="{D4974D33-8DC5-464E-8C6D-BE58F0669C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80" y="2586994"/>
            <a:ext cx="3474720" cy="18288"/>
          </a:xfrm>
          <a:custGeom>
            <a:avLst/>
            <a:gdLst>
              <a:gd name="connsiteX0" fmla="*/ 0 w 3474720"/>
              <a:gd name="connsiteY0" fmla="*/ 0 h 18288"/>
              <a:gd name="connsiteX1" fmla="*/ 694944 w 3474720"/>
              <a:gd name="connsiteY1" fmla="*/ 0 h 18288"/>
              <a:gd name="connsiteX2" fmla="*/ 1355141 w 3474720"/>
              <a:gd name="connsiteY2" fmla="*/ 0 h 18288"/>
              <a:gd name="connsiteX3" fmla="*/ 2015338 w 3474720"/>
              <a:gd name="connsiteY3" fmla="*/ 0 h 18288"/>
              <a:gd name="connsiteX4" fmla="*/ 2779776 w 3474720"/>
              <a:gd name="connsiteY4" fmla="*/ 0 h 18288"/>
              <a:gd name="connsiteX5" fmla="*/ 3474720 w 3474720"/>
              <a:gd name="connsiteY5" fmla="*/ 0 h 18288"/>
              <a:gd name="connsiteX6" fmla="*/ 3474720 w 3474720"/>
              <a:gd name="connsiteY6" fmla="*/ 18288 h 18288"/>
              <a:gd name="connsiteX7" fmla="*/ 2779776 w 3474720"/>
              <a:gd name="connsiteY7" fmla="*/ 18288 h 18288"/>
              <a:gd name="connsiteX8" fmla="*/ 2189074 w 3474720"/>
              <a:gd name="connsiteY8" fmla="*/ 18288 h 18288"/>
              <a:gd name="connsiteX9" fmla="*/ 1528877 w 3474720"/>
              <a:gd name="connsiteY9" fmla="*/ 18288 h 18288"/>
              <a:gd name="connsiteX10" fmla="*/ 868680 w 3474720"/>
              <a:gd name="connsiteY10" fmla="*/ 18288 h 18288"/>
              <a:gd name="connsiteX11" fmla="*/ 0 w 3474720"/>
              <a:gd name="connsiteY11" fmla="*/ 18288 h 18288"/>
              <a:gd name="connsiteX12" fmla="*/ 0 w 3474720"/>
              <a:gd name="connsiteY12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474720" h="18288" fill="none" extrusionOk="0">
                <a:moveTo>
                  <a:pt x="0" y="0"/>
                </a:moveTo>
                <a:cubicBezTo>
                  <a:pt x="224454" y="-14544"/>
                  <a:pt x="495407" y="26540"/>
                  <a:pt x="694944" y="0"/>
                </a:cubicBezTo>
                <a:cubicBezTo>
                  <a:pt x="894481" y="-26540"/>
                  <a:pt x="1130063" y="24713"/>
                  <a:pt x="1355141" y="0"/>
                </a:cubicBezTo>
                <a:cubicBezTo>
                  <a:pt x="1580219" y="-24713"/>
                  <a:pt x="1820099" y="26695"/>
                  <a:pt x="2015338" y="0"/>
                </a:cubicBezTo>
                <a:cubicBezTo>
                  <a:pt x="2210577" y="-26695"/>
                  <a:pt x="2402045" y="165"/>
                  <a:pt x="2779776" y="0"/>
                </a:cubicBezTo>
                <a:cubicBezTo>
                  <a:pt x="3157507" y="-165"/>
                  <a:pt x="3286859" y="-15571"/>
                  <a:pt x="3474720" y="0"/>
                </a:cubicBezTo>
                <a:cubicBezTo>
                  <a:pt x="3474286" y="7551"/>
                  <a:pt x="3474253" y="9822"/>
                  <a:pt x="3474720" y="18288"/>
                </a:cubicBezTo>
                <a:cubicBezTo>
                  <a:pt x="3233904" y="29845"/>
                  <a:pt x="2945134" y="-5256"/>
                  <a:pt x="2779776" y="18288"/>
                </a:cubicBezTo>
                <a:cubicBezTo>
                  <a:pt x="2614418" y="41832"/>
                  <a:pt x="2339768" y="22709"/>
                  <a:pt x="2189074" y="18288"/>
                </a:cubicBezTo>
                <a:cubicBezTo>
                  <a:pt x="2038380" y="13867"/>
                  <a:pt x="1817434" y="-4947"/>
                  <a:pt x="1528877" y="18288"/>
                </a:cubicBezTo>
                <a:cubicBezTo>
                  <a:pt x="1240320" y="41523"/>
                  <a:pt x="1042447" y="37198"/>
                  <a:pt x="868680" y="18288"/>
                </a:cubicBezTo>
                <a:cubicBezTo>
                  <a:pt x="694913" y="-622"/>
                  <a:pt x="233232" y="44909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474720" h="18288" stroke="0" extrusionOk="0">
                <a:moveTo>
                  <a:pt x="0" y="0"/>
                </a:moveTo>
                <a:cubicBezTo>
                  <a:pt x="202328" y="-14716"/>
                  <a:pt x="332722" y="-11499"/>
                  <a:pt x="625450" y="0"/>
                </a:cubicBezTo>
                <a:cubicBezTo>
                  <a:pt x="918178" y="11499"/>
                  <a:pt x="1096688" y="5123"/>
                  <a:pt x="1389888" y="0"/>
                </a:cubicBezTo>
                <a:cubicBezTo>
                  <a:pt x="1683088" y="-5123"/>
                  <a:pt x="1835981" y="-14038"/>
                  <a:pt x="1980590" y="0"/>
                </a:cubicBezTo>
                <a:cubicBezTo>
                  <a:pt x="2125199" y="14038"/>
                  <a:pt x="2396099" y="-7203"/>
                  <a:pt x="2571293" y="0"/>
                </a:cubicBezTo>
                <a:cubicBezTo>
                  <a:pt x="2746487" y="7203"/>
                  <a:pt x="3041609" y="-12036"/>
                  <a:pt x="3474720" y="0"/>
                </a:cubicBezTo>
                <a:cubicBezTo>
                  <a:pt x="3474638" y="4406"/>
                  <a:pt x="3474631" y="9982"/>
                  <a:pt x="3474720" y="18288"/>
                </a:cubicBezTo>
                <a:cubicBezTo>
                  <a:pt x="3324873" y="21876"/>
                  <a:pt x="3136771" y="12587"/>
                  <a:pt x="2814523" y="18288"/>
                </a:cubicBezTo>
                <a:cubicBezTo>
                  <a:pt x="2492275" y="23989"/>
                  <a:pt x="2294402" y="47111"/>
                  <a:pt x="2154326" y="18288"/>
                </a:cubicBezTo>
                <a:cubicBezTo>
                  <a:pt x="2014250" y="-10535"/>
                  <a:pt x="1820317" y="33903"/>
                  <a:pt x="1494130" y="18288"/>
                </a:cubicBezTo>
                <a:cubicBezTo>
                  <a:pt x="1167943" y="2673"/>
                  <a:pt x="948432" y="14868"/>
                  <a:pt x="729691" y="18288"/>
                </a:cubicBezTo>
                <a:cubicBezTo>
                  <a:pt x="510950" y="21708"/>
                  <a:pt x="264032" y="24354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3A4B577-3345-BC1F-4228-92C4D06A6A2D}"/>
              </a:ext>
            </a:extLst>
          </p:cNvPr>
          <p:cNvSpPr txBox="1"/>
          <p:nvPr/>
        </p:nvSpPr>
        <p:spPr>
          <a:xfrm>
            <a:off x="640080" y="2872899"/>
            <a:ext cx="4243589" cy="332066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200" dirty="0"/>
              <a:t>3rd year student (Undergraduate)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200" dirty="0"/>
              <a:t>Software Developer Intern (7+ months of exp. (as of September 2025))</a:t>
            </a:r>
          </a:p>
        </p:txBody>
      </p:sp>
      <p:pic>
        <p:nvPicPr>
          <p:cNvPr id="5" name="Content Placeholder 4" descr="A person wearing glasses and smiling&#10;&#10;AI-generated content may be incorrect.">
            <a:extLst>
              <a:ext uri="{FF2B5EF4-FFF2-40B4-BE49-F238E27FC236}">
                <a16:creationId xmlns:a16="http://schemas.microsoft.com/office/drawing/2014/main" id="{0AA615D4-898C-D573-30ED-B04E9C20C46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03"/>
          <a:stretch>
            <a:fillRect/>
          </a:stretch>
        </p:blipFill>
        <p:spPr>
          <a:xfrm>
            <a:off x="5311702" y="10"/>
            <a:ext cx="6878775" cy="6857990"/>
          </a:xfrm>
          <a:custGeom>
            <a:avLst/>
            <a:gdLst/>
            <a:ahLst/>
            <a:cxnLst/>
            <a:rect l="l" t="t" r="r" b="b"/>
            <a:pathLst>
              <a:path w="6878775" h="6858000">
                <a:moveTo>
                  <a:pt x="1102973" y="0"/>
                </a:moveTo>
                <a:lnTo>
                  <a:pt x="1160688" y="0"/>
                </a:lnTo>
                <a:lnTo>
                  <a:pt x="983189" y="331786"/>
                </a:lnTo>
                <a:cubicBezTo>
                  <a:pt x="914866" y="469145"/>
                  <a:pt x="850355" y="608712"/>
                  <a:pt x="789261" y="750263"/>
                </a:cubicBezTo>
                <a:cubicBezTo>
                  <a:pt x="774307" y="784928"/>
                  <a:pt x="759992" y="819849"/>
                  <a:pt x="745295" y="854514"/>
                </a:cubicBezTo>
                <a:cubicBezTo>
                  <a:pt x="756682" y="845393"/>
                  <a:pt x="765489" y="833492"/>
                  <a:pt x="770857" y="819975"/>
                </a:cubicBezTo>
                <a:cubicBezTo>
                  <a:pt x="879943" y="589569"/>
                  <a:pt x="999605" y="365513"/>
                  <a:pt x="1131329" y="148742"/>
                </a:cubicBezTo>
                <a:lnTo>
                  <a:pt x="1227589" y="0"/>
                </a:lnTo>
                <a:lnTo>
                  <a:pt x="6878775" y="0"/>
                </a:lnTo>
                <a:lnTo>
                  <a:pt x="6878775" y="6858000"/>
                </a:lnTo>
                <a:lnTo>
                  <a:pt x="713521" y="6858000"/>
                </a:lnTo>
                <a:lnTo>
                  <a:pt x="625642" y="6670527"/>
                </a:lnTo>
                <a:cubicBezTo>
                  <a:pt x="507232" y="6398531"/>
                  <a:pt x="403083" y="6118381"/>
                  <a:pt x="312785" y="5830359"/>
                </a:cubicBezTo>
                <a:cubicBezTo>
                  <a:pt x="278149" y="5719759"/>
                  <a:pt x="248879" y="5607635"/>
                  <a:pt x="212198" y="5480401"/>
                </a:cubicBezTo>
                <a:cubicBezTo>
                  <a:pt x="212208" y="5491601"/>
                  <a:pt x="212803" y="5502788"/>
                  <a:pt x="213988" y="5513923"/>
                </a:cubicBezTo>
                <a:cubicBezTo>
                  <a:pt x="264089" y="5723695"/>
                  <a:pt x="307290" y="5935370"/>
                  <a:pt x="365826" y="6142729"/>
                </a:cubicBezTo>
                <a:cubicBezTo>
                  <a:pt x="433152" y="6380817"/>
                  <a:pt x="510068" y="6614016"/>
                  <a:pt x="597975" y="6841549"/>
                </a:cubicBezTo>
                <a:lnTo>
                  <a:pt x="604824" y="6858000"/>
                </a:lnTo>
                <a:lnTo>
                  <a:pt x="552056" y="6858000"/>
                </a:lnTo>
                <a:lnTo>
                  <a:pt x="539576" y="6828295"/>
                </a:lnTo>
                <a:cubicBezTo>
                  <a:pt x="380597" y="6414594"/>
                  <a:pt x="260223" y="5988893"/>
                  <a:pt x="171555" y="5552906"/>
                </a:cubicBezTo>
                <a:cubicBezTo>
                  <a:pt x="91163" y="5157998"/>
                  <a:pt x="43746" y="4758899"/>
                  <a:pt x="12305" y="4357388"/>
                </a:cubicBezTo>
                <a:cubicBezTo>
                  <a:pt x="-14281" y="4013908"/>
                  <a:pt x="4507" y="3672965"/>
                  <a:pt x="46684" y="3331516"/>
                </a:cubicBezTo>
                <a:cubicBezTo>
                  <a:pt x="127203" y="2664286"/>
                  <a:pt x="277819" y="2007265"/>
                  <a:pt x="496065" y="1371196"/>
                </a:cubicBezTo>
                <a:cubicBezTo>
                  <a:pt x="636273" y="966066"/>
                  <a:pt x="800445" y="573253"/>
                  <a:pt x="995723" y="196614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38438450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19D32F93-50AC-4C46-A5DB-291C60DDB7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ight Triangle 18">
            <a:extLst>
              <a:ext uri="{FF2B5EF4-FFF2-40B4-BE49-F238E27FC236}">
                <a16:creationId xmlns:a16="http://schemas.microsoft.com/office/drawing/2014/main" id="{827DC2C4-B485-428A-BF4A-472D2967F4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E04B5EB-F158-4507-90DD-BD23620C7C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A75C61-7332-2555-BC12-C1CB077B09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5200" y="1383528"/>
            <a:ext cx="5925989" cy="316751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r"/>
            <a:r>
              <a:rPr lang="en-US" sz="89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I don’t know everything!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2AA59A-D7CF-984A-1AEA-39929ACC8D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5201" y="4582814"/>
            <a:ext cx="5925987" cy="1312657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r">
              <a:buNone/>
            </a:pPr>
            <a:r>
              <a:rPr lang="en-US" sz="24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…But maybe you will learn something!</a:t>
            </a:r>
          </a:p>
        </p:txBody>
      </p:sp>
      <p:pic>
        <p:nvPicPr>
          <p:cNvPr id="7" name="Graphic 6" descr="Questions">
            <a:extLst>
              <a:ext uri="{FF2B5EF4-FFF2-40B4-BE49-F238E27FC236}">
                <a16:creationId xmlns:a16="http://schemas.microsoft.com/office/drawing/2014/main" id="{502F1644-4E52-A18C-07C3-CA373833B7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599140" y="2209474"/>
            <a:ext cx="2489416" cy="24894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58949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19D32F93-50AC-4C46-A5DB-291C60DDB7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ight Triangle 11">
            <a:extLst>
              <a:ext uri="{FF2B5EF4-FFF2-40B4-BE49-F238E27FC236}">
                <a16:creationId xmlns:a16="http://schemas.microsoft.com/office/drawing/2014/main" id="{827DC2C4-B485-428A-BF4A-472D2967F4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E04B5EB-F158-4507-90DD-BD23620C7C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078203A-C376-1AA6-B7BD-424B6F4409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5200" y="1383528"/>
            <a:ext cx="5925989" cy="316751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r"/>
            <a:r>
              <a:rPr lang="en-US" sz="9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273687-A09C-E6E9-D64E-7B4144BF40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5201" y="4582814"/>
            <a:ext cx="5925987" cy="1312657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r">
              <a:buNone/>
            </a:pPr>
            <a:r>
              <a:rPr lang="en-US" sz="24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Solving real world problems with computers</a:t>
            </a:r>
          </a:p>
        </p:txBody>
      </p:sp>
      <p:pic>
        <p:nvPicPr>
          <p:cNvPr id="7" name="Graphic 6" descr="Head with Gears">
            <a:extLst>
              <a:ext uri="{FF2B5EF4-FFF2-40B4-BE49-F238E27FC236}">
                <a16:creationId xmlns:a16="http://schemas.microsoft.com/office/drawing/2014/main" id="{50C1C3FA-26A6-EA9B-9616-089D91EA51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599140" y="2209474"/>
            <a:ext cx="2489416" cy="24894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53415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ight Triangle 18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EA4D631-2816-96DB-F676-79CEF74D6C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5240" y="1050595"/>
            <a:ext cx="8074815" cy="1618489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7200" kern="1200">
                <a:latin typeface="+mj-lt"/>
                <a:ea typeface="+mj-ea"/>
                <a:cs typeface="+mj-cs"/>
              </a:rPr>
              <a:t>Foundations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2AEA31-C4EA-C884-3CED-56058C768F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85240" y="2969469"/>
            <a:ext cx="8074815" cy="2800395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kern="1200">
                <a:latin typeface="+mn-lt"/>
                <a:ea typeface="+mn-ea"/>
                <a:cs typeface="+mn-cs"/>
              </a:rPr>
              <a:t>What is an algorithm?</a:t>
            </a:r>
          </a:p>
        </p:txBody>
      </p:sp>
    </p:spTree>
    <p:extLst>
      <p:ext uri="{BB962C8B-B14F-4D97-AF65-F5344CB8AC3E}">
        <p14:creationId xmlns:p14="http://schemas.microsoft.com/office/powerpoint/2010/main" val="33513325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8A42415-F073-A8D3-FB5D-8B8FBE4F5F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5240" y="1050595"/>
            <a:ext cx="8074815" cy="1618489"/>
          </a:xfrm>
        </p:spPr>
        <p:txBody>
          <a:bodyPr anchor="ctr">
            <a:normAutofit/>
          </a:bodyPr>
          <a:lstStyle/>
          <a:p>
            <a:r>
              <a:rPr lang="en-US" sz="6700"/>
              <a:t>Cost of computation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0D2543-4A69-7EC6-D548-95F21A3441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85240" y="2969469"/>
            <a:ext cx="8074815" cy="2800395"/>
          </a:xfrm>
        </p:spPr>
        <p:txBody>
          <a:bodyPr anchor="t">
            <a:normAutofit/>
          </a:bodyPr>
          <a:lstStyle/>
          <a:p>
            <a:r>
              <a:rPr lang="en-US" sz="2400"/>
              <a:t>Time?</a:t>
            </a:r>
          </a:p>
          <a:p>
            <a:r>
              <a:rPr lang="en-US" sz="2400"/>
              <a:t>Space?</a:t>
            </a:r>
          </a:p>
        </p:txBody>
      </p:sp>
    </p:spTree>
    <p:extLst>
      <p:ext uri="{BB962C8B-B14F-4D97-AF65-F5344CB8AC3E}">
        <p14:creationId xmlns:p14="http://schemas.microsoft.com/office/powerpoint/2010/main" val="27823059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1FD9366-030F-65A4-8664-77A5EDB803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5240" y="1050595"/>
            <a:ext cx="8074815" cy="1618489"/>
          </a:xfrm>
        </p:spPr>
        <p:txBody>
          <a:bodyPr anchor="ctr">
            <a:normAutofit/>
          </a:bodyPr>
          <a:lstStyle/>
          <a:p>
            <a:r>
              <a:rPr lang="en-US" sz="6700"/>
              <a:t>Model of computation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338597-752F-C308-3C0C-47AA190CE1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85240" y="2969469"/>
            <a:ext cx="8074815" cy="2800395"/>
          </a:xfrm>
        </p:spPr>
        <p:txBody>
          <a:bodyPr anchor="t">
            <a:normAutofit/>
          </a:bodyPr>
          <a:lstStyle/>
          <a:p>
            <a:r>
              <a:rPr lang="en-US" sz="2400"/>
              <a:t>RAM Model (Random Access Machine)</a:t>
            </a:r>
          </a:p>
          <a:p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25382620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white board with blue and orange text&#10;&#10;AI-generated content may be incorrect.">
            <a:extLst>
              <a:ext uri="{FF2B5EF4-FFF2-40B4-BE49-F238E27FC236}">
                <a16:creationId xmlns:a16="http://schemas.microsoft.com/office/drawing/2014/main" id="{DF9571E8-DAFA-7FCC-6521-4D81F26A93B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955" y="643466"/>
            <a:ext cx="7428089" cy="557106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026961F-48D2-7DAC-141C-51FAE71D7BB1}"/>
              </a:ext>
            </a:extLst>
          </p:cNvPr>
          <p:cNvSpPr txBox="1"/>
          <p:nvPr/>
        </p:nvSpPr>
        <p:spPr>
          <a:xfrm>
            <a:off x="5510187" y="6291942"/>
            <a:ext cx="593444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Source: </a:t>
            </a:r>
            <a:r>
              <a:rPr lang="en-US" dirty="0">
                <a:hlinkClick r:id="rId3"/>
              </a:rPr>
              <a:t>https://www.youtube.com/watch?v=wkBjD0Fvl6U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445886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5CC3B75-71CB-2107-5BA4-C7DF6D0945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CB1FE91-E008-52D2-D1B5-B6B058CB38F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381955" y="643466"/>
            <a:ext cx="7428089" cy="557106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FA83813-E353-4A94-1B90-9BD1B7A94981}"/>
              </a:ext>
            </a:extLst>
          </p:cNvPr>
          <p:cNvSpPr txBox="1"/>
          <p:nvPr/>
        </p:nvSpPr>
        <p:spPr>
          <a:xfrm>
            <a:off x="5510187" y="6291942"/>
            <a:ext cx="593444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Source: </a:t>
            </a:r>
            <a:r>
              <a:rPr lang="en-US" dirty="0">
                <a:hlinkClick r:id="rId3"/>
              </a:rPr>
              <a:t>https://www.youtube.com/watch?v=wkBjD0Fvl6U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89286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3B5015D-061B-EC17-F5D6-BECB12FA32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BC811C8-F48F-CF01-1A77-A5E5AE9EDCE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789692" y="643466"/>
            <a:ext cx="8612616" cy="557106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8E4896A-BEB7-039E-A13B-31BEAE861B6E}"/>
              </a:ext>
            </a:extLst>
          </p:cNvPr>
          <p:cNvSpPr txBox="1"/>
          <p:nvPr/>
        </p:nvSpPr>
        <p:spPr>
          <a:xfrm>
            <a:off x="5510187" y="6291942"/>
            <a:ext cx="593444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Source: </a:t>
            </a:r>
            <a:r>
              <a:rPr lang="en-US" dirty="0">
                <a:hlinkClick r:id="rId3"/>
              </a:rPr>
              <a:t>https://www.youtube.com/watch?v=wkBjD0Fvl6U</a:t>
            </a:r>
            <a:endParaRPr lang="en-US" dirty="0"/>
          </a:p>
          <a:p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E2EA0B6-BD27-4A6E-FA96-35050FD7CBD7}"/>
              </a:ext>
            </a:extLst>
          </p:cNvPr>
          <p:cNvSpPr/>
          <p:nvPr/>
        </p:nvSpPr>
        <p:spPr>
          <a:xfrm>
            <a:off x="9993086" y="2993571"/>
            <a:ext cx="1066800" cy="117565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853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A3363022-C969-41E9-8EB2-E4C94908C1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1695" cy="685202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D1AD6B3-BE88-4CEB-BA17-790657CC47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E490417-533E-E64C-677B-786147E752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4422" y="3886200"/>
            <a:ext cx="5362780" cy="1666184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800" kern="1200" dirty="0">
                <a:solidFill>
                  <a:schemeClr val="tx2"/>
                </a:solidFill>
                <a:latin typeface="+mj-lt"/>
                <a:ea typeface="+mj-ea"/>
                <a:cs typeface="+mj-cs"/>
              </a:rPr>
              <a:t>Basic operations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B0E102-29D9-AD93-501E-4181784E3A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4117" y="4299876"/>
            <a:ext cx="4805691" cy="838831"/>
          </a:xfrm>
        </p:spPr>
        <p:txBody>
          <a:bodyPr vert="horz" lIns="91440" tIns="45720" rIns="91440" bIns="45720" rtlCol="0" anchor="b">
            <a:normAutofit/>
          </a:bodyPr>
          <a:lstStyle/>
          <a:p>
            <a:pPr marL="0" indent="0">
              <a:buNone/>
            </a:pPr>
            <a:r>
              <a:rPr lang="en-US" sz="3200" b="1" kern="12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Constant time!</a:t>
            </a:r>
          </a:p>
        </p:txBody>
      </p:sp>
      <p:pic>
        <p:nvPicPr>
          <p:cNvPr id="21" name="Graphic 20" descr="Circle Addition">
            <a:extLst>
              <a:ext uri="{FF2B5EF4-FFF2-40B4-BE49-F238E27FC236}">
                <a16:creationId xmlns:a16="http://schemas.microsoft.com/office/drawing/2014/main" id="{435E516F-B4D4-D9AD-4BA6-0F0742633D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0470" y="1815320"/>
            <a:ext cx="4141760" cy="4141760"/>
          </a:xfrm>
          <a:custGeom>
            <a:avLst/>
            <a:gdLst/>
            <a:ahLst/>
            <a:cxnLst/>
            <a:rect l="l" t="t" r="r" b="b"/>
            <a:pathLst>
              <a:path w="4141760" h="4377846">
                <a:moveTo>
                  <a:pt x="0" y="0"/>
                </a:moveTo>
                <a:lnTo>
                  <a:pt x="4141760" y="0"/>
                </a:lnTo>
                <a:lnTo>
                  <a:pt x="4141760" y="4377846"/>
                </a:lnTo>
                <a:lnTo>
                  <a:pt x="0" y="4377846"/>
                </a:lnTo>
                <a:close/>
              </a:path>
            </a:pathLst>
          </a:custGeom>
        </p:spPr>
      </p:pic>
      <p:grpSp>
        <p:nvGrpSpPr>
          <p:cNvPr id="22" name="Group 21">
            <a:extLst>
              <a:ext uri="{FF2B5EF4-FFF2-40B4-BE49-F238E27FC236}">
                <a16:creationId xmlns:a16="http://schemas.microsoft.com/office/drawing/2014/main" id="{89D1390B-7E13-4B4F-9CB2-391063412E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4253" y="-5977"/>
            <a:ext cx="6238675" cy="6863979"/>
            <a:chOff x="305" y="-5977"/>
            <a:chExt cx="6238675" cy="6863979"/>
          </a:xfrm>
        </p:grpSpPr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9E720206-AA49-4786-A932-A2650DE091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34854"/>
              <a:ext cx="6028697" cy="6817170"/>
            </a:xfrm>
            <a:custGeom>
              <a:avLst/>
              <a:gdLst>
                <a:gd name="connsiteX0" fmla="*/ 6028697 w 6028697"/>
                <a:gd name="connsiteY0" fmla="*/ 6155323 h 6817170"/>
                <a:gd name="connsiteX1" fmla="*/ 6028697 w 6028697"/>
                <a:gd name="connsiteY1" fmla="*/ 6817170 h 6817170"/>
                <a:gd name="connsiteX2" fmla="*/ 5157862 w 6028697"/>
                <a:gd name="connsiteY2" fmla="*/ 6817170 h 6817170"/>
                <a:gd name="connsiteX3" fmla="*/ 5347156 w 6028697"/>
                <a:gd name="connsiteY3" fmla="*/ 6687553 h 6817170"/>
                <a:gd name="connsiteX4" fmla="*/ 5487470 w 6028697"/>
                <a:gd name="connsiteY4" fmla="*/ 6581714 h 6817170"/>
                <a:gd name="connsiteX5" fmla="*/ 5627642 w 6028697"/>
                <a:gd name="connsiteY5" fmla="*/ 6472328 h 6817170"/>
                <a:gd name="connsiteX6" fmla="*/ 5911392 w 6028697"/>
                <a:gd name="connsiteY6" fmla="*/ 6245328 h 6817170"/>
                <a:gd name="connsiteX7" fmla="*/ 4481066 w 6028697"/>
                <a:gd name="connsiteY7" fmla="*/ 478 h 6817170"/>
                <a:gd name="connsiteX8" fmla="*/ 4672258 w 6028697"/>
                <a:gd name="connsiteY8" fmla="*/ 7519 h 6817170"/>
                <a:gd name="connsiteX9" fmla="*/ 5429869 w 6028697"/>
                <a:gd name="connsiteY9" fmla="*/ 125134 h 6817170"/>
                <a:gd name="connsiteX10" fmla="*/ 5976319 w 6028697"/>
                <a:gd name="connsiteY10" fmla="*/ 314893 h 6817170"/>
                <a:gd name="connsiteX11" fmla="*/ 6028697 w 6028697"/>
                <a:gd name="connsiteY11" fmla="*/ 339901 h 6817170"/>
                <a:gd name="connsiteX12" fmla="*/ 6028697 w 6028697"/>
                <a:gd name="connsiteY12" fmla="*/ 732458 h 6817170"/>
                <a:gd name="connsiteX13" fmla="*/ 5990985 w 6028697"/>
                <a:gd name="connsiteY13" fmla="*/ 712211 h 6817170"/>
                <a:gd name="connsiteX14" fmla="*/ 5341339 w 6028697"/>
                <a:gd name="connsiteY14" fmla="*/ 475281 h 6817170"/>
                <a:gd name="connsiteX15" fmla="*/ 4651969 w 6028697"/>
                <a:gd name="connsiteY15" fmla="*/ 377104 h 6817170"/>
                <a:gd name="connsiteX16" fmla="*/ 3953093 w 6028697"/>
                <a:gd name="connsiteY16" fmla="*/ 402498 h 6817170"/>
                <a:gd name="connsiteX17" fmla="*/ 3267413 w 6028697"/>
                <a:gd name="connsiteY17" fmla="*/ 546643 h 6817170"/>
                <a:gd name="connsiteX18" fmla="*/ 1439498 w 6028697"/>
                <a:gd name="connsiteY18" fmla="*/ 1568141 h 6817170"/>
                <a:gd name="connsiteX19" fmla="*/ 960671 w 6028697"/>
                <a:gd name="connsiteY19" fmla="*/ 2082013 h 6817170"/>
                <a:gd name="connsiteX20" fmla="*/ 581866 w 6028697"/>
                <a:gd name="connsiteY20" fmla="*/ 2672638 h 6817170"/>
                <a:gd name="connsiteX21" fmla="*/ 324789 w 6028697"/>
                <a:gd name="connsiteY21" fmla="*/ 3325262 h 6817170"/>
                <a:gd name="connsiteX22" fmla="*/ 231151 w 6028697"/>
                <a:gd name="connsiteY22" fmla="*/ 4022292 h 6817170"/>
                <a:gd name="connsiteX23" fmla="*/ 270592 w 6028697"/>
                <a:gd name="connsiteY23" fmla="*/ 4362792 h 6817170"/>
                <a:gd name="connsiteX24" fmla="*/ 387213 w 6028697"/>
                <a:gd name="connsiteY24" fmla="*/ 4681585 h 6817170"/>
                <a:gd name="connsiteX25" fmla="*/ 468507 w 6028697"/>
                <a:gd name="connsiteY25" fmla="*/ 4831546 h 6817170"/>
                <a:gd name="connsiteX26" fmla="*/ 561862 w 6028697"/>
                <a:gd name="connsiteY26" fmla="*/ 4976826 h 6817170"/>
                <a:gd name="connsiteX27" fmla="*/ 777511 w 6028697"/>
                <a:gd name="connsiteY27" fmla="*/ 5257597 h 6817170"/>
                <a:gd name="connsiteX28" fmla="*/ 1010895 w 6028697"/>
                <a:gd name="connsiteY28" fmla="*/ 5540494 h 6817170"/>
                <a:gd name="connsiteX29" fmla="*/ 1126948 w 6028697"/>
                <a:gd name="connsiteY29" fmla="*/ 5688186 h 6817170"/>
                <a:gd name="connsiteX30" fmla="*/ 1182706 w 6028697"/>
                <a:gd name="connsiteY30" fmla="*/ 5760543 h 6817170"/>
                <a:gd name="connsiteX31" fmla="*/ 1237327 w 6028697"/>
                <a:gd name="connsiteY31" fmla="*/ 5830060 h 6817170"/>
                <a:gd name="connsiteX32" fmla="*/ 1706649 w 6028697"/>
                <a:gd name="connsiteY32" fmla="*/ 6342797 h 6817170"/>
                <a:gd name="connsiteX33" fmla="*/ 1956207 w 6028697"/>
                <a:gd name="connsiteY33" fmla="*/ 6573484 h 6817170"/>
                <a:gd name="connsiteX34" fmla="*/ 2217681 w 6028697"/>
                <a:gd name="connsiteY34" fmla="*/ 6786297 h 6817170"/>
                <a:gd name="connsiteX35" fmla="*/ 2260820 w 6028697"/>
                <a:gd name="connsiteY35" fmla="*/ 6817170 h 6817170"/>
                <a:gd name="connsiteX36" fmla="*/ 1429497 w 6028697"/>
                <a:gd name="connsiteY36" fmla="*/ 6817170 h 6817170"/>
                <a:gd name="connsiteX37" fmla="*/ 1327275 w 6028697"/>
                <a:gd name="connsiteY37" fmla="*/ 6713800 h 6817170"/>
                <a:gd name="connsiteX38" fmla="*/ 1080556 w 6028697"/>
                <a:gd name="connsiteY38" fmla="*/ 6414443 h 6817170"/>
                <a:gd name="connsiteX39" fmla="*/ 865189 w 6028697"/>
                <a:gd name="connsiteY39" fmla="*/ 6097496 h 6817170"/>
                <a:gd name="connsiteX40" fmla="*/ 814823 w 6028697"/>
                <a:gd name="connsiteY40" fmla="*/ 6016911 h 6817170"/>
                <a:gd name="connsiteX41" fmla="*/ 766729 w 6028697"/>
                <a:gd name="connsiteY41" fmla="*/ 5938453 h 6817170"/>
                <a:gd name="connsiteX42" fmla="*/ 671672 w 6028697"/>
                <a:gd name="connsiteY42" fmla="*/ 5786648 h 6817170"/>
                <a:gd name="connsiteX43" fmla="*/ 474608 w 6028697"/>
                <a:gd name="connsiteY43" fmla="*/ 5474664 h 6817170"/>
                <a:gd name="connsiteX44" fmla="*/ 282652 w 6028697"/>
                <a:gd name="connsiteY44" fmla="*/ 5146508 h 6817170"/>
                <a:gd name="connsiteX45" fmla="*/ 196108 w 6028697"/>
                <a:gd name="connsiteY45" fmla="*/ 4972712 h 6817170"/>
                <a:gd name="connsiteX46" fmla="*/ 122474 w 6028697"/>
                <a:gd name="connsiteY46" fmla="*/ 4791821 h 6817170"/>
                <a:gd name="connsiteX47" fmla="*/ 65724 w 6028697"/>
                <a:gd name="connsiteY47" fmla="*/ 4603129 h 6817170"/>
                <a:gd name="connsiteX48" fmla="*/ 44727 w 6028697"/>
                <a:gd name="connsiteY48" fmla="*/ 4506937 h 6817170"/>
                <a:gd name="connsiteX49" fmla="*/ 35505 w 6028697"/>
                <a:gd name="connsiteY49" fmla="*/ 4458699 h 6817170"/>
                <a:gd name="connsiteX50" fmla="*/ 27845 w 6028697"/>
                <a:gd name="connsiteY50" fmla="*/ 4410320 h 6817170"/>
                <a:gd name="connsiteX51" fmla="*/ 37 w 6028697"/>
                <a:gd name="connsiteY51" fmla="*/ 4022292 h 6817170"/>
                <a:gd name="connsiteX52" fmla="*/ 78777 w 6028697"/>
                <a:gd name="connsiteY52" fmla="*/ 3267236 h 6817170"/>
                <a:gd name="connsiteX53" fmla="*/ 315424 w 6028697"/>
                <a:gd name="connsiteY53" fmla="*/ 2543673 h 6817170"/>
                <a:gd name="connsiteX54" fmla="*/ 1202710 w 6028697"/>
                <a:gd name="connsiteY54" fmla="*/ 1314895 h 6817170"/>
                <a:gd name="connsiteX55" fmla="*/ 1791065 w 6028697"/>
                <a:gd name="connsiteY55" fmla="*/ 833514 h 6817170"/>
                <a:gd name="connsiteX56" fmla="*/ 3908404 w 6028697"/>
                <a:gd name="connsiteY56" fmla="*/ 29794 h 6817170"/>
                <a:gd name="connsiteX57" fmla="*/ 4481066 w 6028697"/>
                <a:gd name="connsiteY57" fmla="*/ 478 h 6817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</a:cxnLst>
              <a:rect l="l" t="t" r="r" b="b"/>
              <a:pathLst>
                <a:path w="6028697" h="6817170">
                  <a:moveTo>
                    <a:pt x="6028697" y="6155323"/>
                  </a:moveTo>
                  <a:lnTo>
                    <a:pt x="6028697" y="6817170"/>
                  </a:lnTo>
                  <a:lnTo>
                    <a:pt x="5157862" y="6817170"/>
                  </a:lnTo>
                  <a:lnTo>
                    <a:pt x="5347156" y="6687553"/>
                  </a:lnTo>
                  <a:cubicBezTo>
                    <a:pt x="5394117" y="6653219"/>
                    <a:pt x="5440793" y="6617608"/>
                    <a:pt x="5487470" y="6581714"/>
                  </a:cubicBezTo>
                  <a:cubicBezTo>
                    <a:pt x="5534147" y="6545820"/>
                    <a:pt x="5580966" y="6509358"/>
                    <a:pt x="5627642" y="6472328"/>
                  </a:cubicBezTo>
                  <a:lnTo>
                    <a:pt x="5911392" y="6245328"/>
                  </a:lnTo>
                  <a:close/>
                  <a:moveTo>
                    <a:pt x="4481066" y="478"/>
                  </a:moveTo>
                  <a:cubicBezTo>
                    <a:pt x="4544817" y="1422"/>
                    <a:pt x="4608563" y="3769"/>
                    <a:pt x="4672258" y="7519"/>
                  </a:cubicBezTo>
                  <a:cubicBezTo>
                    <a:pt x="4927973" y="22364"/>
                    <a:pt x="5181687" y="61751"/>
                    <a:pt x="5429869" y="125134"/>
                  </a:cubicBezTo>
                  <a:cubicBezTo>
                    <a:pt x="5617090" y="173104"/>
                    <a:pt x="5799867" y="236595"/>
                    <a:pt x="5976319" y="314893"/>
                  </a:cubicBezTo>
                  <a:lnTo>
                    <a:pt x="6028697" y="339901"/>
                  </a:lnTo>
                  <a:lnTo>
                    <a:pt x="6028697" y="732458"/>
                  </a:lnTo>
                  <a:lnTo>
                    <a:pt x="5990985" y="712211"/>
                  </a:lnTo>
                  <a:cubicBezTo>
                    <a:pt x="5783917" y="609342"/>
                    <a:pt x="5566013" y="529876"/>
                    <a:pt x="5341339" y="475281"/>
                  </a:cubicBezTo>
                  <a:cubicBezTo>
                    <a:pt x="5115233" y="420503"/>
                    <a:pt x="4884375" y="387624"/>
                    <a:pt x="4651969" y="377104"/>
                  </a:cubicBezTo>
                  <a:cubicBezTo>
                    <a:pt x="4418713" y="365171"/>
                    <a:pt x="4184861" y="373670"/>
                    <a:pt x="3953093" y="402498"/>
                  </a:cubicBezTo>
                  <a:cubicBezTo>
                    <a:pt x="3721001" y="431832"/>
                    <a:pt x="3491675" y="480040"/>
                    <a:pt x="3267413" y="546643"/>
                  </a:cubicBezTo>
                  <a:cubicBezTo>
                    <a:pt x="2591323" y="750761"/>
                    <a:pt x="1967642" y="1099289"/>
                    <a:pt x="1439498" y="1568141"/>
                  </a:cubicBezTo>
                  <a:cubicBezTo>
                    <a:pt x="1265589" y="1725523"/>
                    <a:pt x="1105393" y="1897434"/>
                    <a:pt x="960671" y="2082013"/>
                  </a:cubicBezTo>
                  <a:cubicBezTo>
                    <a:pt x="815775" y="2266294"/>
                    <a:pt x="688923" y="2464081"/>
                    <a:pt x="581866" y="2672638"/>
                  </a:cubicBezTo>
                  <a:cubicBezTo>
                    <a:pt x="473765" y="2880669"/>
                    <a:pt x="387610" y="3099397"/>
                    <a:pt x="324789" y="3325262"/>
                  </a:cubicBezTo>
                  <a:cubicBezTo>
                    <a:pt x="262714" y="3552403"/>
                    <a:pt x="231223" y="3786822"/>
                    <a:pt x="231151" y="4022292"/>
                  </a:cubicBezTo>
                  <a:cubicBezTo>
                    <a:pt x="231413" y="4136912"/>
                    <a:pt x="244645" y="4251136"/>
                    <a:pt x="270592" y="4362792"/>
                  </a:cubicBezTo>
                  <a:cubicBezTo>
                    <a:pt x="297885" y="4472943"/>
                    <a:pt x="336983" y="4579833"/>
                    <a:pt x="387213" y="4681585"/>
                  </a:cubicBezTo>
                  <a:cubicBezTo>
                    <a:pt x="412042" y="4732517"/>
                    <a:pt x="439423" y="4782457"/>
                    <a:pt x="468507" y="4831546"/>
                  </a:cubicBezTo>
                  <a:cubicBezTo>
                    <a:pt x="497591" y="4880636"/>
                    <a:pt x="529230" y="4929015"/>
                    <a:pt x="561862" y="4976826"/>
                  </a:cubicBezTo>
                  <a:cubicBezTo>
                    <a:pt x="627975" y="5072166"/>
                    <a:pt x="701466" y="5164668"/>
                    <a:pt x="777511" y="5257597"/>
                  </a:cubicBezTo>
                  <a:cubicBezTo>
                    <a:pt x="853556" y="5350524"/>
                    <a:pt x="933574" y="5443594"/>
                    <a:pt x="1010895" y="5540494"/>
                  </a:cubicBezTo>
                  <a:cubicBezTo>
                    <a:pt x="1049957" y="5588732"/>
                    <a:pt x="1088642" y="5637963"/>
                    <a:pt x="1126948" y="5688186"/>
                  </a:cubicBezTo>
                  <a:lnTo>
                    <a:pt x="1182706" y="5760543"/>
                  </a:lnTo>
                  <a:cubicBezTo>
                    <a:pt x="1201007" y="5783669"/>
                    <a:pt x="1218458" y="5807503"/>
                    <a:pt x="1237327" y="5830060"/>
                  </a:cubicBezTo>
                  <a:cubicBezTo>
                    <a:pt x="1383714" y="6009916"/>
                    <a:pt x="1540413" y="6181116"/>
                    <a:pt x="1706649" y="6342797"/>
                  </a:cubicBezTo>
                  <a:cubicBezTo>
                    <a:pt x="1788084" y="6422531"/>
                    <a:pt x="1871265" y="6499427"/>
                    <a:pt x="1956207" y="6573484"/>
                  </a:cubicBezTo>
                  <a:cubicBezTo>
                    <a:pt x="2041332" y="6647402"/>
                    <a:pt x="2127733" y="6718907"/>
                    <a:pt x="2217681" y="6786297"/>
                  </a:cubicBezTo>
                  <a:lnTo>
                    <a:pt x="2260820" y="6817170"/>
                  </a:lnTo>
                  <a:lnTo>
                    <a:pt x="1429497" y="6817170"/>
                  </a:lnTo>
                  <a:lnTo>
                    <a:pt x="1327275" y="6713800"/>
                  </a:lnTo>
                  <a:cubicBezTo>
                    <a:pt x="1239186" y="6618984"/>
                    <a:pt x="1156797" y="6519019"/>
                    <a:pt x="1080556" y="6414443"/>
                  </a:cubicBezTo>
                  <a:cubicBezTo>
                    <a:pt x="1004653" y="6310734"/>
                    <a:pt x="932439" y="6205177"/>
                    <a:pt x="865189" y="6097496"/>
                  </a:cubicBezTo>
                  <a:cubicBezTo>
                    <a:pt x="847881" y="6070823"/>
                    <a:pt x="831565" y="6043725"/>
                    <a:pt x="814823" y="6016911"/>
                  </a:cubicBezTo>
                  <a:lnTo>
                    <a:pt x="766729" y="5938453"/>
                  </a:lnTo>
                  <a:cubicBezTo>
                    <a:pt x="735941" y="5887947"/>
                    <a:pt x="703878" y="5837581"/>
                    <a:pt x="671672" y="5786648"/>
                  </a:cubicBezTo>
                  <a:lnTo>
                    <a:pt x="474608" y="5474664"/>
                  </a:lnTo>
                  <a:cubicBezTo>
                    <a:pt x="408778" y="5368968"/>
                    <a:pt x="343516" y="5260008"/>
                    <a:pt x="282652" y="5146508"/>
                  </a:cubicBezTo>
                  <a:cubicBezTo>
                    <a:pt x="252290" y="5089759"/>
                    <a:pt x="223065" y="5032015"/>
                    <a:pt x="196108" y="4972712"/>
                  </a:cubicBezTo>
                  <a:cubicBezTo>
                    <a:pt x="169152" y="4913408"/>
                    <a:pt x="144607" y="4853111"/>
                    <a:pt x="122474" y="4791821"/>
                  </a:cubicBezTo>
                  <a:cubicBezTo>
                    <a:pt x="100342" y="4730532"/>
                    <a:pt x="81757" y="4666830"/>
                    <a:pt x="65724" y="4603129"/>
                  </a:cubicBezTo>
                  <a:cubicBezTo>
                    <a:pt x="58205" y="4571064"/>
                    <a:pt x="50828" y="4539143"/>
                    <a:pt x="44727" y="4506937"/>
                  </a:cubicBezTo>
                  <a:lnTo>
                    <a:pt x="35505" y="4458699"/>
                  </a:lnTo>
                  <a:lnTo>
                    <a:pt x="27845" y="4410320"/>
                  </a:lnTo>
                  <a:cubicBezTo>
                    <a:pt x="8635" y="4281881"/>
                    <a:pt x="-661" y="4152150"/>
                    <a:pt x="37" y="4022292"/>
                  </a:cubicBezTo>
                  <a:cubicBezTo>
                    <a:pt x="712" y="3768592"/>
                    <a:pt x="27094" y="3515615"/>
                    <a:pt x="78777" y="3267236"/>
                  </a:cubicBezTo>
                  <a:cubicBezTo>
                    <a:pt x="130048" y="3017876"/>
                    <a:pt x="209439" y="2775142"/>
                    <a:pt x="315424" y="2543673"/>
                  </a:cubicBezTo>
                  <a:cubicBezTo>
                    <a:pt x="528236" y="2081161"/>
                    <a:pt x="838234" y="1667312"/>
                    <a:pt x="1202710" y="1314895"/>
                  </a:cubicBezTo>
                  <a:cubicBezTo>
                    <a:pt x="1385514" y="1138814"/>
                    <a:pt x="1582282" y="977831"/>
                    <a:pt x="1791065" y="833514"/>
                  </a:cubicBezTo>
                  <a:cubicBezTo>
                    <a:pt x="2420037" y="395614"/>
                    <a:pt x="3147288" y="119557"/>
                    <a:pt x="3908404" y="29794"/>
                  </a:cubicBezTo>
                  <a:cubicBezTo>
                    <a:pt x="4098509" y="7429"/>
                    <a:pt x="4289811" y="-2355"/>
                    <a:pt x="4481066" y="478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C72F6EE6-EDE9-45A5-8F6D-02B9B7CB2C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1"/>
              <a:ext cx="6165116" cy="6858001"/>
            </a:xfrm>
            <a:custGeom>
              <a:avLst/>
              <a:gdLst>
                <a:gd name="connsiteX0" fmla="*/ 6264586 w 6264586"/>
                <a:gd name="connsiteY0" fmla="*/ 6646464 h 6858001"/>
                <a:gd name="connsiteX1" fmla="*/ 6264586 w 6264586"/>
                <a:gd name="connsiteY1" fmla="*/ 6858001 h 6858001"/>
                <a:gd name="connsiteX2" fmla="*/ 5997170 w 6264586"/>
                <a:gd name="connsiteY2" fmla="*/ 6858001 h 6858001"/>
                <a:gd name="connsiteX3" fmla="*/ 6121512 w 6264586"/>
                <a:gd name="connsiteY3" fmla="*/ 6761029 h 6858001"/>
                <a:gd name="connsiteX4" fmla="*/ 2693206 w 6264586"/>
                <a:gd name="connsiteY4" fmla="*/ 0 h 6858001"/>
                <a:gd name="connsiteX5" fmla="*/ 5872285 w 6264586"/>
                <a:gd name="connsiteY5" fmla="*/ 0 h 6858001"/>
                <a:gd name="connsiteX6" fmla="*/ 6024875 w 6264586"/>
                <a:gd name="connsiteY6" fmla="*/ 68385 h 6858001"/>
                <a:gd name="connsiteX7" fmla="*/ 6206432 w 6264586"/>
                <a:gd name="connsiteY7" fmla="*/ 162336 h 6858001"/>
                <a:gd name="connsiteX8" fmla="*/ 6264586 w 6264586"/>
                <a:gd name="connsiteY8" fmla="*/ 196704 h 6858001"/>
                <a:gd name="connsiteX9" fmla="*/ 6264586 w 6264586"/>
                <a:gd name="connsiteY9" fmla="*/ 537242 h 6858001"/>
                <a:gd name="connsiteX10" fmla="*/ 6230189 w 6264586"/>
                <a:gd name="connsiteY10" fmla="*/ 517260 h 6858001"/>
                <a:gd name="connsiteX11" fmla="*/ 5540536 w 6264586"/>
                <a:gd name="connsiteY11" fmla="*/ 249543 h 6858001"/>
                <a:gd name="connsiteX12" fmla="*/ 5178896 w 6264586"/>
                <a:gd name="connsiteY12" fmla="*/ 178606 h 6858001"/>
                <a:gd name="connsiteX13" fmla="*/ 4814279 w 6264586"/>
                <a:gd name="connsiteY13" fmla="*/ 146683 h 6858001"/>
                <a:gd name="connsiteX14" fmla="*/ 4655095 w 6264586"/>
                <a:gd name="connsiteY14" fmla="*/ 143421 h 6858001"/>
                <a:gd name="connsiteX15" fmla="*/ 4081069 w 6264586"/>
                <a:gd name="connsiteY15" fmla="*/ 185983 h 6858001"/>
                <a:gd name="connsiteX16" fmla="*/ 3720566 w 6264586"/>
                <a:gd name="connsiteY16" fmla="*/ 256921 h 6858001"/>
                <a:gd name="connsiteX17" fmla="*/ 3365879 w 6264586"/>
                <a:gd name="connsiteY17" fmla="*/ 357651 h 6858001"/>
                <a:gd name="connsiteX18" fmla="*/ 3020555 w 6264586"/>
                <a:gd name="connsiteY18" fmla="*/ 486190 h 6858001"/>
                <a:gd name="connsiteX19" fmla="*/ 2685163 w 6264586"/>
                <a:gd name="connsiteY19" fmla="*/ 641542 h 6858001"/>
                <a:gd name="connsiteX20" fmla="*/ 2047720 w 6264586"/>
                <a:gd name="connsiteY20" fmla="*/ 1025030 h 6858001"/>
                <a:gd name="connsiteX21" fmla="*/ 1897333 w 6264586"/>
                <a:gd name="connsiteY21" fmla="*/ 1134983 h 6858001"/>
                <a:gd name="connsiteX22" fmla="*/ 1835758 w 6264586"/>
                <a:gd name="connsiteY22" fmla="*/ 1182227 h 6858001"/>
                <a:gd name="connsiteX23" fmla="*/ 1823273 w 6264586"/>
                <a:gd name="connsiteY23" fmla="*/ 1192016 h 6858001"/>
                <a:gd name="connsiteX24" fmla="*/ 1750918 w 6264586"/>
                <a:gd name="connsiteY24" fmla="*/ 1249760 h 6858001"/>
                <a:gd name="connsiteX25" fmla="*/ 1469297 w 6264586"/>
                <a:gd name="connsiteY25" fmla="*/ 1496906 h 6858001"/>
                <a:gd name="connsiteX26" fmla="*/ 967769 w 6264586"/>
                <a:gd name="connsiteY26" fmla="*/ 2056602 h 6858001"/>
                <a:gd name="connsiteX27" fmla="*/ 754105 w 6264586"/>
                <a:gd name="connsiteY27" fmla="*/ 2368727 h 6858001"/>
                <a:gd name="connsiteX28" fmla="*/ 572364 w 6264586"/>
                <a:gd name="connsiteY28" fmla="*/ 2701140 h 6858001"/>
                <a:gd name="connsiteX29" fmla="*/ 532497 w 6264586"/>
                <a:gd name="connsiteY29" fmla="*/ 2786265 h 6858001"/>
                <a:gd name="connsiteX30" fmla="*/ 512918 w 6264586"/>
                <a:gd name="connsiteY30" fmla="*/ 2828827 h 6858001"/>
                <a:gd name="connsiteX31" fmla="*/ 494475 w 6264586"/>
                <a:gd name="connsiteY31" fmla="*/ 2872240 h 6858001"/>
                <a:gd name="connsiteX32" fmla="*/ 491637 w 6264586"/>
                <a:gd name="connsiteY32" fmla="*/ 2878908 h 6858001"/>
                <a:gd name="connsiteX33" fmla="*/ 459290 w 6264586"/>
                <a:gd name="connsiteY33" fmla="*/ 2959635 h 6858001"/>
                <a:gd name="connsiteX34" fmla="*/ 446805 w 6264586"/>
                <a:gd name="connsiteY34" fmla="*/ 2992408 h 6858001"/>
                <a:gd name="connsiteX35" fmla="*/ 426090 w 6264586"/>
                <a:gd name="connsiteY35" fmla="*/ 3049158 h 6858001"/>
                <a:gd name="connsiteX36" fmla="*/ 426090 w 6264586"/>
                <a:gd name="connsiteY36" fmla="*/ 3049867 h 6858001"/>
                <a:gd name="connsiteX37" fmla="*/ 318124 w 6264586"/>
                <a:gd name="connsiteY37" fmla="*/ 3414202 h 6858001"/>
                <a:gd name="connsiteX38" fmla="*/ 230729 w 6264586"/>
                <a:gd name="connsiteY38" fmla="*/ 4169260 h 6858001"/>
                <a:gd name="connsiteX39" fmla="*/ 268893 w 6264586"/>
                <a:gd name="connsiteY39" fmla="*/ 4544236 h 6858001"/>
                <a:gd name="connsiteX40" fmla="*/ 379840 w 6264586"/>
                <a:gd name="connsiteY40" fmla="*/ 4900056 h 6858001"/>
                <a:gd name="connsiteX41" fmla="*/ 406512 w 6264586"/>
                <a:gd name="connsiteY41" fmla="*/ 4960211 h 6858001"/>
                <a:gd name="connsiteX42" fmla="*/ 417862 w 6264586"/>
                <a:gd name="connsiteY42" fmla="*/ 4984613 h 6858001"/>
                <a:gd name="connsiteX43" fmla="*/ 428077 w 6264586"/>
                <a:gd name="connsiteY43" fmla="*/ 5005043 h 6858001"/>
                <a:gd name="connsiteX44" fmla="*/ 460140 w 6264586"/>
                <a:gd name="connsiteY44" fmla="*/ 5067327 h 6858001"/>
                <a:gd name="connsiteX45" fmla="*/ 555197 w 6264586"/>
                <a:gd name="connsiteY45" fmla="*/ 5229773 h 6858001"/>
                <a:gd name="connsiteX46" fmla="*/ 660611 w 6264586"/>
                <a:gd name="connsiteY46" fmla="*/ 5387396 h 6858001"/>
                <a:gd name="connsiteX47" fmla="*/ 774110 w 6264586"/>
                <a:gd name="connsiteY47" fmla="*/ 5542182 h 6858001"/>
                <a:gd name="connsiteX48" fmla="*/ 917829 w 6264586"/>
                <a:gd name="connsiteY48" fmla="*/ 5727896 h 6858001"/>
                <a:gd name="connsiteX49" fmla="*/ 1012885 w 6264586"/>
                <a:gd name="connsiteY49" fmla="*/ 5849767 h 6858001"/>
                <a:gd name="connsiteX50" fmla="*/ 1133053 w 6264586"/>
                <a:gd name="connsiteY50" fmla="*/ 6006822 h 6858001"/>
                <a:gd name="connsiteX51" fmla="*/ 1194343 w 6264586"/>
                <a:gd name="connsiteY51" fmla="*/ 6090245 h 6858001"/>
                <a:gd name="connsiteX52" fmla="*/ 1249390 w 6264586"/>
                <a:gd name="connsiteY52" fmla="*/ 6165155 h 6858001"/>
                <a:gd name="connsiteX53" fmla="*/ 1345724 w 6264586"/>
                <a:gd name="connsiteY53" fmla="*/ 6292132 h 6858001"/>
                <a:gd name="connsiteX54" fmla="*/ 1364310 w 6264586"/>
                <a:gd name="connsiteY54" fmla="*/ 6316251 h 6858001"/>
                <a:gd name="connsiteX55" fmla="*/ 1373673 w 6264586"/>
                <a:gd name="connsiteY55" fmla="*/ 6327885 h 6858001"/>
                <a:gd name="connsiteX56" fmla="*/ 1484619 w 6264586"/>
                <a:gd name="connsiteY56" fmla="*/ 6462240 h 6858001"/>
                <a:gd name="connsiteX57" fmla="*/ 1739000 w 6264586"/>
                <a:gd name="connsiteY57" fmla="*/ 6737335 h 6858001"/>
                <a:gd name="connsiteX58" fmla="*/ 1866801 w 6264586"/>
                <a:gd name="connsiteY58" fmla="*/ 6858001 h 6858001"/>
                <a:gd name="connsiteX59" fmla="*/ 1144149 w 6264586"/>
                <a:gd name="connsiteY59" fmla="*/ 6858001 h 6858001"/>
                <a:gd name="connsiteX60" fmla="*/ 1058349 w 6264586"/>
                <a:gd name="connsiteY60" fmla="*/ 6766452 h 6858001"/>
                <a:gd name="connsiteX61" fmla="*/ 580309 w 6264586"/>
                <a:gd name="connsiteY61" fmla="*/ 6105000 h 6858001"/>
                <a:gd name="connsiteX62" fmla="*/ 1 w 6264586"/>
                <a:gd name="connsiteY62" fmla="*/ 3960094 h 6858001"/>
                <a:gd name="connsiteX63" fmla="*/ 2599292 w 6264586"/>
                <a:gd name="connsiteY63" fmla="*/ 37050 h 6858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6264586" h="6858001">
                  <a:moveTo>
                    <a:pt x="6264586" y="6646464"/>
                  </a:moveTo>
                  <a:lnTo>
                    <a:pt x="6264586" y="6858001"/>
                  </a:lnTo>
                  <a:lnTo>
                    <a:pt x="5997170" y="6858001"/>
                  </a:lnTo>
                  <a:lnTo>
                    <a:pt x="6121512" y="6761029"/>
                  </a:lnTo>
                  <a:close/>
                  <a:moveTo>
                    <a:pt x="2693206" y="0"/>
                  </a:moveTo>
                  <a:lnTo>
                    <a:pt x="5872285" y="0"/>
                  </a:lnTo>
                  <a:lnTo>
                    <a:pt x="6024875" y="68385"/>
                  </a:lnTo>
                  <a:cubicBezTo>
                    <a:pt x="6086250" y="97989"/>
                    <a:pt x="6146793" y="129318"/>
                    <a:pt x="6206432" y="162336"/>
                  </a:cubicBezTo>
                  <a:lnTo>
                    <a:pt x="6264586" y="196704"/>
                  </a:lnTo>
                  <a:lnTo>
                    <a:pt x="6264586" y="537242"/>
                  </a:lnTo>
                  <a:lnTo>
                    <a:pt x="6230189" y="517260"/>
                  </a:lnTo>
                  <a:cubicBezTo>
                    <a:pt x="6012226" y="399931"/>
                    <a:pt x="5780573" y="310008"/>
                    <a:pt x="5540536" y="249543"/>
                  </a:cubicBezTo>
                  <a:cubicBezTo>
                    <a:pt x="5421375" y="219324"/>
                    <a:pt x="5300641" y="195644"/>
                    <a:pt x="5178896" y="178606"/>
                  </a:cubicBezTo>
                  <a:cubicBezTo>
                    <a:pt x="5057977" y="161840"/>
                    <a:pt x="4936276" y="151186"/>
                    <a:pt x="4814279" y="146683"/>
                  </a:cubicBezTo>
                  <a:cubicBezTo>
                    <a:pt x="4761501" y="144556"/>
                    <a:pt x="4708015" y="143421"/>
                    <a:pt x="4655095" y="143421"/>
                  </a:cubicBezTo>
                  <a:cubicBezTo>
                    <a:pt x="4462968" y="143573"/>
                    <a:pt x="4271111" y="157799"/>
                    <a:pt x="4081069" y="185983"/>
                  </a:cubicBezTo>
                  <a:cubicBezTo>
                    <a:pt x="3956361" y="205703"/>
                    <a:pt x="3835058" y="229396"/>
                    <a:pt x="3720566" y="256921"/>
                  </a:cubicBezTo>
                  <a:cubicBezTo>
                    <a:pt x="3596708" y="286714"/>
                    <a:pt x="3477677" y="320905"/>
                    <a:pt x="3365879" y="357651"/>
                  </a:cubicBezTo>
                  <a:cubicBezTo>
                    <a:pt x="3249257" y="395958"/>
                    <a:pt x="3133487" y="438945"/>
                    <a:pt x="3020555" y="486190"/>
                  </a:cubicBezTo>
                  <a:cubicBezTo>
                    <a:pt x="2907623" y="533434"/>
                    <a:pt x="2794832" y="585786"/>
                    <a:pt x="2685163" y="641542"/>
                  </a:cubicBezTo>
                  <a:cubicBezTo>
                    <a:pt x="2463995" y="754348"/>
                    <a:pt x="2250998" y="882488"/>
                    <a:pt x="2047720" y="1025030"/>
                  </a:cubicBezTo>
                  <a:cubicBezTo>
                    <a:pt x="2006151" y="1054399"/>
                    <a:pt x="1951528" y="1093415"/>
                    <a:pt x="1897333" y="1134983"/>
                  </a:cubicBezTo>
                  <a:cubicBezTo>
                    <a:pt x="1876761" y="1150164"/>
                    <a:pt x="1855905" y="1166479"/>
                    <a:pt x="1835758" y="1182227"/>
                  </a:cubicBezTo>
                  <a:lnTo>
                    <a:pt x="1823273" y="1192016"/>
                  </a:lnTo>
                  <a:cubicBezTo>
                    <a:pt x="1797027" y="1211879"/>
                    <a:pt x="1772057" y="1232309"/>
                    <a:pt x="1750918" y="1249760"/>
                  </a:cubicBezTo>
                  <a:cubicBezTo>
                    <a:pt x="1645931" y="1335737"/>
                    <a:pt x="1554422" y="1416605"/>
                    <a:pt x="1469297" y="1496906"/>
                  </a:cubicBezTo>
                  <a:cubicBezTo>
                    <a:pt x="1286595" y="1668957"/>
                    <a:pt x="1118818" y="1856190"/>
                    <a:pt x="967769" y="2056602"/>
                  </a:cubicBezTo>
                  <a:cubicBezTo>
                    <a:pt x="890731" y="2159603"/>
                    <a:pt x="818800" y="2264590"/>
                    <a:pt x="754105" y="2368727"/>
                  </a:cubicBezTo>
                  <a:cubicBezTo>
                    <a:pt x="681749" y="2488328"/>
                    <a:pt x="622304" y="2596720"/>
                    <a:pt x="572364" y="2701140"/>
                  </a:cubicBezTo>
                  <a:cubicBezTo>
                    <a:pt x="557609" y="2730507"/>
                    <a:pt x="543989" y="2760443"/>
                    <a:pt x="532497" y="2786265"/>
                  </a:cubicBezTo>
                  <a:lnTo>
                    <a:pt x="512918" y="2828827"/>
                  </a:lnTo>
                  <a:lnTo>
                    <a:pt x="494475" y="2872240"/>
                  </a:lnTo>
                  <a:lnTo>
                    <a:pt x="491637" y="2878908"/>
                  </a:lnTo>
                  <a:cubicBezTo>
                    <a:pt x="480146" y="2906575"/>
                    <a:pt x="469220" y="2932821"/>
                    <a:pt x="459290" y="2959635"/>
                  </a:cubicBezTo>
                  <a:cubicBezTo>
                    <a:pt x="455176" y="2970559"/>
                    <a:pt x="451060" y="2981484"/>
                    <a:pt x="446805" y="2992408"/>
                  </a:cubicBezTo>
                  <a:cubicBezTo>
                    <a:pt x="439427" y="3012412"/>
                    <a:pt x="432333" y="3030572"/>
                    <a:pt x="426090" y="3049158"/>
                  </a:cubicBezTo>
                  <a:lnTo>
                    <a:pt x="426090" y="3049867"/>
                  </a:lnTo>
                  <a:cubicBezTo>
                    <a:pt x="383010" y="3169099"/>
                    <a:pt x="346959" y="3290756"/>
                    <a:pt x="318124" y="3414202"/>
                  </a:cubicBezTo>
                  <a:cubicBezTo>
                    <a:pt x="260107" y="3661703"/>
                    <a:pt x="230780" y="3915049"/>
                    <a:pt x="230729" y="4169260"/>
                  </a:cubicBezTo>
                  <a:cubicBezTo>
                    <a:pt x="231621" y="4295173"/>
                    <a:pt x="244398" y="4420719"/>
                    <a:pt x="268893" y="4544236"/>
                  </a:cubicBezTo>
                  <a:cubicBezTo>
                    <a:pt x="293708" y="4666304"/>
                    <a:pt x="330882" y="4785521"/>
                    <a:pt x="379840" y="4900056"/>
                  </a:cubicBezTo>
                  <a:cubicBezTo>
                    <a:pt x="387926" y="4919919"/>
                    <a:pt x="397006" y="4939498"/>
                    <a:pt x="406512" y="4960211"/>
                  </a:cubicBezTo>
                  <a:cubicBezTo>
                    <a:pt x="410343" y="4968299"/>
                    <a:pt x="414173" y="4976385"/>
                    <a:pt x="417862" y="4984613"/>
                  </a:cubicBezTo>
                  <a:lnTo>
                    <a:pt x="428077" y="5005043"/>
                  </a:lnTo>
                  <a:cubicBezTo>
                    <a:pt x="438860" y="5026751"/>
                    <a:pt x="449075" y="5047181"/>
                    <a:pt x="460140" y="5067327"/>
                  </a:cubicBezTo>
                  <a:cubicBezTo>
                    <a:pt x="485536" y="5116273"/>
                    <a:pt x="514763" y="5165789"/>
                    <a:pt x="555197" y="5229773"/>
                  </a:cubicBezTo>
                  <a:cubicBezTo>
                    <a:pt x="586836" y="5280282"/>
                    <a:pt x="620318" y="5329511"/>
                    <a:pt x="660611" y="5387396"/>
                  </a:cubicBezTo>
                  <a:cubicBezTo>
                    <a:pt x="698065" y="5440741"/>
                    <a:pt x="737223" y="5493094"/>
                    <a:pt x="774110" y="5542182"/>
                  </a:cubicBezTo>
                  <a:cubicBezTo>
                    <a:pt x="821070" y="5604324"/>
                    <a:pt x="870301" y="5667173"/>
                    <a:pt x="917829" y="5727896"/>
                  </a:cubicBezTo>
                  <a:cubicBezTo>
                    <a:pt x="949042" y="5767762"/>
                    <a:pt x="979828" y="5807063"/>
                    <a:pt x="1012885" y="5849767"/>
                  </a:cubicBezTo>
                  <a:cubicBezTo>
                    <a:pt x="1045942" y="5892471"/>
                    <a:pt x="1089497" y="5948796"/>
                    <a:pt x="1133053" y="6006822"/>
                  </a:cubicBezTo>
                  <a:cubicBezTo>
                    <a:pt x="1153624" y="6034345"/>
                    <a:pt x="1175332" y="6063998"/>
                    <a:pt x="1194343" y="6090245"/>
                  </a:cubicBezTo>
                  <a:cubicBezTo>
                    <a:pt x="1213355" y="6116491"/>
                    <a:pt x="1231372" y="6141178"/>
                    <a:pt x="1249390" y="6165155"/>
                  </a:cubicBezTo>
                  <a:cubicBezTo>
                    <a:pt x="1280461" y="6208000"/>
                    <a:pt x="1313659" y="6250847"/>
                    <a:pt x="1345724" y="6292132"/>
                  </a:cubicBezTo>
                  <a:lnTo>
                    <a:pt x="1364310" y="6316251"/>
                  </a:lnTo>
                  <a:lnTo>
                    <a:pt x="1373673" y="6327885"/>
                  </a:lnTo>
                  <a:cubicBezTo>
                    <a:pt x="1409566" y="6372433"/>
                    <a:pt x="1446738" y="6418542"/>
                    <a:pt x="1484619" y="6462240"/>
                  </a:cubicBezTo>
                  <a:cubicBezTo>
                    <a:pt x="1567899" y="6559850"/>
                    <a:pt x="1653876" y="6652211"/>
                    <a:pt x="1739000" y="6737335"/>
                  </a:cubicBezTo>
                  <a:lnTo>
                    <a:pt x="1866801" y="6858001"/>
                  </a:lnTo>
                  <a:lnTo>
                    <a:pt x="1144149" y="6858001"/>
                  </a:lnTo>
                  <a:lnTo>
                    <a:pt x="1058349" y="6766452"/>
                  </a:lnTo>
                  <a:cubicBezTo>
                    <a:pt x="878978" y="6562465"/>
                    <a:pt x="718756" y="6341104"/>
                    <a:pt x="580309" y="6105000"/>
                  </a:cubicBezTo>
                  <a:cubicBezTo>
                    <a:pt x="200401" y="5454007"/>
                    <a:pt x="146" y="4713831"/>
                    <a:pt x="1" y="3960094"/>
                  </a:cubicBezTo>
                  <a:cubicBezTo>
                    <a:pt x="-335" y="2196754"/>
                    <a:pt x="1071479" y="683605"/>
                    <a:pt x="2599292" y="3705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C093DC50-3BD7-46B1-A300-CD207E152F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-5977"/>
              <a:ext cx="6238675" cy="6858001"/>
            </a:xfrm>
            <a:custGeom>
              <a:avLst/>
              <a:gdLst>
                <a:gd name="connsiteX0" fmla="*/ 6264586 w 6264586"/>
                <a:gd name="connsiteY0" fmla="*/ 6646464 h 6858001"/>
                <a:gd name="connsiteX1" fmla="*/ 6264586 w 6264586"/>
                <a:gd name="connsiteY1" fmla="*/ 6858001 h 6858001"/>
                <a:gd name="connsiteX2" fmla="*/ 5997170 w 6264586"/>
                <a:gd name="connsiteY2" fmla="*/ 6858001 h 6858001"/>
                <a:gd name="connsiteX3" fmla="*/ 6121512 w 6264586"/>
                <a:gd name="connsiteY3" fmla="*/ 6761029 h 6858001"/>
                <a:gd name="connsiteX4" fmla="*/ 2693206 w 6264586"/>
                <a:gd name="connsiteY4" fmla="*/ 0 h 6858001"/>
                <a:gd name="connsiteX5" fmla="*/ 5872285 w 6264586"/>
                <a:gd name="connsiteY5" fmla="*/ 0 h 6858001"/>
                <a:gd name="connsiteX6" fmla="*/ 6024875 w 6264586"/>
                <a:gd name="connsiteY6" fmla="*/ 68385 h 6858001"/>
                <a:gd name="connsiteX7" fmla="*/ 6206432 w 6264586"/>
                <a:gd name="connsiteY7" fmla="*/ 162336 h 6858001"/>
                <a:gd name="connsiteX8" fmla="*/ 6264586 w 6264586"/>
                <a:gd name="connsiteY8" fmla="*/ 196704 h 6858001"/>
                <a:gd name="connsiteX9" fmla="*/ 6264586 w 6264586"/>
                <a:gd name="connsiteY9" fmla="*/ 537242 h 6858001"/>
                <a:gd name="connsiteX10" fmla="*/ 6230189 w 6264586"/>
                <a:gd name="connsiteY10" fmla="*/ 517260 h 6858001"/>
                <a:gd name="connsiteX11" fmla="*/ 5540536 w 6264586"/>
                <a:gd name="connsiteY11" fmla="*/ 249543 h 6858001"/>
                <a:gd name="connsiteX12" fmla="*/ 5178896 w 6264586"/>
                <a:gd name="connsiteY12" fmla="*/ 178606 h 6858001"/>
                <a:gd name="connsiteX13" fmla="*/ 4814279 w 6264586"/>
                <a:gd name="connsiteY13" fmla="*/ 146683 h 6858001"/>
                <a:gd name="connsiteX14" fmla="*/ 4655095 w 6264586"/>
                <a:gd name="connsiteY14" fmla="*/ 143421 h 6858001"/>
                <a:gd name="connsiteX15" fmla="*/ 4081069 w 6264586"/>
                <a:gd name="connsiteY15" fmla="*/ 185983 h 6858001"/>
                <a:gd name="connsiteX16" fmla="*/ 3720566 w 6264586"/>
                <a:gd name="connsiteY16" fmla="*/ 256921 h 6858001"/>
                <a:gd name="connsiteX17" fmla="*/ 3365879 w 6264586"/>
                <a:gd name="connsiteY17" fmla="*/ 357651 h 6858001"/>
                <a:gd name="connsiteX18" fmla="*/ 3020555 w 6264586"/>
                <a:gd name="connsiteY18" fmla="*/ 486190 h 6858001"/>
                <a:gd name="connsiteX19" fmla="*/ 2685163 w 6264586"/>
                <a:gd name="connsiteY19" fmla="*/ 641542 h 6858001"/>
                <a:gd name="connsiteX20" fmla="*/ 2047720 w 6264586"/>
                <a:gd name="connsiteY20" fmla="*/ 1025030 h 6858001"/>
                <a:gd name="connsiteX21" fmla="*/ 1897333 w 6264586"/>
                <a:gd name="connsiteY21" fmla="*/ 1134983 h 6858001"/>
                <a:gd name="connsiteX22" fmla="*/ 1835758 w 6264586"/>
                <a:gd name="connsiteY22" fmla="*/ 1182227 h 6858001"/>
                <a:gd name="connsiteX23" fmla="*/ 1823273 w 6264586"/>
                <a:gd name="connsiteY23" fmla="*/ 1192016 h 6858001"/>
                <a:gd name="connsiteX24" fmla="*/ 1750918 w 6264586"/>
                <a:gd name="connsiteY24" fmla="*/ 1249760 h 6858001"/>
                <a:gd name="connsiteX25" fmla="*/ 1469297 w 6264586"/>
                <a:gd name="connsiteY25" fmla="*/ 1496906 h 6858001"/>
                <a:gd name="connsiteX26" fmla="*/ 967769 w 6264586"/>
                <a:gd name="connsiteY26" fmla="*/ 2056602 h 6858001"/>
                <a:gd name="connsiteX27" fmla="*/ 754105 w 6264586"/>
                <a:gd name="connsiteY27" fmla="*/ 2368727 h 6858001"/>
                <a:gd name="connsiteX28" fmla="*/ 572364 w 6264586"/>
                <a:gd name="connsiteY28" fmla="*/ 2701140 h 6858001"/>
                <a:gd name="connsiteX29" fmla="*/ 532497 w 6264586"/>
                <a:gd name="connsiteY29" fmla="*/ 2786265 h 6858001"/>
                <a:gd name="connsiteX30" fmla="*/ 512918 w 6264586"/>
                <a:gd name="connsiteY30" fmla="*/ 2828827 h 6858001"/>
                <a:gd name="connsiteX31" fmla="*/ 494475 w 6264586"/>
                <a:gd name="connsiteY31" fmla="*/ 2872240 h 6858001"/>
                <a:gd name="connsiteX32" fmla="*/ 491637 w 6264586"/>
                <a:gd name="connsiteY32" fmla="*/ 2878908 h 6858001"/>
                <a:gd name="connsiteX33" fmla="*/ 459290 w 6264586"/>
                <a:gd name="connsiteY33" fmla="*/ 2959635 h 6858001"/>
                <a:gd name="connsiteX34" fmla="*/ 446805 w 6264586"/>
                <a:gd name="connsiteY34" fmla="*/ 2992408 h 6858001"/>
                <a:gd name="connsiteX35" fmla="*/ 426090 w 6264586"/>
                <a:gd name="connsiteY35" fmla="*/ 3049158 h 6858001"/>
                <a:gd name="connsiteX36" fmla="*/ 426090 w 6264586"/>
                <a:gd name="connsiteY36" fmla="*/ 3049867 h 6858001"/>
                <a:gd name="connsiteX37" fmla="*/ 318124 w 6264586"/>
                <a:gd name="connsiteY37" fmla="*/ 3414202 h 6858001"/>
                <a:gd name="connsiteX38" fmla="*/ 230729 w 6264586"/>
                <a:gd name="connsiteY38" fmla="*/ 4169260 h 6858001"/>
                <a:gd name="connsiteX39" fmla="*/ 268893 w 6264586"/>
                <a:gd name="connsiteY39" fmla="*/ 4544236 h 6858001"/>
                <a:gd name="connsiteX40" fmla="*/ 379840 w 6264586"/>
                <a:gd name="connsiteY40" fmla="*/ 4900056 h 6858001"/>
                <a:gd name="connsiteX41" fmla="*/ 406512 w 6264586"/>
                <a:gd name="connsiteY41" fmla="*/ 4960211 h 6858001"/>
                <a:gd name="connsiteX42" fmla="*/ 417862 w 6264586"/>
                <a:gd name="connsiteY42" fmla="*/ 4984613 h 6858001"/>
                <a:gd name="connsiteX43" fmla="*/ 428077 w 6264586"/>
                <a:gd name="connsiteY43" fmla="*/ 5005043 h 6858001"/>
                <a:gd name="connsiteX44" fmla="*/ 460140 w 6264586"/>
                <a:gd name="connsiteY44" fmla="*/ 5067327 h 6858001"/>
                <a:gd name="connsiteX45" fmla="*/ 555197 w 6264586"/>
                <a:gd name="connsiteY45" fmla="*/ 5229773 h 6858001"/>
                <a:gd name="connsiteX46" fmla="*/ 660611 w 6264586"/>
                <a:gd name="connsiteY46" fmla="*/ 5387396 h 6858001"/>
                <a:gd name="connsiteX47" fmla="*/ 774110 w 6264586"/>
                <a:gd name="connsiteY47" fmla="*/ 5542182 h 6858001"/>
                <a:gd name="connsiteX48" fmla="*/ 917829 w 6264586"/>
                <a:gd name="connsiteY48" fmla="*/ 5727896 h 6858001"/>
                <a:gd name="connsiteX49" fmla="*/ 1012885 w 6264586"/>
                <a:gd name="connsiteY49" fmla="*/ 5849767 h 6858001"/>
                <a:gd name="connsiteX50" fmla="*/ 1133053 w 6264586"/>
                <a:gd name="connsiteY50" fmla="*/ 6006822 h 6858001"/>
                <a:gd name="connsiteX51" fmla="*/ 1194343 w 6264586"/>
                <a:gd name="connsiteY51" fmla="*/ 6090245 h 6858001"/>
                <a:gd name="connsiteX52" fmla="*/ 1249390 w 6264586"/>
                <a:gd name="connsiteY52" fmla="*/ 6165155 h 6858001"/>
                <a:gd name="connsiteX53" fmla="*/ 1345724 w 6264586"/>
                <a:gd name="connsiteY53" fmla="*/ 6292132 h 6858001"/>
                <a:gd name="connsiteX54" fmla="*/ 1364310 w 6264586"/>
                <a:gd name="connsiteY54" fmla="*/ 6316251 h 6858001"/>
                <a:gd name="connsiteX55" fmla="*/ 1373673 w 6264586"/>
                <a:gd name="connsiteY55" fmla="*/ 6327885 h 6858001"/>
                <a:gd name="connsiteX56" fmla="*/ 1484619 w 6264586"/>
                <a:gd name="connsiteY56" fmla="*/ 6462240 h 6858001"/>
                <a:gd name="connsiteX57" fmla="*/ 1739000 w 6264586"/>
                <a:gd name="connsiteY57" fmla="*/ 6737335 h 6858001"/>
                <a:gd name="connsiteX58" fmla="*/ 1866801 w 6264586"/>
                <a:gd name="connsiteY58" fmla="*/ 6858001 h 6858001"/>
                <a:gd name="connsiteX59" fmla="*/ 1144149 w 6264586"/>
                <a:gd name="connsiteY59" fmla="*/ 6858001 h 6858001"/>
                <a:gd name="connsiteX60" fmla="*/ 1058349 w 6264586"/>
                <a:gd name="connsiteY60" fmla="*/ 6766452 h 6858001"/>
                <a:gd name="connsiteX61" fmla="*/ 580309 w 6264586"/>
                <a:gd name="connsiteY61" fmla="*/ 6105000 h 6858001"/>
                <a:gd name="connsiteX62" fmla="*/ 1 w 6264586"/>
                <a:gd name="connsiteY62" fmla="*/ 3960094 h 6858001"/>
                <a:gd name="connsiteX63" fmla="*/ 2599292 w 6264586"/>
                <a:gd name="connsiteY63" fmla="*/ 37050 h 6858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6264586" h="6858001">
                  <a:moveTo>
                    <a:pt x="6264586" y="6646464"/>
                  </a:moveTo>
                  <a:lnTo>
                    <a:pt x="6264586" y="6858001"/>
                  </a:lnTo>
                  <a:lnTo>
                    <a:pt x="5997170" y="6858001"/>
                  </a:lnTo>
                  <a:lnTo>
                    <a:pt x="6121512" y="6761029"/>
                  </a:lnTo>
                  <a:close/>
                  <a:moveTo>
                    <a:pt x="2693206" y="0"/>
                  </a:moveTo>
                  <a:lnTo>
                    <a:pt x="5872285" y="0"/>
                  </a:lnTo>
                  <a:lnTo>
                    <a:pt x="6024875" y="68385"/>
                  </a:lnTo>
                  <a:cubicBezTo>
                    <a:pt x="6086250" y="97989"/>
                    <a:pt x="6146793" y="129318"/>
                    <a:pt x="6206432" y="162336"/>
                  </a:cubicBezTo>
                  <a:lnTo>
                    <a:pt x="6264586" y="196704"/>
                  </a:lnTo>
                  <a:lnTo>
                    <a:pt x="6264586" y="537242"/>
                  </a:lnTo>
                  <a:lnTo>
                    <a:pt x="6230189" y="517260"/>
                  </a:lnTo>
                  <a:cubicBezTo>
                    <a:pt x="6012226" y="399931"/>
                    <a:pt x="5780573" y="310008"/>
                    <a:pt x="5540536" y="249543"/>
                  </a:cubicBezTo>
                  <a:cubicBezTo>
                    <a:pt x="5421375" y="219324"/>
                    <a:pt x="5300641" y="195644"/>
                    <a:pt x="5178896" y="178606"/>
                  </a:cubicBezTo>
                  <a:cubicBezTo>
                    <a:pt x="5057977" y="161840"/>
                    <a:pt x="4936276" y="151186"/>
                    <a:pt x="4814279" y="146683"/>
                  </a:cubicBezTo>
                  <a:cubicBezTo>
                    <a:pt x="4761501" y="144556"/>
                    <a:pt x="4708015" y="143421"/>
                    <a:pt x="4655095" y="143421"/>
                  </a:cubicBezTo>
                  <a:cubicBezTo>
                    <a:pt x="4462968" y="143573"/>
                    <a:pt x="4271111" y="157799"/>
                    <a:pt x="4081069" y="185983"/>
                  </a:cubicBezTo>
                  <a:cubicBezTo>
                    <a:pt x="3956361" y="205703"/>
                    <a:pt x="3835058" y="229396"/>
                    <a:pt x="3720566" y="256921"/>
                  </a:cubicBezTo>
                  <a:cubicBezTo>
                    <a:pt x="3596708" y="286714"/>
                    <a:pt x="3477677" y="320905"/>
                    <a:pt x="3365879" y="357651"/>
                  </a:cubicBezTo>
                  <a:cubicBezTo>
                    <a:pt x="3249257" y="395958"/>
                    <a:pt x="3133487" y="438945"/>
                    <a:pt x="3020555" y="486190"/>
                  </a:cubicBezTo>
                  <a:cubicBezTo>
                    <a:pt x="2907623" y="533434"/>
                    <a:pt x="2794832" y="585786"/>
                    <a:pt x="2685163" y="641542"/>
                  </a:cubicBezTo>
                  <a:cubicBezTo>
                    <a:pt x="2463995" y="754348"/>
                    <a:pt x="2250998" y="882488"/>
                    <a:pt x="2047720" y="1025030"/>
                  </a:cubicBezTo>
                  <a:cubicBezTo>
                    <a:pt x="2006151" y="1054399"/>
                    <a:pt x="1951528" y="1093415"/>
                    <a:pt x="1897333" y="1134983"/>
                  </a:cubicBezTo>
                  <a:cubicBezTo>
                    <a:pt x="1876761" y="1150164"/>
                    <a:pt x="1855905" y="1166479"/>
                    <a:pt x="1835758" y="1182227"/>
                  </a:cubicBezTo>
                  <a:lnTo>
                    <a:pt x="1823273" y="1192016"/>
                  </a:lnTo>
                  <a:cubicBezTo>
                    <a:pt x="1797027" y="1211879"/>
                    <a:pt x="1772057" y="1232309"/>
                    <a:pt x="1750918" y="1249760"/>
                  </a:cubicBezTo>
                  <a:cubicBezTo>
                    <a:pt x="1645931" y="1335737"/>
                    <a:pt x="1554422" y="1416605"/>
                    <a:pt x="1469297" y="1496906"/>
                  </a:cubicBezTo>
                  <a:cubicBezTo>
                    <a:pt x="1286595" y="1668957"/>
                    <a:pt x="1118818" y="1856190"/>
                    <a:pt x="967769" y="2056602"/>
                  </a:cubicBezTo>
                  <a:cubicBezTo>
                    <a:pt x="890731" y="2159603"/>
                    <a:pt x="818800" y="2264590"/>
                    <a:pt x="754105" y="2368727"/>
                  </a:cubicBezTo>
                  <a:cubicBezTo>
                    <a:pt x="681749" y="2488328"/>
                    <a:pt x="622304" y="2596720"/>
                    <a:pt x="572364" y="2701140"/>
                  </a:cubicBezTo>
                  <a:cubicBezTo>
                    <a:pt x="557609" y="2730507"/>
                    <a:pt x="543989" y="2760443"/>
                    <a:pt x="532497" y="2786265"/>
                  </a:cubicBezTo>
                  <a:lnTo>
                    <a:pt x="512918" y="2828827"/>
                  </a:lnTo>
                  <a:lnTo>
                    <a:pt x="494475" y="2872240"/>
                  </a:lnTo>
                  <a:lnTo>
                    <a:pt x="491637" y="2878908"/>
                  </a:lnTo>
                  <a:cubicBezTo>
                    <a:pt x="480146" y="2906575"/>
                    <a:pt x="469220" y="2932821"/>
                    <a:pt x="459290" y="2959635"/>
                  </a:cubicBezTo>
                  <a:cubicBezTo>
                    <a:pt x="455176" y="2970559"/>
                    <a:pt x="451060" y="2981484"/>
                    <a:pt x="446805" y="2992408"/>
                  </a:cubicBezTo>
                  <a:cubicBezTo>
                    <a:pt x="439427" y="3012412"/>
                    <a:pt x="432333" y="3030572"/>
                    <a:pt x="426090" y="3049158"/>
                  </a:cubicBezTo>
                  <a:lnTo>
                    <a:pt x="426090" y="3049867"/>
                  </a:lnTo>
                  <a:cubicBezTo>
                    <a:pt x="383010" y="3169099"/>
                    <a:pt x="346959" y="3290756"/>
                    <a:pt x="318124" y="3414202"/>
                  </a:cubicBezTo>
                  <a:cubicBezTo>
                    <a:pt x="260107" y="3661703"/>
                    <a:pt x="230780" y="3915049"/>
                    <a:pt x="230729" y="4169260"/>
                  </a:cubicBezTo>
                  <a:cubicBezTo>
                    <a:pt x="231621" y="4295173"/>
                    <a:pt x="244398" y="4420719"/>
                    <a:pt x="268893" y="4544236"/>
                  </a:cubicBezTo>
                  <a:cubicBezTo>
                    <a:pt x="293708" y="4666304"/>
                    <a:pt x="330882" y="4785521"/>
                    <a:pt x="379840" y="4900056"/>
                  </a:cubicBezTo>
                  <a:cubicBezTo>
                    <a:pt x="387926" y="4919919"/>
                    <a:pt x="397006" y="4939498"/>
                    <a:pt x="406512" y="4960211"/>
                  </a:cubicBezTo>
                  <a:cubicBezTo>
                    <a:pt x="410343" y="4968299"/>
                    <a:pt x="414173" y="4976385"/>
                    <a:pt x="417862" y="4984613"/>
                  </a:cubicBezTo>
                  <a:lnTo>
                    <a:pt x="428077" y="5005043"/>
                  </a:lnTo>
                  <a:cubicBezTo>
                    <a:pt x="438860" y="5026751"/>
                    <a:pt x="449075" y="5047181"/>
                    <a:pt x="460140" y="5067327"/>
                  </a:cubicBezTo>
                  <a:cubicBezTo>
                    <a:pt x="485536" y="5116273"/>
                    <a:pt x="514763" y="5165789"/>
                    <a:pt x="555197" y="5229773"/>
                  </a:cubicBezTo>
                  <a:cubicBezTo>
                    <a:pt x="586836" y="5280282"/>
                    <a:pt x="620318" y="5329511"/>
                    <a:pt x="660611" y="5387396"/>
                  </a:cubicBezTo>
                  <a:cubicBezTo>
                    <a:pt x="698065" y="5440741"/>
                    <a:pt x="737223" y="5493094"/>
                    <a:pt x="774110" y="5542182"/>
                  </a:cubicBezTo>
                  <a:cubicBezTo>
                    <a:pt x="821070" y="5604324"/>
                    <a:pt x="870301" y="5667173"/>
                    <a:pt x="917829" y="5727896"/>
                  </a:cubicBezTo>
                  <a:cubicBezTo>
                    <a:pt x="949042" y="5767762"/>
                    <a:pt x="979828" y="5807063"/>
                    <a:pt x="1012885" y="5849767"/>
                  </a:cubicBezTo>
                  <a:cubicBezTo>
                    <a:pt x="1045942" y="5892471"/>
                    <a:pt x="1089497" y="5948796"/>
                    <a:pt x="1133053" y="6006822"/>
                  </a:cubicBezTo>
                  <a:cubicBezTo>
                    <a:pt x="1153624" y="6034345"/>
                    <a:pt x="1175332" y="6063998"/>
                    <a:pt x="1194343" y="6090245"/>
                  </a:cubicBezTo>
                  <a:cubicBezTo>
                    <a:pt x="1213355" y="6116491"/>
                    <a:pt x="1231372" y="6141178"/>
                    <a:pt x="1249390" y="6165155"/>
                  </a:cubicBezTo>
                  <a:cubicBezTo>
                    <a:pt x="1280461" y="6208000"/>
                    <a:pt x="1313659" y="6250847"/>
                    <a:pt x="1345724" y="6292132"/>
                  </a:cubicBezTo>
                  <a:lnTo>
                    <a:pt x="1364310" y="6316251"/>
                  </a:lnTo>
                  <a:lnTo>
                    <a:pt x="1373673" y="6327885"/>
                  </a:lnTo>
                  <a:cubicBezTo>
                    <a:pt x="1409566" y="6372433"/>
                    <a:pt x="1446738" y="6418542"/>
                    <a:pt x="1484619" y="6462240"/>
                  </a:cubicBezTo>
                  <a:cubicBezTo>
                    <a:pt x="1567899" y="6559850"/>
                    <a:pt x="1653876" y="6652211"/>
                    <a:pt x="1739000" y="6737335"/>
                  </a:cubicBezTo>
                  <a:lnTo>
                    <a:pt x="1866801" y="6858001"/>
                  </a:lnTo>
                  <a:lnTo>
                    <a:pt x="1144149" y="6858001"/>
                  </a:lnTo>
                  <a:lnTo>
                    <a:pt x="1058349" y="6766452"/>
                  </a:lnTo>
                  <a:cubicBezTo>
                    <a:pt x="878978" y="6562465"/>
                    <a:pt x="718756" y="6341104"/>
                    <a:pt x="580309" y="6105000"/>
                  </a:cubicBezTo>
                  <a:cubicBezTo>
                    <a:pt x="200401" y="5454007"/>
                    <a:pt x="146" y="4713831"/>
                    <a:pt x="1" y="3960094"/>
                  </a:cubicBezTo>
                  <a:cubicBezTo>
                    <a:pt x="-335" y="2196754"/>
                    <a:pt x="1071479" y="683605"/>
                    <a:pt x="2599292" y="3705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3277928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Content Placeholder 2">
            <a:extLst>
              <a:ext uri="{FF2B5EF4-FFF2-40B4-BE49-F238E27FC236}">
                <a16:creationId xmlns:a16="http://schemas.microsoft.com/office/drawing/2014/main" id="{1F217147-A4D8-BF03-8E93-D45FEE51532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65197057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2383827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: Shape 7">
            <a:extLst>
              <a:ext uri="{FF2B5EF4-FFF2-40B4-BE49-F238E27FC236}">
                <a16:creationId xmlns:a16="http://schemas.microsoft.com/office/drawing/2014/main" id="{66B332A4-D438-4773-A77F-5ED49A448D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953768" y="0"/>
            <a:ext cx="8284464" cy="6858000"/>
          </a:xfrm>
          <a:custGeom>
            <a:avLst/>
            <a:gdLst>
              <a:gd name="connsiteX0" fmla="*/ 1818109 w 8284464"/>
              <a:gd name="connsiteY0" fmla="*/ 0 h 6858000"/>
              <a:gd name="connsiteX1" fmla="*/ 6466355 w 8284464"/>
              <a:gd name="connsiteY1" fmla="*/ 0 h 6858000"/>
              <a:gd name="connsiteX2" fmla="*/ 6620596 w 8284464"/>
              <a:gd name="connsiteY2" fmla="*/ 109683 h 6858000"/>
              <a:gd name="connsiteX3" fmla="*/ 8284464 w 8284464"/>
              <a:gd name="connsiteY3" fmla="*/ 3429000 h 6858000"/>
              <a:gd name="connsiteX4" fmla="*/ 6620596 w 8284464"/>
              <a:gd name="connsiteY4" fmla="*/ 6748318 h 6858000"/>
              <a:gd name="connsiteX5" fmla="*/ 6466355 w 8284464"/>
              <a:gd name="connsiteY5" fmla="*/ 6858000 h 6858000"/>
              <a:gd name="connsiteX6" fmla="*/ 1818109 w 8284464"/>
              <a:gd name="connsiteY6" fmla="*/ 6858000 h 6858000"/>
              <a:gd name="connsiteX7" fmla="*/ 1663869 w 8284464"/>
              <a:gd name="connsiteY7" fmla="*/ 6748318 h 6858000"/>
              <a:gd name="connsiteX8" fmla="*/ 0 w 8284464"/>
              <a:gd name="connsiteY8" fmla="*/ 3429000 h 6858000"/>
              <a:gd name="connsiteX9" fmla="*/ 1663869 w 8284464"/>
              <a:gd name="connsiteY9" fmla="*/ 10968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284464" h="6858000">
                <a:moveTo>
                  <a:pt x="1818109" y="0"/>
                </a:moveTo>
                <a:lnTo>
                  <a:pt x="6466355" y="0"/>
                </a:lnTo>
                <a:lnTo>
                  <a:pt x="6620596" y="109683"/>
                </a:lnTo>
                <a:cubicBezTo>
                  <a:pt x="7630666" y="865069"/>
                  <a:pt x="8284464" y="2070683"/>
                  <a:pt x="8284464" y="3429000"/>
                </a:cubicBezTo>
                <a:cubicBezTo>
                  <a:pt x="8284464" y="4787317"/>
                  <a:pt x="7630666" y="5992931"/>
                  <a:pt x="6620596" y="6748318"/>
                </a:cubicBezTo>
                <a:lnTo>
                  <a:pt x="6466355" y="6858000"/>
                </a:lnTo>
                <a:lnTo>
                  <a:pt x="1818109" y="6858000"/>
                </a:lnTo>
                <a:lnTo>
                  <a:pt x="1663869" y="6748318"/>
                </a:lnTo>
                <a:cubicBezTo>
                  <a:pt x="653798" y="5992931"/>
                  <a:pt x="0" y="4787317"/>
                  <a:pt x="0" y="3429000"/>
                </a:cubicBezTo>
                <a:cubicBezTo>
                  <a:pt x="0" y="2070683"/>
                  <a:pt x="653798" y="865069"/>
                  <a:pt x="1663869" y="109683"/>
                </a:cubicBezTo>
                <a:close/>
              </a:path>
            </a:pathLst>
          </a:cu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F9AD32D-FF05-44F4-BD4D-9CEE89B71E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118360" y="0"/>
            <a:ext cx="7955280" cy="6858000"/>
          </a:xfrm>
          <a:custGeom>
            <a:avLst/>
            <a:gdLst>
              <a:gd name="connsiteX0" fmla="*/ 1962423 w 7955280"/>
              <a:gd name="connsiteY0" fmla="*/ 0 h 6858000"/>
              <a:gd name="connsiteX1" fmla="*/ 5992858 w 7955280"/>
              <a:gd name="connsiteY1" fmla="*/ 0 h 6858000"/>
              <a:gd name="connsiteX2" fmla="*/ 6040191 w 7955280"/>
              <a:gd name="connsiteY2" fmla="*/ 27216 h 6858000"/>
              <a:gd name="connsiteX3" fmla="*/ 7955280 w 7955280"/>
              <a:gd name="connsiteY3" fmla="*/ 3429000 h 6858000"/>
              <a:gd name="connsiteX4" fmla="*/ 6040191 w 7955280"/>
              <a:gd name="connsiteY4" fmla="*/ 6830784 h 6858000"/>
              <a:gd name="connsiteX5" fmla="*/ 5992858 w 7955280"/>
              <a:gd name="connsiteY5" fmla="*/ 6858000 h 6858000"/>
              <a:gd name="connsiteX6" fmla="*/ 1962423 w 7955280"/>
              <a:gd name="connsiteY6" fmla="*/ 6858000 h 6858000"/>
              <a:gd name="connsiteX7" fmla="*/ 1915089 w 7955280"/>
              <a:gd name="connsiteY7" fmla="*/ 6830784 h 6858000"/>
              <a:gd name="connsiteX8" fmla="*/ 0 w 7955280"/>
              <a:gd name="connsiteY8" fmla="*/ 3429000 h 6858000"/>
              <a:gd name="connsiteX9" fmla="*/ 1915089 w 7955280"/>
              <a:gd name="connsiteY9" fmla="*/ 2721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7955280" h="6858000">
                <a:moveTo>
                  <a:pt x="1962423" y="0"/>
                </a:moveTo>
                <a:lnTo>
                  <a:pt x="5992858" y="0"/>
                </a:lnTo>
                <a:lnTo>
                  <a:pt x="6040191" y="27216"/>
                </a:lnTo>
                <a:cubicBezTo>
                  <a:pt x="7188332" y="724844"/>
                  <a:pt x="7955280" y="1987357"/>
                  <a:pt x="7955280" y="3429000"/>
                </a:cubicBezTo>
                <a:cubicBezTo>
                  <a:pt x="7955280" y="4870644"/>
                  <a:pt x="7188332" y="6133157"/>
                  <a:pt x="6040191" y="6830784"/>
                </a:cubicBezTo>
                <a:lnTo>
                  <a:pt x="5992858" y="6858000"/>
                </a:lnTo>
                <a:lnTo>
                  <a:pt x="1962423" y="6858000"/>
                </a:lnTo>
                <a:lnTo>
                  <a:pt x="1915089" y="6830784"/>
                </a:lnTo>
                <a:cubicBezTo>
                  <a:pt x="766948" y="6133157"/>
                  <a:pt x="0" y="4870644"/>
                  <a:pt x="0" y="3429000"/>
                </a:cubicBezTo>
                <a:cubicBezTo>
                  <a:pt x="0" y="1987357"/>
                  <a:pt x="766948" y="724844"/>
                  <a:pt x="1915089" y="27216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DF4342A-1CBF-A0F0-7142-6386B1D617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55631" y="1441938"/>
            <a:ext cx="7080738" cy="397412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5400">
                <a:solidFill>
                  <a:schemeClr val="bg1">
                    <a:lumMod val="95000"/>
                    <a:lumOff val="5000"/>
                  </a:schemeClr>
                </a:solidFill>
              </a:rPr>
              <a:t>Example:</a:t>
            </a:r>
            <a:br>
              <a:rPr lang="en-US" sz="5400">
                <a:solidFill>
                  <a:schemeClr val="bg1">
                    <a:lumMod val="95000"/>
                    <a:lumOff val="5000"/>
                  </a:schemeClr>
                </a:solidFill>
              </a:rPr>
            </a:br>
            <a:r>
              <a:rPr lang="en-US" sz="5400">
                <a:solidFill>
                  <a:schemeClr val="bg1">
                    <a:lumMod val="95000"/>
                    <a:lumOff val="5000"/>
                  </a:schemeClr>
                </a:solidFill>
              </a:rPr>
              <a:t>Insertion Sort</a:t>
            </a:r>
          </a:p>
        </p:txBody>
      </p:sp>
    </p:spTree>
    <p:extLst>
      <p:ext uri="{BB962C8B-B14F-4D97-AF65-F5344CB8AC3E}">
        <p14:creationId xmlns:p14="http://schemas.microsoft.com/office/powerpoint/2010/main" val="309385679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86FF76B9-219D-4469-AF87-0236D29032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DB88BD78-87E1-424D-B479-C37D8E41B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10964637" y="2358"/>
            <a:ext cx="1876653" cy="1766008"/>
            <a:chOff x="-648769" y="2358"/>
            <a:chExt cx="1876653" cy="1766008"/>
          </a:xfrm>
        </p:grpSpPr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C05EB894-9410-4B20-95E4-7A25101AB8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2700000">
              <a:off x="-415188" y="-231223"/>
              <a:ext cx="1409491" cy="1876653"/>
            </a:xfrm>
            <a:custGeom>
              <a:avLst/>
              <a:gdLst>
                <a:gd name="connsiteX0" fmla="*/ 0 w 1409491"/>
                <a:gd name="connsiteY0" fmla="*/ 643075 h 1876653"/>
                <a:gd name="connsiteX1" fmla="*/ 643075 w 1409491"/>
                <a:gd name="connsiteY1" fmla="*/ 0 h 1876653"/>
                <a:gd name="connsiteX2" fmla="*/ 1409491 w 1409491"/>
                <a:gd name="connsiteY2" fmla="*/ 0 h 1876653"/>
                <a:gd name="connsiteX3" fmla="*/ 1409491 w 1409491"/>
                <a:gd name="connsiteY3" fmla="*/ 1876653 h 1876653"/>
                <a:gd name="connsiteX4" fmla="*/ 1233578 w 1409491"/>
                <a:gd name="connsiteY4" fmla="*/ 1876653 h 18766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491" h="1876653">
                  <a:moveTo>
                    <a:pt x="0" y="643075"/>
                  </a:moveTo>
                  <a:lnTo>
                    <a:pt x="643075" y="0"/>
                  </a:lnTo>
                  <a:lnTo>
                    <a:pt x="1409491" y="0"/>
                  </a:lnTo>
                  <a:lnTo>
                    <a:pt x="1409491" y="1876653"/>
                  </a:lnTo>
                  <a:lnTo>
                    <a:pt x="1233578" y="1876653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166E38B6-B050-4340-8E8F-3A971DADC0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2700000">
              <a:off x="301285" y="1282788"/>
              <a:ext cx="485578" cy="485578"/>
            </a:xfrm>
            <a:prstGeom prst="rect">
              <a:avLst/>
            </a:prstGeom>
            <a:solidFill>
              <a:schemeClr val="accent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7" name="Rectangle 26">
            <a:extLst>
              <a:ext uri="{FF2B5EF4-FFF2-40B4-BE49-F238E27FC236}">
                <a16:creationId xmlns:a16="http://schemas.microsoft.com/office/drawing/2014/main" id="{2E80C965-DB6D-4F81-9E9E-B027384D0B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2737196" y="6033666"/>
            <a:ext cx="645368" cy="645368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Isosceles Triangle 28">
            <a:extLst>
              <a:ext uri="{FF2B5EF4-FFF2-40B4-BE49-F238E27FC236}">
                <a16:creationId xmlns:a16="http://schemas.microsoft.com/office/drawing/2014/main" id="{633C5E46-DAC5-4661-9C87-22B08E2A51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343436" y="5721108"/>
            <a:ext cx="2261965" cy="1136891"/>
          </a:xfrm>
          <a:prstGeom prst="triangle">
            <a:avLst>
              <a:gd name="adj" fmla="val 50000"/>
            </a:avLst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Screen Recording 2025-07-19 160453">
            <a:hlinkClick r:id="" action="ppaction://media"/>
            <a:extLst>
              <a:ext uri="{FF2B5EF4-FFF2-40B4-BE49-F238E27FC236}">
                <a16:creationId xmlns:a16="http://schemas.microsoft.com/office/drawing/2014/main" id="{B644C71F-A130-C4E2-2214-35FDA6026D56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643467" y="2488437"/>
            <a:ext cx="10905066" cy="1881124"/>
          </a:xfrm>
          <a:prstGeom prst="rect">
            <a:avLst/>
          </a:prstGeom>
          <a:ln>
            <a:noFill/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6A83D4C-89A9-D794-53CF-4AC7566C165E}"/>
              </a:ext>
            </a:extLst>
          </p:cNvPr>
          <p:cNvSpPr txBox="1"/>
          <p:nvPr/>
        </p:nvSpPr>
        <p:spPr>
          <a:xfrm>
            <a:off x="5214257" y="5721108"/>
            <a:ext cx="601138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Source: </a:t>
            </a:r>
            <a:r>
              <a:rPr lang="en-US" dirty="0">
                <a:hlinkClick r:id="rId5"/>
              </a:rPr>
              <a:t>https://www.youtube.com/watch?v=Q1JdRUh1_98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71212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3583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4AC5506-6312-4701-8D3C-40187889A9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1752"/>
            <a:ext cx="12192000" cy="73655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6EA6FBC-A619-D7C6-F520-8AC562972F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532" y="643467"/>
            <a:ext cx="11210925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200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Insertion sort - Pseudocode</a:t>
            </a:r>
          </a:p>
        </p:txBody>
      </p:sp>
      <p:pic>
        <p:nvPicPr>
          <p:cNvPr id="5" name="Content Placeholder 4" descr="Pseudocode for the insertion sort algorithm">
            <a:extLst>
              <a:ext uri="{FF2B5EF4-FFF2-40B4-BE49-F238E27FC236}">
                <a16:creationId xmlns:a16="http://schemas.microsoft.com/office/drawing/2014/main" id="{60F52413-99BA-3934-9504-516DA9D591A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467" y="1923046"/>
            <a:ext cx="10905066" cy="389856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61B99392-A865-4AD7-1DE9-E140A57F6C96}"/>
              </a:ext>
            </a:extLst>
          </p:cNvPr>
          <p:cNvSpPr/>
          <p:nvPr/>
        </p:nvSpPr>
        <p:spPr>
          <a:xfrm>
            <a:off x="195943" y="2481943"/>
            <a:ext cx="11647714" cy="372430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27261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E19E02-8255-E957-4C77-8041EDFC5B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D6A900DC-8DE0-0499-E4EA-0C9617AEDC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1752"/>
            <a:ext cx="12192000" cy="73655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7E7DD38-23DC-DF18-FCE5-7A8AA03423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532" y="643467"/>
            <a:ext cx="11210925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200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Insertion sort - Pseudocode</a:t>
            </a:r>
          </a:p>
        </p:txBody>
      </p:sp>
      <p:pic>
        <p:nvPicPr>
          <p:cNvPr id="5" name="Content Placeholder 4" descr="Pseudocode for the insertion sort algorithm">
            <a:extLst>
              <a:ext uri="{FF2B5EF4-FFF2-40B4-BE49-F238E27FC236}">
                <a16:creationId xmlns:a16="http://schemas.microsoft.com/office/drawing/2014/main" id="{0CCBCAAF-1DF2-A4F9-1728-977FE9E4CC5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467" y="1923046"/>
            <a:ext cx="10905066" cy="389856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054F08BB-0713-5556-7FC7-F53FB725C880}"/>
              </a:ext>
            </a:extLst>
          </p:cNvPr>
          <p:cNvSpPr/>
          <p:nvPr/>
        </p:nvSpPr>
        <p:spPr>
          <a:xfrm>
            <a:off x="195943" y="3320143"/>
            <a:ext cx="11647714" cy="288610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858633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2A60652-E18D-CE8E-63F7-9EA341CF7C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E2B823E8-000B-808B-D092-25DCA4C36A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1752"/>
            <a:ext cx="12192000" cy="73655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002EC89-C414-1694-2128-6CBECB3D1E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532" y="643467"/>
            <a:ext cx="11210925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200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Insertion sort - Pseudocode</a:t>
            </a:r>
          </a:p>
        </p:txBody>
      </p:sp>
      <p:pic>
        <p:nvPicPr>
          <p:cNvPr id="5" name="Content Placeholder 4" descr="Pseudocode for the insertion sort algorithm">
            <a:extLst>
              <a:ext uri="{FF2B5EF4-FFF2-40B4-BE49-F238E27FC236}">
                <a16:creationId xmlns:a16="http://schemas.microsoft.com/office/drawing/2014/main" id="{6617FF69-1F6A-C823-FCB2-6B9FC46C558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467" y="1923046"/>
            <a:ext cx="10905066" cy="389856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6B4DD09-CE18-E808-E767-620AF568A8BE}"/>
              </a:ext>
            </a:extLst>
          </p:cNvPr>
          <p:cNvSpPr/>
          <p:nvPr/>
        </p:nvSpPr>
        <p:spPr>
          <a:xfrm>
            <a:off x="195943" y="4147457"/>
            <a:ext cx="11647714" cy="20587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254618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42BF575-5B8A-9D34-2CB5-58489E1BE0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34FFCF96-A80C-8360-08EF-6B3450E903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1752"/>
            <a:ext cx="12192000" cy="73655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E40F87B-1379-5FD2-71BC-67B92087DE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532" y="643467"/>
            <a:ext cx="11210925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200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Insertion sort - Pseudocode</a:t>
            </a:r>
          </a:p>
        </p:txBody>
      </p:sp>
      <p:pic>
        <p:nvPicPr>
          <p:cNvPr id="5" name="Content Placeholder 4" descr="Pseudocode for the insertion sort algorithm">
            <a:extLst>
              <a:ext uri="{FF2B5EF4-FFF2-40B4-BE49-F238E27FC236}">
                <a16:creationId xmlns:a16="http://schemas.microsoft.com/office/drawing/2014/main" id="{2486C178-7E67-169B-BD08-C04A4863E01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467" y="1923046"/>
            <a:ext cx="10905066" cy="389856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71D7A7FD-C4CD-F4E6-BA4E-FCDAE1A3C2B6}"/>
              </a:ext>
            </a:extLst>
          </p:cNvPr>
          <p:cNvSpPr/>
          <p:nvPr/>
        </p:nvSpPr>
        <p:spPr>
          <a:xfrm>
            <a:off x="195943" y="4996543"/>
            <a:ext cx="11647714" cy="120970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659257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70063EC-AD22-59E3-C38D-6E5B438110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E06919C4-5976-A65D-AB9C-4C9511B442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1752"/>
            <a:ext cx="12192000" cy="73655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8E56A0B-8EF7-88B2-3DAF-AB6088AF06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532" y="643467"/>
            <a:ext cx="11210925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200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Insertion sort - Pseudocode</a:t>
            </a:r>
          </a:p>
        </p:txBody>
      </p:sp>
      <p:pic>
        <p:nvPicPr>
          <p:cNvPr id="5" name="Content Placeholder 4" descr="Pseudocode for the insertion sort algorithm">
            <a:extLst>
              <a:ext uri="{FF2B5EF4-FFF2-40B4-BE49-F238E27FC236}">
                <a16:creationId xmlns:a16="http://schemas.microsoft.com/office/drawing/2014/main" id="{8EAB9ACE-6BC8-7A0B-16D3-EE8F293FF50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467" y="1923046"/>
            <a:ext cx="10905066" cy="389856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B4B0D8FE-3A70-521F-D22C-FA82D4726246}"/>
              </a:ext>
            </a:extLst>
          </p:cNvPr>
          <p:cNvSpPr/>
          <p:nvPr/>
        </p:nvSpPr>
        <p:spPr>
          <a:xfrm>
            <a:off x="195943" y="5998029"/>
            <a:ext cx="11647714" cy="2082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329716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934F1179-B481-4F9E-BCA3-AFB972070F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ight Triangle 8">
            <a:extLst>
              <a:ext uri="{FF2B5EF4-FFF2-40B4-BE49-F238E27FC236}">
                <a16:creationId xmlns:a16="http://schemas.microsoft.com/office/drawing/2014/main" id="{827DC2C4-B485-428A-BF4A-472D2967F4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E04B5EB-F158-4507-90DD-BD23620C7C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968F200-5432-5094-547B-75583B6585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5240" y="1008993"/>
            <a:ext cx="9382759" cy="3542045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125000"/>
              </a:lnSpc>
            </a:pPr>
            <a:r>
              <a:rPr lang="en-US" sz="48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Can we </a:t>
            </a:r>
            <a:r>
              <a:rPr lang="en-US" sz="48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formalize </a:t>
            </a:r>
            <a:r>
              <a:rPr lang="en-US" sz="48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the “</a:t>
            </a:r>
            <a:r>
              <a:rPr lang="en-US" sz="4800" i="1" kern="1200" dirty="0">
                <a:solidFill>
                  <a:schemeClr val="tx1"/>
                </a:solidFill>
                <a:highlight>
                  <a:srgbClr val="FFFF00"/>
                </a:highlight>
                <a:latin typeface="+mj-lt"/>
                <a:ea typeface="+mj-ea"/>
                <a:cs typeface="+mj-cs"/>
              </a:rPr>
              <a:t>time it takes to solve a problem</a:t>
            </a:r>
            <a:r>
              <a:rPr lang="en-US" sz="48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” as a </a:t>
            </a:r>
            <a:r>
              <a:rPr lang="en-US" sz="48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function</a:t>
            </a:r>
            <a:r>
              <a:rPr lang="en-US" sz="48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of the “</a:t>
            </a:r>
            <a:r>
              <a:rPr lang="en-US" sz="4800" i="1" kern="1200" dirty="0">
                <a:solidFill>
                  <a:schemeClr val="tx1"/>
                </a:solidFill>
                <a:highlight>
                  <a:srgbClr val="FFFF00"/>
                </a:highlight>
                <a:latin typeface="+mj-lt"/>
                <a:ea typeface="+mj-ea"/>
                <a:cs typeface="+mj-cs"/>
              </a:rPr>
              <a:t>size of the input</a:t>
            </a:r>
            <a:r>
              <a:rPr lang="en-US" sz="48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”?</a:t>
            </a:r>
          </a:p>
        </p:txBody>
      </p:sp>
    </p:spTree>
    <p:extLst>
      <p:ext uri="{BB962C8B-B14F-4D97-AF65-F5344CB8AC3E}">
        <p14:creationId xmlns:p14="http://schemas.microsoft.com/office/powerpoint/2010/main" val="12317781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Slide Background">
            <a:extLst>
              <a:ext uri="{FF2B5EF4-FFF2-40B4-BE49-F238E27FC236}">
                <a16:creationId xmlns:a16="http://schemas.microsoft.com/office/drawing/2014/main" id="{9F7D5CDA-D291-4307-BF55-1381FED296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C809E1C-F931-4DED-FC70-4B55E73026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0" y="762001"/>
            <a:ext cx="5334197" cy="1708242"/>
          </a:xfrm>
        </p:spPr>
        <p:txBody>
          <a:bodyPr anchor="ctr">
            <a:normAutofit/>
          </a:bodyPr>
          <a:lstStyle/>
          <a:p>
            <a:r>
              <a:rPr lang="en-US" sz="4000" dirty="0"/>
              <a:t>The total time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79D701-5522-F752-BCB2-60773020DE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1800" y="2470244"/>
            <a:ext cx="5334197" cy="3769835"/>
          </a:xfrm>
        </p:spPr>
        <p:txBody>
          <a:bodyPr anchor="ctr">
            <a:normAutofit/>
          </a:bodyPr>
          <a:lstStyle/>
          <a:p>
            <a:r>
              <a:rPr lang="en-US" dirty="0"/>
              <a:t>Let the total time our algorithm consumes be </a:t>
            </a:r>
            <a:r>
              <a:rPr lang="en-US" i="1" dirty="0"/>
              <a:t>T(n)</a:t>
            </a:r>
          </a:p>
        </p:txBody>
      </p:sp>
      <p:pic>
        <p:nvPicPr>
          <p:cNvPr id="14" name="Picture 13" descr="Analogue wall clock">
            <a:extLst>
              <a:ext uri="{FF2B5EF4-FFF2-40B4-BE49-F238E27FC236}">
                <a16:creationId xmlns:a16="http://schemas.microsoft.com/office/drawing/2014/main" id="{9A08A2D2-7697-5809-0A30-D03BC123FD0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272" r="31086"/>
          <a:stretch>
            <a:fillRect/>
          </a:stretch>
        </p:blipFill>
        <p:spPr>
          <a:xfrm>
            <a:off x="6857797" y="-10886"/>
            <a:ext cx="5334204" cy="6868886"/>
          </a:xfrm>
          <a:prstGeom prst="rect">
            <a:avLst/>
          </a:prstGeom>
          <a:effectLst>
            <a:outerShdw blurRad="127000" dist="50800" dir="10800000" sx="99000" sy="99000" algn="r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12760434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math equations on a white background&#10;&#10;AI-generated content may be incorrect.">
            <a:extLst>
              <a:ext uri="{FF2B5EF4-FFF2-40B4-BE49-F238E27FC236}">
                <a16:creationId xmlns:a16="http://schemas.microsoft.com/office/drawing/2014/main" id="{4CE15F54-A875-85DF-3421-DFCCD71566F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5853" y="679428"/>
            <a:ext cx="11073620" cy="2749572"/>
          </a:xfr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7166680B-B320-2D4E-44F6-A8AE00D52727}"/>
              </a:ext>
            </a:extLst>
          </p:cNvPr>
          <p:cNvSpPr/>
          <p:nvPr/>
        </p:nvSpPr>
        <p:spPr>
          <a:xfrm>
            <a:off x="435853" y="1962616"/>
            <a:ext cx="11647714" cy="13013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E69583F-5583-9956-5873-AC7E517CF064}"/>
              </a:ext>
            </a:extLst>
          </p:cNvPr>
          <p:cNvSpPr/>
          <p:nvPr/>
        </p:nvSpPr>
        <p:spPr>
          <a:xfrm>
            <a:off x="1906859" y="944137"/>
            <a:ext cx="9013264" cy="13013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649774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6D1473-C5BA-F55E-EB17-8B5E4083C8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math equations on a white background&#10;&#10;AI-generated content may be incorrect.">
            <a:extLst>
              <a:ext uri="{FF2B5EF4-FFF2-40B4-BE49-F238E27FC236}">
                <a16:creationId xmlns:a16="http://schemas.microsoft.com/office/drawing/2014/main" id="{B623A817-BB35-182E-2F9D-15D9E6A4CC2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5853" y="679428"/>
            <a:ext cx="11073620" cy="2749572"/>
          </a:xfr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70BF5D50-9F87-6B6D-07AB-C0BB2F58DADB}"/>
              </a:ext>
            </a:extLst>
          </p:cNvPr>
          <p:cNvSpPr/>
          <p:nvPr/>
        </p:nvSpPr>
        <p:spPr>
          <a:xfrm>
            <a:off x="435853" y="1962616"/>
            <a:ext cx="11647714" cy="13013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B0E8AE2-CC61-D90F-5578-5809193A3873}"/>
              </a:ext>
            </a:extLst>
          </p:cNvPr>
          <p:cNvSpPr/>
          <p:nvPr/>
        </p:nvSpPr>
        <p:spPr>
          <a:xfrm>
            <a:off x="6556917" y="944137"/>
            <a:ext cx="4363206" cy="13013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396496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6161D9-DC26-1047-63D9-D55594D83B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math equations on a white background&#10;&#10;AI-generated content may be incorrect.">
            <a:extLst>
              <a:ext uri="{FF2B5EF4-FFF2-40B4-BE49-F238E27FC236}">
                <a16:creationId xmlns:a16="http://schemas.microsoft.com/office/drawing/2014/main" id="{E7812FDA-76BC-6D8A-106D-4EA240C3470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5853" y="679428"/>
            <a:ext cx="11073620" cy="2749572"/>
          </a:xfrm>
        </p:spPr>
      </p:pic>
    </p:spTree>
    <p:extLst>
      <p:ext uri="{BB962C8B-B14F-4D97-AF65-F5344CB8AC3E}">
        <p14:creationId xmlns:p14="http://schemas.microsoft.com/office/powerpoint/2010/main" val="348809492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3F378C-6458-9D03-242B-3872138EA4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math equations on a white background&#10;&#10;AI-generated content may be incorrect.">
            <a:extLst>
              <a:ext uri="{FF2B5EF4-FFF2-40B4-BE49-F238E27FC236}">
                <a16:creationId xmlns:a16="http://schemas.microsoft.com/office/drawing/2014/main" id="{CACA321D-FC2F-0042-8EE8-57C7FC8ACA6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5853" y="679428"/>
            <a:ext cx="11073620" cy="2749572"/>
          </a:xfr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E15F384-EA5C-7989-054E-E72DFBBC1AF3}"/>
              </a:ext>
            </a:extLst>
          </p:cNvPr>
          <p:cNvSpPr txBox="1"/>
          <p:nvPr/>
        </p:nvSpPr>
        <p:spPr>
          <a:xfrm>
            <a:off x="5878285" y="3429000"/>
            <a:ext cx="514673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This looks complicated…</a:t>
            </a:r>
          </a:p>
        </p:txBody>
      </p:sp>
    </p:spTree>
    <p:extLst>
      <p:ext uri="{BB962C8B-B14F-4D97-AF65-F5344CB8AC3E}">
        <p14:creationId xmlns:p14="http://schemas.microsoft.com/office/powerpoint/2010/main" val="164670698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5463EB0A-3D7C-4AA5-BFA5-8EE5B4BA56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C400A30-FB87-6E52-8A67-350042A285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8651" y="1122363"/>
            <a:ext cx="11034695" cy="317469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80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Let’s simplify things!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945AD00-F967-454D-A4B2-39ABA5C88C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857544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9BC5B79-B912-427C-8219-E3E50943FC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578652" y="4501201"/>
            <a:ext cx="11034696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349898028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6B2C21-A230-48C0-8DF1-C46611373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847E18C-932D-4C95-AABA-FEC7C9499A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50CB11-0C61-439E-910F-5787759E72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43F8A58B-5155-44CE-A5FF-7647B47D0A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3F2ACA-E6D6-4028-82DD-F03C262D5D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5" y="1410079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62B0F54-2AC5-60C7-D0DF-6C3BCA77A8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478" y="1683756"/>
            <a:ext cx="3115265" cy="2396359"/>
          </a:xfrm>
        </p:spPr>
        <p:txBody>
          <a:bodyPr anchor="b">
            <a:normAutofit/>
          </a:bodyPr>
          <a:lstStyle/>
          <a:p>
            <a:pPr algn="r"/>
            <a:r>
              <a:rPr lang="en-US" sz="4000" dirty="0">
                <a:solidFill>
                  <a:srgbClr val="FFFFFF"/>
                </a:solidFill>
              </a:rPr>
              <a:t>edge cases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105F52EF-F531-F875-D547-E9C318279F3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64044111"/>
              </p:ext>
            </p:extLst>
          </p:nvPr>
        </p:nvGraphicFramePr>
        <p:xfrm>
          <a:off x="4905052" y="750440"/>
          <a:ext cx="6666833" cy="54539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7719241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F0DCC097-1DB8-4B6D-85D0-6FBA0E1CA4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E0B58608-23C8-4441-994D-C6823EEE1D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D36DC53-1668-01EA-7D46-EF11C0323FA9}"/>
              </a:ext>
            </a:extLst>
          </p:cNvPr>
          <p:cNvSpPr txBox="1"/>
          <p:nvPr/>
        </p:nvSpPr>
        <p:spPr>
          <a:xfrm>
            <a:off x="828675" y="494414"/>
            <a:ext cx="10534650" cy="81740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Best case</a:t>
            </a:r>
          </a:p>
        </p:txBody>
      </p:sp>
      <p:pic>
        <p:nvPicPr>
          <p:cNvPr id="5" name="Content Placeholder 4" descr="A math equations on a white background&#10;&#10;AI-generated content may be incorrect.">
            <a:extLst>
              <a:ext uri="{FF2B5EF4-FFF2-40B4-BE49-F238E27FC236}">
                <a16:creationId xmlns:a16="http://schemas.microsoft.com/office/drawing/2014/main" id="{06B6173E-BA7B-A13B-5DE8-A1F95A98353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3900" y="3640795"/>
            <a:ext cx="10744200" cy="13967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813901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A8F9A9-B3EB-7ED4-F155-E0A28C5D1F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C734CFD6-8C5E-7D64-4222-1A647E6C81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35931390-070F-0B4D-28B6-6A6A022102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BDDC7D5-DC30-2040-CE0A-4565E6CFB247}"/>
              </a:ext>
            </a:extLst>
          </p:cNvPr>
          <p:cNvSpPr txBox="1"/>
          <p:nvPr/>
        </p:nvSpPr>
        <p:spPr>
          <a:xfrm>
            <a:off x="828675" y="494414"/>
            <a:ext cx="10534650" cy="81740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Best case</a:t>
            </a:r>
          </a:p>
        </p:txBody>
      </p:sp>
      <p:pic>
        <p:nvPicPr>
          <p:cNvPr id="5" name="Content Placeholder 4" descr="A math equations on a white background&#10;&#10;AI-generated content may be incorrect.">
            <a:extLst>
              <a:ext uri="{FF2B5EF4-FFF2-40B4-BE49-F238E27FC236}">
                <a16:creationId xmlns:a16="http://schemas.microsoft.com/office/drawing/2014/main" id="{44896F67-3883-67F8-0D15-B68927A504B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3900" y="1385133"/>
            <a:ext cx="10744200" cy="1396745"/>
          </a:xfrm>
          <a:prstGeom prst="rect">
            <a:avLst/>
          </a:prstGeom>
        </p:spPr>
      </p:pic>
      <p:pic>
        <p:nvPicPr>
          <p:cNvPr id="2" name="Content Placeholder 4" descr="A math equations on a white background&#10;&#10;AI-generated content may be incorrect.">
            <a:extLst>
              <a:ext uri="{FF2B5EF4-FFF2-40B4-BE49-F238E27FC236}">
                <a16:creationId xmlns:a16="http://schemas.microsoft.com/office/drawing/2014/main" id="{1476833B-0E16-41C2-D2BD-F0741E4B328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9190" y="3814514"/>
            <a:ext cx="11073620" cy="274957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759DA4B-0197-C17D-01BE-9B9885DC1F91}"/>
                  </a:ext>
                </a:extLst>
              </p:cNvPr>
              <p:cNvSpPr txBox="1"/>
              <p:nvPr/>
            </p:nvSpPr>
            <p:spPr>
              <a:xfrm>
                <a:off x="1805113" y="3487943"/>
                <a:ext cx="9076267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200" dirty="0"/>
                  <a:t>The input array is already sorted. Therefore,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2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sz="3200" dirty="0"/>
                  <a:t> 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759DA4B-0197-C17D-01BE-9B9885DC1F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05113" y="3487943"/>
                <a:ext cx="9076267" cy="584775"/>
              </a:xfrm>
              <a:prstGeom prst="rect">
                <a:avLst/>
              </a:prstGeom>
              <a:blipFill>
                <a:blip r:embed="rId4"/>
                <a:stretch>
                  <a:fillRect l="-1679" t="-12500" b="-343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6041051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560B805-8795-F64C-5592-46BD9098F9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0E369E75-D060-3ADA-BAD3-4C419B81D9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715152F7-4973-8465-CECD-8492A82382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E72D63D-49CA-627D-D5FC-6023A7DCE153}"/>
              </a:ext>
            </a:extLst>
          </p:cNvPr>
          <p:cNvSpPr txBox="1"/>
          <p:nvPr/>
        </p:nvSpPr>
        <p:spPr>
          <a:xfrm>
            <a:off x="828675" y="494414"/>
            <a:ext cx="10534650" cy="81740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Best case</a:t>
            </a:r>
          </a:p>
        </p:txBody>
      </p:sp>
      <p:pic>
        <p:nvPicPr>
          <p:cNvPr id="5" name="Content Placeholder 4" descr="A math equations on a white background&#10;&#10;AI-generated content may be incorrect.">
            <a:extLst>
              <a:ext uri="{FF2B5EF4-FFF2-40B4-BE49-F238E27FC236}">
                <a16:creationId xmlns:a16="http://schemas.microsoft.com/office/drawing/2014/main" id="{ADE68650-820F-A17B-5607-C807854739B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3900" y="1385133"/>
            <a:ext cx="10744200" cy="1396745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C4C5398E-08B7-95E1-13DC-4AEA3E940513}"/>
              </a:ext>
            </a:extLst>
          </p:cNvPr>
          <p:cNvSpPr/>
          <p:nvPr/>
        </p:nvSpPr>
        <p:spPr>
          <a:xfrm>
            <a:off x="2351314" y="2286000"/>
            <a:ext cx="4016829" cy="410950"/>
          </a:xfrm>
          <a:prstGeom prst="rect">
            <a:avLst/>
          </a:prstGeom>
          <a:solidFill>
            <a:srgbClr val="FFFF00">
              <a:alpha val="25098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3B580A9-2867-8BAF-C819-8F7C5D29D4B9}"/>
                  </a:ext>
                </a:extLst>
              </p:cNvPr>
              <p:cNvSpPr txBox="1"/>
              <p:nvPr/>
            </p:nvSpPr>
            <p:spPr>
              <a:xfrm>
                <a:off x="3265714" y="2993572"/>
                <a:ext cx="3875314" cy="55399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sz="3600" b="0" i="1" smtClean="0">
                          <a:highlight>
                            <a:srgbClr val="FFFF00"/>
                          </a:highlight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3B580A9-2867-8BAF-C819-8F7C5D29D4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65714" y="2993572"/>
                <a:ext cx="3875314" cy="55399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ectangle 7">
            <a:extLst>
              <a:ext uri="{FF2B5EF4-FFF2-40B4-BE49-F238E27FC236}">
                <a16:creationId xmlns:a16="http://schemas.microsoft.com/office/drawing/2014/main" id="{D5F67659-4AD4-1C7A-6E6E-BA9C3F1D524E}"/>
              </a:ext>
            </a:extLst>
          </p:cNvPr>
          <p:cNvSpPr/>
          <p:nvPr/>
        </p:nvSpPr>
        <p:spPr>
          <a:xfrm>
            <a:off x="6672943" y="2286000"/>
            <a:ext cx="3831771" cy="410950"/>
          </a:xfrm>
          <a:prstGeom prst="rect">
            <a:avLst/>
          </a:prstGeom>
          <a:solidFill>
            <a:schemeClr val="accent5">
              <a:lumMod val="20000"/>
              <a:lumOff val="80000"/>
              <a:alpha val="25098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2EE64DB-56BB-8057-26FF-5C98BA42CF52}"/>
              </a:ext>
            </a:extLst>
          </p:cNvPr>
          <p:cNvSpPr/>
          <p:nvPr/>
        </p:nvSpPr>
        <p:spPr>
          <a:xfrm>
            <a:off x="4626430" y="3065096"/>
            <a:ext cx="435428" cy="403543"/>
          </a:xfrm>
          <a:prstGeom prst="rect">
            <a:avLst/>
          </a:prstGeom>
          <a:solidFill>
            <a:srgbClr val="FFFF00">
              <a:alpha val="25098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7AAD288-A317-EF3E-F770-96594270E34B}"/>
              </a:ext>
            </a:extLst>
          </p:cNvPr>
          <p:cNvSpPr/>
          <p:nvPr/>
        </p:nvSpPr>
        <p:spPr>
          <a:xfrm>
            <a:off x="5791202" y="3065096"/>
            <a:ext cx="631372" cy="482474"/>
          </a:xfrm>
          <a:prstGeom prst="rect">
            <a:avLst/>
          </a:prstGeom>
          <a:solidFill>
            <a:schemeClr val="accent5">
              <a:lumMod val="20000"/>
              <a:lumOff val="80000"/>
              <a:alpha val="25098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416443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5A02A16-0AF3-EB7E-CAC6-CDD6FC72B1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83B8BF9D-3E6F-BE58-CE72-D0D6CC779E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A42431BF-E06A-7F4A-2824-7127A7C24E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306021A-C0C5-6ED6-5575-D087F024DFA8}"/>
              </a:ext>
            </a:extLst>
          </p:cNvPr>
          <p:cNvSpPr txBox="1"/>
          <p:nvPr/>
        </p:nvSpPr>
        <p:spPr>
          <a:xfrm>
            <a:off x="828675" y="494414"/>
            <a:ext cx="10534650" cy="81740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Best case</a:t>
            </a:r>
          </a:p>
        </p:txBody>
      </p:sp>
      <p:pic>
        <p:nvPicPr>
          <p:cNvPr id="5" name="Content Placeholder 4" descr="A math equations on a white background&#10;&#10;AI-generated content may be incorrect.">
            <a:extLst>
              <a:ext uri="{FF2B5EF4-FFF2-40B4-BE49-F238E27FC236}">
                <a16:creationId xmlns:a16="http://schemas.microsoft.com/office/drawing/2014/main" id="{63BB4FAE-7B88-267C-0E71-687D7BE3AB6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3900" y="1385133"/>
            <a:ext cx="10744200" cy="1396745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E6F6B001-3CDC-1E1C-8681-3C90C4E89716}"/>
              </a:ext>
            </a:extLst>
          </p:cNvPr>
          <p:cNvSpPr/>
          <p:nvPr/>
        </p:nvSpPr>
        <p:spPr>
          <a:xfrm>
            <a:off x="2351314" y="2286000"/>
            <a:ext cx="4016829" cy="410950"/>
          </a:xfrm>
          <a:prstGeom prst="rect">
            <a:avLst/>
          </a:prstGeom>
          <a:solidFill>
            <a:srgbClr val="FFFF00">
              <a:alpha val="25098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DE68997-3580-CA01-06CF-227B64777A15}"/>
                  </a:ext>
                </a:extLst>
              </p:cNvPr>
              <p:cNvSpPr txBox="1"/>
              <p:nvPr/>
            </p:nvSpPr>
            <p:spPr>
              <a:xfrm>
                <a:off x="3265714" y="2993572"/>
                <a:ext cx="3875314" cy="55399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sz="3600" b="0" i="1" smtClean="0">
                          <a:highlight>
                            <a:srgbClr val="FFFF00"/>
                          </a:highlight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DE68997-3580-CA01-06CF-227B64777A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65714" y="2993572"/>
                <a:ext cx="3875314" cy="55399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ectangle 7">
            <a:extLst>
              <a:ext uri="{FF2B5EF4-FFF2-40B4-BE49-F238E27FC236}">
                <a16:creationId xmlns:a16="http://schemas.microsoft.com/office/drawing/2014/main" id="{F31CED4F-1BEF-FCDD-0D61-93D7F7B80F2F}"/>
              </a:ext>
            </a:extLst>
          </p:cNvPr>
          <p:cNvSpPr/>
          <p:nvPr/>
        </p:nvSpPr>
        <p:spPr>
          <a:xfrm>
            <a:off x="6672943" y="2286000"/>
            <a:ext cx="3831771" cy="410950"/>
          </a:xfrm>
          <a:prstGeom prst="rect">
            <a:avLst/>
          </a:prstGeom>
          <a:solidFill>
            <a:schemeClr val="accent5">
              <a:lumMod val="20000"/>
              <a:lumOff val="80000"/>
              <a:alpha val="25098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5D25CC2-8071-CDCA-9483-0F24BA30E131}"/>
              </a:ext>
            </a:extLst>
          </p:cNvPr>
          <p:cNvSpPr/>
          <p:nvPr/>
        </p:nvSpPr>
        <p:spPr>
          <a:xfrm>
            <a:off x="4626430" y="3065096"/>
            <a:ext cx="435428" cy="403543"/>
          </a:xfrm>
          <a:prstGeom prst="rect">
            <a:avLst/>
          </a:prstGeom>
          <a:solidFill>
            <a:srgbClr val="FFFF00">
              <a:alpha val="25098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A969975-764D-214A-6230-EA8D4DC7D9EA}"/>
              </a:ext>
            </a:extLst>
          </p:cNvPr>
          <p:cNvSpPr/>
          <p:nvPr/>
        </p:nvSpPr>
        <p:spPr>
          <a:xfrm>
            <a:off x="5791202" y="3065096"/>
            <a:ext cx="631372" cy="482474"/>
          </a:xfrm>
          <a:prstGeom prst="rect">
            <a:avLst/>
          </a:prstGeom>
          <a:solidFill>
            <a:schemeClr val="accent5">
              <a:lumMod val="20000"/>
              <a:lumOff val="80000"/>
              <a:alpha val="25098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03FA526-3392-2BFF-3F84-BD477CD5F4A9}"/>
              </a:ext>
            </a:extLst>
          </p:cNvPr>
          <p:cNvSpPr txBox="1"/>
          <p:nvPr/>
        </p:nvSpPr>
        <p:spPr>
          <a:xfrm>
            <a:off x="3505202" y="4862244"/>
            <a:ext cx="464569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This is a Linear Function of </a:t>
            </a:r>
            <a:r>
              <a:rPr lang="en-US" sz="2800" i="1" dirty="0"/>
              <a:t>n.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63057667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12FB99-5A07-2C48-69F6-F3F2B42F35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Worst case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E1C4D08-0C37-2B85-39B0-CA17ADC4294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The input array is in reverse order</a:t>
                </a:r>
              </a:p>
              <a:p>
                <a:r>
                  <a:rPr lang="en-US" dirty="0"/>
                  <a:t>Therefore,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𝑓𝑜𝑟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=2, 3,…,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E1C4D08-0C37-2B85-39B0-CA17ADC4294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3792027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930975-01A4-7201-5CE1-C170CBA71E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Worst case	</a:t>
            </a:r>
          </a:p>
        </p:txBody>
      </p:sp>
      <p:pic>
        <p:nvPicPr>
          <p:cNvPr id="5" name="Content Placeholder 4" descr="A mathematical equations and symbols&#10;&#10;AI-generated content may be incorrect.">
            <a:extLst>
              <a:ext uri="{FF2B5EF4-FFF2-40B4-BE49-F238E27FC236}">
                <a16:creationId xmlns:a16="http://schemas.microsoft.com/office/drawing/2014/main" id="{D64017BF-4AE0-B1D6-FEB8-E9907006C5D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0685" y="1690688"/>
            <a:ext cx="5749293" cy="3693991"/>
          </a:xfr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9015C1EE-D47B-6B98-21B3-578CCE4223EC}"/>
              </a:ext>
            </a:extLst>
          </p:cNvPr>
          <p:cNvSpPr/>
          <p:nvPr/>
        </p:nvSpPr>
        <p:spPr>
          <a:xfrm>
            <a:off x="3606772" y="3866008"/>
            <a:ext cx="4363206" cy="13013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125159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E0A094-0E79-95AD-6372-D087336855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50EA0F-3DA7-0C12-2F4A-00CEA9CEEF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Worst case	</a:t>
            </a:r>
          </a:p>
        </p:txBody>
      </p:sp>
      <p:pic>
        <p:nvPicPr>
          <p:cNvPr id="5" name="Content Placeholder 4" descr="A mathematical equations and symbols&#10;&#10;AI-generated content may be incorrect.">
            <a:extLst>
              <a:ext uri="{FF2B5EF4-FFF2-40B4-BE49-F238E27FC236}">
                <a16:creationId xmlns:a16="http://schemas.microsoft.com/office/drawing/2014/main" id="{2FB2B4E0-E938-CC2E-331C-F223A485227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0685" y="1690688"/>
            <a:ext cx="5749293" cy="3693991"/>
          </a:xfrm>
        </p:spPr>
      </p:pic>
    </p:spTree>
    <p:extLst>
      <p:ext uri="{BB962C8B-B14F-4D97-AF65-F5344CB8AC3E}">
        <p14:creationId xmlns:p14="http://schemas.microsoft.com/office/powerpoint/2010/main" val="386662142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98755D-6274-0B94-C380-D6945F1B1E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Worst case</a:t>
            </a:r>
          </a:p>
        </p:txBody>
      </p:sp>
      <p:pic>
        <p:nvPicPr>
          <p:cNvPr id="5" name="Content Placeholder 4" descr="A mathematical equation with numbers and symbols&#10;&#10;AI-generated content may be incorrect.">
            <a:extLst>
              <a:ext uri="{FF2B5EF4-FFF2-40B4-BE49-F238E27FC236}">
                <a16:creationId xmlns:a16="http://schemas.microsoft.com/office/drawing/2014/main" id="{07FBECD9-B16F-48E9-2A04-6EA087D90D3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4858" y="1945104"/>
            <a:ext cx="5801698" cy="3223166"/>
          </a:xfrm>
        </p:spPr>
      </p:pic>
    </p:spTree>
    <p:extLst>
      <p:ext uri="{BB962C8B-B14F-4D97-AF65-F5344CB8AC3E}">
        <p14:creationId xmlns:p14="http://schemas.microsoft.com/office/powerpoint/2010/main" val="80057223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F8D77C-41E3-688A-60C5-E15832B21C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086B46-E713-8063-2FC4-C8FC904F2A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Worst case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2DFF067-AD58-DB6B-4BE4-B9E0E75F1D4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9341" y="1690688"/>
            <a:ext cx="11913317" cy="3813438"/>
          </a:xfr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A4096DA6-37B6-92DE-87ED-A5C0882E8B16}"/>
              </a:ext>
            </a:extLst>
          </p:cNvPr>
          <p:cNvSpPr/>
          <p:nvPr/>
        </p:nvSpPr>
        <p:spPr>
          <a:xfrm>
            <a:off x="838200" y="3984171"/>
            <a:ext cx="11353800" cy="201385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574311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35FDC0-F343-1969-3496-A9C3C1B6FF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D7AD1F-7932-B8CE-7115-8E5809920F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Worst case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083D696-2998-B740-EE16-ABBD16352EA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9341" y="1690688"/>
            <a:ext cx="11913317" cy="3813438"/>
          </a:xfrm>
        </p:spPr>
      </p:pic>
    </p:spTree>
    <p:extLst>
      <p:ext uri="{BB962C8B-B14F-4D97-AF65-F5344CB8AC3E}">
        <p14:creationId xmlns:p14="http://schemas.microsoft.com/office/powerpoint/2010/main" val="167303753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AC7CCB-581C-F999-4EC2-1F00F2F7BD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A3FC26-A0C4-8462-64CF-D44919E7C1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Worst case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483D6D2-96C5-C406-FA54-CDD262014AD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9341" y="1690688"/>
            <a:ext cx="11913317" cy="3813438"/>
          </a:xfr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6797EAA7-23AA-8EBC-CD1B-6B4B50913F75}"/>
              </a:ext>
            </a:extLst>
          </p:cNvPr>
          <p:cNvSpPr/>
          <p:nvPr/>
        </p:nvSpPr>
        <p:spPr>
          <a:xfrm>
            <a:off x="1883229" y="4038600"/>
            <a:ext cx="2579914" cy="979714"/>
          </a:xfrm>
          <a:prstGeom prst="rect">
            <a:avLst/>
          </a:prstGeom>
          <a:solidFill>
            <a:srgbClr val="FFFF00">
              <a:alpha val="25098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0CA3FBF-1987-04BD-CB2B-EFAF6B87F8E7}"/>
              </a:ext>
            </a:extLst>
          </p:cNvPr>
          <p:cNvSpPr/>
          <p:nvPr/>
        </p:nvSpPr>
        <p:spPr>
          <a:xfrm>
            <a:off x="5421086" y="4038600"/>
            <a:ext cx="6008914" cy="979714"/>
          </a:xfrm>
          <a:prstGeom prst="rect">
            <a:avLst/>
          </a:prstGeom>
          <a:solidFill>
            <a:srgbClr val="00B0F0">
              <a:alpha val="25098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B813D31-28B9-431A-54FF-F5C3A0B47501}"/>
              </a:ext>
            </a:extLst>
          </p:cNvPr>
          <p:cNvSpPr/>
          <p:nvPr/>
        </p:nvSpPr>
        <p:spPr>
          <a:xfrm>
            <a:off x="1883229" y="5014269"/>
            <a:ext cx="3722914" cy="624531"/>
          </a:xfrm>
          <a:prstGeom prst="rect">
            <a:avLst/>
          </a:prstGeom>
          <a:solidFill>
            <a:srgbClr val="00B050">
              <a:alpha val="25098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E2C443A-4761-6157-1FE0-95AA9D4F260A}"/>
                  </a:ext>
                </a:extLst>
              </p:cNvPr>
              <p:cNvSpPr txBox="1"/>
              <p:nvPr/>
            </p:nvSpPr>
            <p:spPr>
              <a:xfrm>
                <a:off x="-1828800" y="5925797"/>
                <a:ext cx="9405257" cy="55399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𝑎</m:t>
                      </m:r>
                      <m:sSup>
                        <m:sSup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p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𝑏𝑛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𝑐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E2C443A-4761-6157-1FE0-95AA9D4F26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828800" y="5925797"/>
                <a:ext cx="9405257" cy="55399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ectangle 8">
            <a:extLst>
              <a:ext uri="{FF2B5EF4-FFF2-40B4-BE49-F238E27FC236}">
                <a16:creationId xmlns:a16="http://schemas.microsoft.com/office/drawing/2014/main" id="{47344F84-9876-A466-B95D-193BC85C9C9C}"/>
              </a:ext>
            </a:extLst>
          </p:cNvPr>
          <p:cNvSpPr/>
          <p:nvPr/>
        </p:nvSpPr>
        <p:spPr>
          <a:xfrm>
            <a:off x="1698171" y="5925797"/>
            <a:ext cx="424543" cy="553998"/>
          </a:xfrm>
          <a:prstGeom prst="rect">
            <a:avLst/>
          </a:prstGeom>
          <a:solidFill>
            <a:srgbClr val="FFFF00">
              <a:alpha val="25098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9624EFB-991B-9098-886E-A1047AECC0A8}"/>
              </a:ext>
            </a:extLst>
          </p:cNvPr>
          <p:cNvSpPr/>
          <p:nvPr/>
        </p:nvSpPr>
        <p:spPr>
          <a:xfrm>
            <a:off x="2960914" y="5938877"/>
            <a:ext cx="424543" cy="553998"/>
          </a:xfrm>
          <a:prstGeom prst="rect">
            <a:avLst/>
          </a:prstGeom>
          <a:solidFill>
            <a:srgbClr val="00B0F0">
              <a:alpha val="25098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1545BB2-788B-F6F7-5E2C-9DCD5C9D2315}"/>
              </a:ext>
            </a:extLst>
          </p:cNvPr>
          <p:cNvSpPr/>
          <p:nvPr/>
        </p:nvSpPr>
        <p:spPr>
          <a:xfrm>
            <a:off x="4125685" y="5959055"/>
            <a:ext cx="424543" cy="553998"/>
          </a:xfrm>
          <a:prstGeom prst="rect">
            <a:avLst/>
          </a:prstGeom>
          <a:solidFill>
            <a:srgbClr val="00B050">
              <a:alpha val="25098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32491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54A6836E-C603-43CB-9DA7-89D8E3FA38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96007DD-F9BF-4F0F-B8C6-C514B28419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807204A-5355-75D0-682A-9413DD235A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3925" y="1321056"/>
            <a:ext cx="8400961" cy="1991979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5200" kern="1200" dirty="0">
                <a:solidFill>
                  <a:schemeClr val="tx2"/>
                </a:solidFill>
                <a:latin typeface="+mj-lt"/>
                <a:ea typeface="+mj-ea"/>
                <a:cs typeface="+mj-cs"/>
              </a:rPr>
              <a:t>The worst case is a quadratic function of </a:t>
            </a:r>
            <a:r>
              <a:rPr lang="en-US" sz="5200" i="1" kern="1200" dirty="0">
                <a:solidFill>
                  <a:schemeClr val="tx2"/>
                </a:solidFill>
                <a:latin typeface="+mj-lt"/>
                <a:ea typeface="+mj-ea"/>
                <a:cs typeface="+mj-cs"/>
              </a:rPr>
              <a:t>n</a:t>
            </a:r>
            <a:r>
              <a:rPr lang="en-US" sz="5200" kern="1200" dirty="0">
                <a:solidFill>
                  <a:schemeClr val="tx2"/>
                </a:solidFill>
                <a:latin typeface="+mj-lt"/>
                <a:ea typeface="+mj-ea"/>
                <a:cs typeface="+mj-cs"/>
              </a:rPr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4329BBD3-0229-0A85-C2F0-7BDC8F015D86}"/>
                  </a:ext>
                </a:extLst>
              </p:cNvPr>
              <p:cNvSpPr txBox="1">
                <a:spLocks noGrp="1"/>
              </p:cNvSpPr>
              <p:nvPr>
                <p:ph idx="1"/>
              </p:nvPr>
            </p:nvSpPr>
            <p:spPr>
              <a:xfrm>
                <a:off x="2520648" y="3529384"/>
                <a:ext cx="9469211" cy="865639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kern="120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𝑇</m:t>
                      </m:r>
                      <m:r>
                        <a:rPr lang="en-US" sz="3600" b="0" i="1" kern="120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(</m:t>
                      </m:r>
                      <m:r>
                        <a:rPr lang="en-US" sz="3600" b="0" i="1" kern="120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𝑛</m:t>
                      </m:r>
                      <m:r>
                        <a:rPr lang="en-US" sz="3600" b="0" i="1" kern="120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)=</m:t>
                      </m:r>
                      <m:r>
                        <a:rPr lang="en-US" sz="3600" b="0" i="1" kern="120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𝑎</m:t>
                      </m:r>
                      <m:sSup>
                        <m:sSupPr>
                          <m:ctrlPr>
                            <a:rPr lang="en-US" sz="3600" b="0" i="1" kern="120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pPr>
                        <m:e>
                          <m:r>
                            <a:rPr lang="en-US" sz="3600" b="0" i="1" kern="120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𝑛</m:t>
                          </m:r>
                        </m:e>
                        <m:sup>
                          <m:r>
                            <a:rPr lang="en-US" sz="3600" b="0" i="1" kern="120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2</m:t>
                          </m:r>
                        </m:sup>
                      </m:sSup>
                      <m:r>
                        <a:rPr lang="en-US" sz="3600" b="0" i="1" kern="120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+</m:t>
                      </m:r>
                      <m:r>
                        <a:rPr lang="en-US" sz="3600" b="0" i="1" kern="120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𝑏𝑛</m:t>
                      </m:r>
                      <m:r>
                        <a:rPr lang="en-US" sz="3600" b="0" i="1" kern="120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+</m:t>
                      </m:r>
                      <m:r>
                        <a:rPr lang="en-US" sz="3600" b="0" i="1" kern="120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𝑐</m:t>
                      </m:r>
                    </m:oMath>
                  </m:oMathPara>
                </a14:m>
                <a:endParaRPr lang="en-US" sz="3600" kern="1200" dirty="0">
                  <a:solidFill>
                    <a:schemeClr val="tx2"/>
                  </a:solidFill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4329BBD3-0229-0A85-C2F0-7BDC8F015D86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520648" y="3529384"/>
                <a:ext cx="9469211" cy="86563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3" name="Group 12">
            <a:extLst>
              <a:ext uri="{FF2B5EF4-FFF2-40B4-BE49-F238E27FC236}">
                <a16:creationId xmlns:a16="http://schemas.microsoft.com/office/drawing/2014/main" id="{8A0FAFCA-5C96-453B-83B7-A9AEF7F189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7867135" y="0"/>
            <a:ext cx="4324865" cy="2641149"/>
            <a:chOff x="6867015" y="-1"/>
            <a:chExt cx="5324985" cy="3251912"/>
          </a:xfrm>
          <a:solidFill>
            <a:schemeClr val="accent5">
              <a:alpha val="10000"/>
            </a:schemeClr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4A0F84AE-A24D-4353-B1BA-BD80DAA385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AF093259-3E74-43A1-944B-B106C8105E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AAA28A35-1E54-4054-BB95-42FAFA13A9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FBA3A17F-F3BD-4B94-9CC8-006700210F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D0398DD-AD75-4E2B-A3C6-35073082A8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6200000">
            <a:off x="-456265" y="3658536"/>
            <a:ext cx="3655725" cy="2743201"/>
            <a:chOff x="-305" y="-1"/>
            <a:chExt cx="3832880" cy="2876136"/>
          </a:xfrm>
        </p:grpSpPr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03E4F247-A844-4CD1-A37E-B7EA0DA2DB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E2387B1B-D4D3-493F-8D7A-C7A89DBD4A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C3404477-1F13-4859-84DA-12A303ACAD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1B8C62FD-B708-4F00-80BB-1250C60119E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59089692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Person writing on a board">
            <a:extLst>
              <a:ext uri="{FF2B5EF4-FFF2-40B4-BE49-F238E27FC236}">
                <a16:creationId xmlns:a16="http://schemas.microsoft.com/office/drawing/2014/main" id="{502C6017-1FB2-E50C-F470-06C9BC18E61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464"/>
          <a:stretch>
            <a:fillRect/>
          </a:stretch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BC4354C-B676-0FDE-D8E6-09F5FD6C3F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7981" y="1122363"/>
            <a:ext cx="4023360" cy="320413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dirty="0">
                <a:solidFill>
                  <a:schemeClr val="bg1"/>
                </a:solidFill>
              </a:rPr>
              <a:t>Let’s get even deeper into formalism!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3121017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7540569-CA03-5992-5692-5F74ED02E6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41793A43-EA8A-CB6D-75CC-FC04902068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C08D387-8E56-E13E-DABA-B045C4DC95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8973644-D8E9-5CDE-5EB0-FA7DD7B772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DA07383-F508-0416-CA36-D057192F23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8021DD62-8714-D729-4643-D8EA3A4A31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701A0D5-E452-6275-1E83-FA34F4E670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5" y="1410079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BACC801-0F91-67D2-6283-A14D165189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478" y="1683756"/>
            <a:ext cx="3115265" cy="2396359"/>
          </a:xfrm>
        </p:spPr>
        <p:txBody>
          <a:bodyPr anchor="b">
            <a:normAutofit/>
          </a:bodyPr>
          <a:lstStyle/>
          <a:p>
            <a:pPr algn="r"/>
            <a:r>
              <a:rPr lang="en-US" sz="4000" dirty="0">
                <a:solidFill>
                  <a:srgbClr val="FFFFFF"/>
                </a:solidFill>
              </a:rPr>
              <a:t>Time complexity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B7DEECED-E1F5-DD28-2FB0-7985A0BC3AF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79911114"/>
              </p:ext>
            </p:extLst>
          </p:nvPr>
        </p:nvGraphicFramePr>
        <p:xfrm>
          <a:off x="4905052" y="750440"/>
          <a:ext cx="6666833" cy="54539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50867471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graph of a function&#10;&#10;AI-generated content may be incorrect.">
            <a:extLst>
              <a:ext uri="{FF2B5EF4-FFF2-40B4-BE49-F238E27FC236}">
                <a16:creationId xmlns:a16="http://schemas.microsoft.com/office/drawing/2014/main" id="{BC5A3175-A9C3-766E-DD4F-3193605EDE3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45228" y="307048"/>
            <a:ext cx="6478636" cy="6243903"/>
          </a:xfrm>
        </p:spPr>
      </p:pic>
    </p:spTree>
    <p:extLst>
      <p:ext uri="{BB962C8B-B14F-4D97-AF65-F5344CB8AC3E}">
        <p14:creationId xmlns:p14="http://schemas.microsoft.com/office/powerpoint/2010/main" val="338709576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1329CB-EAA8-826B-14A8-96B662D9CC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556CD7A-C9C9-D0A3-C5FE-66DF45A5A16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645228" y="307048"/>
            <a:ext cx="6478636" cy="6243903"/>
          </a:xfrm>
        </p:spPr>
      </p:pic>
    </p:spTree>
    <p:extLst>
      <p:ext uri="{BB962C8B-B14F-4D97-AF65-F5344CB8AC3E}">
        <p14:creationId xmlns:p14="http://schemas.microsoft.com/office/powerpoint/2010/main" val="141495273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FA25CA-FB4A-A079-4C2A-0B0EDF35F2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362E440-8607-C3ED-ECCD-3A183AA5EA0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645228" y="307048"/>
            <a:ext cx="6478636" cy="6243903"/>
          </a:xfrm>
        </p:spPr>
      </p:pic>
    </p:spTree>
    <p:extLst>
      <p:ext uri="{BB962C8B-B14F-4D97-AF65-F5344CB8AC3E}">
        <p14:creationId xmlns:p14="http://schemas.microsoft.com/office/powerpoint/2010/main" val="292640405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0A0C8E-CD32-CCAA-666C-BE8C30891F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So, we can say: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B44CD41-2897-134F-0BEC-5E07BDC0572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61457"/>
                <a:ext cx="10515600" cy="4173992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𝐵𝑒𝑠𝑡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𝑐𝑎𝑠𝑒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l-G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Ω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𝑊𝑜𝑟𝑠𝑡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𝑐𝑎𝑠𝑒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US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B44CD41-2897-134F-0BEC-5E07BDC0572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61457"/>
                <a:ext cx="10515600" cy="4173992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9603554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BCB59D-51A6-6843-03BC-807804C488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5C452A-D9FC-A7A2-A80B-70FCB0994A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So, we can say: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09EC983-6F4E-D6FA-60A2-9B306C8F8AE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61457"/>
                <a:ext cx="10515600" cy="4173992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𝐵𝑒𝑠𝑡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𝑐𝑎𝑠𝑒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l-G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Ω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𝑊𝑜𝑟𝑠𝑡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𝑐𝑎𝑠𝑒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US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09EC983-6F4E-D6FA-60A2-9B306C8F8AE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61457"/>
                <a:ext cx="10515600" cy="4173992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0A28E1F4-0D37-4ACC-D8E7-243B101AF214}"/>
              </a:ext>
            </a:extLst>
          </p:cNvPr>
          <p:cNvSpPr txBox="1"/>
          <p:nvPr/>
        </p:nvSpPr>
        <p:spPr>
          <a:xfrm>
            <a:off x="838200" y="2905780"/>
            <a:ext cx="516692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…What about the average case?</a:t>
            </a:r>
          </a:p>
        </p:txBody>
      </p:sp>
    </p:spTree>
    <p:extLst>
      <p:ext uri="{BB962C8B-B14F-4D97-AF65-F5344CB8AC3E}">
        <p14:creationId xmlns:p14="http://schemas.microsoft.com/office/powerpoint/2010/main" val="200572875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FF3785-F11D-3D95-1BBE-3864AD7CDB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 average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17FC86E-E17F-FE12-9014-91E9D637DCE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60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36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num>
                        <m:den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sz="3600" dirty="0"/>
              </a:p>
              <a:p>
                <a:endParaRPr lang="en-US" sz="32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17FC86E-E17F-FE12-9014-91E9D637DCE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3932511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DCDA72-FC24-FB93-824A-CDD89280B8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29EA64-A9D7-3488-241C-A92211CB67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 average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E40FF06-84E1-9B32-6C6F-2186A4A9237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66397"/>
                <a:ext cx="10515600" cy="4351338"/>
              </a:xfrm>
            </p:spPr>
            <p:txBody>
              <a:bodyPr/>
              <a:lstStyle/>
              <a:p>
                <a:pPr marL="0" indent="0">
                  <a:buNone/>
                </a:pPr>
                <a:endParaRPr lang="en-US" sz="36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pt-BR" sz="4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sz="4400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pt-BR" sz="4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pt-BR" sz="4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pt-BR" sz="440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pt-BR" sz="44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sz="440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pt-BR" sz="440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d>
                            <m:dPr>
                              <m:ctrlP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box>
                                <m:boxPr>
                                  <m:ctrlPr>
                                    <a:rPr lang="pt-BR" sz="4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boxPr>
                                <m:e>
                                  <m:argPr>
                                    <m:argSz m:val="-1"/>
                                  </m:argPr>
                                  <m:f>
                                    <m:fPr>
                                      <m:ctrlPr>
                                        <a:rPr lang="pt-BR" sz="44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sz="4400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num>
                                    <m:den>
                                      <m:r>
                                        <a:rPr lang="en-US" sz="44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</m:e>
                              </m:box>
                            </m:e>
                          </m:d>
                        </m:e>
                      </m:nary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=</m:t>
                      </m:r>
                      <m:box>
                        <m:box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box>
                      <m:nary>
                        <m:naryPr>
                          <m:chr m:val="∑"/>
                          <m:limLoc m:val="subSup"/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5"/>
                            </m:rP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US" sz="44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4400" b="0" dirty="0"/>
              </a:p>
              <a:p>
                <a:pPr marL="0" indent="0">
                  <a:buNone/>
                </a:pPr>
                <a:r>
                  <a:rPr lang="en-US" sz="4400" b="0" dirty="0"/>
                  <a:t>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4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4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4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sz="4400" b="0" i="1" smtClean="0">
                        <a:latin typeface="Cambria Math" panose="02040503050406030204" pitchFamily="18" charset="0"/>
                      </a:rPr>
                      <m:t>∗</m:t>
                    </m:r>
                    <m:f>
                      <m:fPr>
                        <m:ctrlPr>
                          <a:rPr lang="en-US" sz="4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4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d>
                          <m:dPr>
                            <m:ctrlPr>
                              <a:rPr lang="en-US" sz="4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44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4400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e>
                        </m:d>
                      </m:num>
                      <m:den>
                        <m:r>
                          <a:rPr lang="en-US" sz="4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sz="4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4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4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44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  <m:r>
                      <a:rPr lang="en-US" sz="44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4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44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4400" b="0" i="1" smtClean="0">
                        <a:latin typeface="Cambria Math" panose="02040503050406030204" pitchFamily="18" charset="0"/>
                      </a:rPr>
                      <m:t>−1)</m:t>
                    </m:r>
                  </m:oMath>
                </a14:m>
                <a:endParaRPr lang="en-US" sz="4400" b="0" dirty="0"/>
              </a:p>
              <a:p>
                <a:endParaRPr lang="en-US" sz="4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E40FF06-84E1-9B32-6C6F-2186A4A9237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66397"/>
                <a:ext cx="10515600" cy="4351338"/>
              </a:xfrm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29074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FFD48BC7-DC40-47DE-87EE-9F4B6ECB9A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9" name="Freeform: Shape 8">
            <a:extLst>
              <a:ext uri="{FF2B5EF4-FFF2-40B4-BE49-F238E27FC236}">
                <a16:creationId xmlns:a16="http://schemas.microsoft.com/office/drawing/2014/main" id="{E502BBC7-2C76-46F3-BC24-5985BC13DB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14425" y="0"/>
            <a:ext cx="9963150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139700" sx="102000" sy="102000" algn="ctr" rotWithShape="0">
              <a:schemeClr val="bg1">
                <a:lumMod val="85000"/>
                <a:alpha val="3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1" name="Freeform: Shape 10">
            <a:extLst>
              <a:ext uri="{FF2B5EF4-FFF2-40B4-BE49-F238E27FC236}">
                <a16:creationId xmlns:a16="http://schemas.microsoft.com/office/drawing/2014/main" id="{C7F28D52-2A5F-4D23-81AE-7CB8B591C7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1664" y="0"/>
            <a:ext cx="9948672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37F29DA-5BFA-DF21-07A7-EE2871EF3B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3" y="1999615"/>
            <a:ext cx="9144000" cy="276402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1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The average case is often roughly as bad as the worst case.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629484E-3792-4B3D-89AD-7C8A1ED0E0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18560" y="5524786"/>
            <a:ext cx="4754880" cy="2743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8245430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FFD48BC7-DC40-47DE-87EE-9F4B6ECB9A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Freeform: Shape 9">
            <a:extLst>
              <a:ext uri="{FF2B5EF4-FFF2-40B4-BE49-F238E27FC236}">
                <a16:creationId xmlns:a16="http://schemas.microsoft.com/office/drawing/2014/main" id="{E502BBC7-2C76-46F3-BC24-5985BC13DB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14425" y="0"/>
            <a:ext cx="9963150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139700" sx="102000" sy="102000" algn="ctr" rotWithShape="0">
              <a:schemeClr val="bg1">
                <a:lumMod val="85000"/>
                <a:alpha val="3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2" name="Freeform: Shape 11">
            <a:extLst>
              <a:ext uri="{FF2B5EF4-FFF2-40B4-BE49-F238E27FC236}">
                <a16:creationId xmlns:a16="http://schemas.microsoft.com/office/drawing/2014/main" id="{C7F28D52-2A5F-4D23-81AE-7CB8B591C7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1664" y="0"/>
            <a:ext cx="9948672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8707C74-9E15-7661-B278-E00D0FC1E5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3" y="1999615"/>
            <a:ext cx="9144000" cy="276402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72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What really matters – The </a:t>
            </a:r>
            <a:r>
              <a:rPr lang="en-US" sz="7200" b="1" i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Rate </a:t>
            </a:r>
            <a:r>
              <a:rPr lang="en-US" sz="72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of </a:t>
            </a:r>
            <a:r>
              <a:rPr lang="en-US" sz="7200" b="1" i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growth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629484E-3792-4B3D-89AD-7C8A1ED0E0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18560" y="5524786"/>
            <a:ext cx="4754880" cy="2743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0154863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2DFA27-2409-926B-A7E4-26A3511070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Sounds familiar?</a:t>
            </a:r>
          </a:p>
        </p:txBody>
      </p:sp>
      <p:pic>
        <p:nvPicPr>
          <p:cNvPr id="5" name="Content Placeholder 4" descr="A diagram of a mathematical equation&#10;&#10;AI-generated content may be incorrect.">
            <a:extLst>
              <a:ext uri="{FF2B5EF4-FFF2-40B4-BE49-F238E27FC236}">
                <a16:creationId xmlns:a16="http://schemas.microsoft.com/office/drawing/2014/main" id="{E355D615-FCA4-AEBE-4BA2-17C8E2EA7FE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9601" y="1440510"/>
            <a:ext cx="6252797" cy="5052365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007B923-1057-E739-146E-507EDEC7317C}"/>
              </a:ext>
            </a:extLst>
          </p:cNvPr>
          <p:cNvSpPr txBox="1"/>
          <p:nvPr/>
        </p:nvSpPr>
        <p:spPr>
          <a:xfrm>
            <a:off x="3233057" y="6519636"/>
            <a:ext cx="620766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3"/>
              </a:rPr>
              <a:t>https://www.mathsisfun.com/definitions/differentiation.html</a:t>
            </a:r>
            <a:endParaRPr lang="en-US" dirty="0"/>
          </a:p>
          <a:p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643E32E-6C68-CD68-D4EF-0121C2AF0D63}"/>
                  </a:ext>
                </a:extLst>
              </p:cNvPr>
              <p:cNvSpPr txBox="1"/>
              <p:nvPr/>
            </p:nvSpPr>
            <p:spPr>
              <a:xfrm>
                <a:off x="4666302" y="1690688"/>
                <a:ext cx="1247714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643E32E-6C68-CD68-D4EF-0121C2AF0D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66302" y="1690688"/>
                <a:ext cx="1247714" cy="369332"/>
              </a:xfrm>
              <a:prstGeom prst="rect">
                <a:avLst/>
              </a:prstGeom>
              <a:blipFill>
                <a:blip r:embed="rId4"/>
                <a:stretch>
                  <a:fillRect l="-5854" t="-1639" r="-8780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3496102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66B332A4-D438-4773-A77F-5ED49A448D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953768" y="0"/>
            <a:ext cx="8284464" cy="6858000"/>
          </a:xfrm>
          <a:custGeom>
            <a:avLst/>
            <a:gdLst>
              <a:gd name="connsiteX0" fmla="*/ 1818109 w 8284464"/>
              <a:gd name="connsiteY0" fmla="*/ 0 h 6858000"/>
              <a:gd name="connsiteX1" fmla="*/ 6466355 w 8284464"/>
              <a:gd name="connsiteY1" fmla="*/ 0 h 6858000"/>
              <a:gd name="connsiteX2" fmla="*/ 6620596 w 8284464"/>
              <a:gd name="connsiteY2" fmla="*/ 109683 h 6858000"/>
              <a:gd name="connsiteX3" fmla="*/ 8284464 w 8284464"/>
              <a:gd name="connsiteY3" fmla="*/ 3429000 h 6858000"/>
              <a:gd name="connsiteX4" fmla="*/ 6620596 w 8284464"/>
              <a:gd name="connsiteY4" fmla="*/ 6748318 h 6858000"/>
              <a:gd name="connsiteX5" fmla="*/ 6466355 w 8284464"/>
              <a:gd name="connsiteY5" fmla="*/ 6858000 h 6858000"/>
              <a:gd name="connsiteX6" fmla="*/ 1818109 w 8284464"/>
              <a:gd name="connsiteY6" fmla="*/ 6858000 h 6858000"/>
              <a:gd name="connsiteX7" fmla="*/ 1663869 w 8284464"/>
              <a:gd name="connsiteY7" fmla="*/ 6748318 h 6858000"/>
              <a:gd name="connsiteX8" fmla="*/ 0 w 8284464"/>
              <a:gd name="connsiteY8" fmla="*/ 3429000 h 6858000"/>
              <a:gd name="connsiteX9" fmla="*/ 1663869 w 8284464"/>
              <a:gd name="connsiteY9" fmla="*/ 10968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284464" h="6858000">
                <a:moveTo>
                  <a:pt x="1818109" y="0"/>
                </a:moveTo>
                <a:lnTo>
                  <a:pt x="6466355" y="0"/>
                </a:lnTo>
                <a:lnTo>
                  <a:pt x="6620596" y="109683"/>
                </a:lnTo>
                <a:cubicBezTo>
                  <a:pt x="7630666" y="865069"/>
                  <a:pt x="8284464" y="2070683"/>
                  <a:pt x="8284464" y="3429000"/>
                </a:cubicBezTo>
                <a:cubicBezTo>
                  <a:pt x="8284464" y="4787317"/>
                  <a:pt x="7630666" y="5992931"/>
                  <a:pt x="6620596" y="6748318"/>
                </a:cubicBezTo>
                <a:lnTo>
                  <a:pt x="6466355" y="6858000"/>
                </a:lnTo>
                <a:lnTo>
                  <a:pt x="1818109" y="6858000"/>
                </a:lnTo>
                <a:lnTo>
                  <a:pt x="1663869" y="6748318"/>
                </a:lnTo>
                <a:cubicBezTo>
                  <a:pt x="653798" y="5992931"/>
                  <a:pt x="0" y="4787317"/>
                  <a:pt x="0" y="3429000"/>
                </a:cubicBezTo>
                <a:cubicBezTo>
                  <a:pt x="0" y="2070683"/>
                  <a:pt x="653798" y="865069"/>
                  <a:pt x="1663869" y="109683"/>
                </a:cubicBezTo>
                <a:close/>
              </a:path>
            </a:pathLst>
          </a:cu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DF9AD32D-FF05-44F4-BD4D-9CEE89B71E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118360" y="0"/>
            <a:ext cx="7955280" cy="6858000"/>
          </a:xfrm>
          <a:custGeom>
            <a:avLst/>
            <a:gdLst>
              <a:gd name="connsiteX0" fmla="*/ 1962423 w 7955280"/>
              <a:gd name="connsiteY0" fmla="*/ 0 h 6858000"/>
              <a:gd name="connsiteX1" fmla="*/ 5992858 w 7955280"/>
              <a:gd name="connsiteY1" fmla="*/ 0 h 6858000"/>
              <a:gd name="connsiteX2" fmla="*/ 6040191 w 7955280"/>
              <a:gd name="connsiteY2" fmla="*/ 27216 h 6858000"/>
              <a:gd name="connsiteX3" fmla="*/ 7955280 w 7955280"/>
              <a:gd name="connsiteY3" fmla="*/ 3429000 h 6858000"/>
              <a:gd name="connsiteX4" fmla="*/ 6040191 w 7955280"/>
              <a:gd name="connsiteY4" fmla="*/ 6830784 h 6858000"/>
              <a:gd name="connsiteX5" fmla="*/ 5992858 w 7955280"/>
              <a:gd name="connsiteY5" fmla="*/ 6858000 h 6858000"/>
              <a:gd name="connsiteX6" fmla="*/ 1962423 w 7955280"/>
              <a:gd name="connsiteY6" fmla="*/ 6858000 h 6858000"/>
              <a:gd name="connsiteX7" fmla="*/ 1915089 w 7955280"/>
              <a:gd name="connsiteY7" fmla="*/ 6830784 h 6858000"/>
              <a:gd name="connsiteX8" fmla="*/ 0 w 7955280"/>
              <a:gd name="connsiteY8" fmla="*/ 3429000 h 6858000"/>
              <a:gd name="connsiteX9" fmla="*/ 1915089 w 7955280"/>
              <a:gd name="connsiteY9" fmla="*/ 2721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7955280" h="6858000">
                <a:moveTo>
                  <a:pt x="1962423" y="0"/>
                </a:moveTo>
                <a:lnTo>
                  <a:pt x="5992858" y="0"/>
                </a:lnTo>
                <a:lnTo>
                  <a:pt x="6040191" y="27216"/>
                </a:lnTo>
                <a:cubicBezTo>
                  <a:pt x="7188332" y="724844"/>
                  <a:pt x="7955280" y="1987357"/>
                  <a:pt x="7955280" y="3429000"/>
                </a:cubicBezTo>
                <a:cubicBezTo>
                  <a:pt x="7955280" y="4870644"/>
                  <a:pt x="7188332" y="6133157"/>
                  <a:pt x="6040191" y="6830784"/>
                </a:cubicBezTo>
                <a:lnTo>
                  <a:pt x="5992858" y="6858000"/>
                </a:lnTo>
                <a:lnTo>
                  <a:pt x="1962423" y="6858000"/>
                </a:lnTo>
                <a:lnTo>
                  <a:pt x="1915089" y="6830784"/>
                </a:lnTo>
                <a:cubicBezTo>
                  <a:pt x="766948" y="6133157"/>
                  <a:pt x="0" y="4870644"/>
                  <a:pt x="0" y="3429000"/>
                </a:cubicBezTo>
                <a:cubicBezTo>
                  <a:pt x="0" y="1987357"/>
                  <a:pt x="766948" y="724844"/>
                  <a:pt x="1915089" y="27216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CB6AB37-1FDB-A55A-94E5-CD0D98A737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55631" y="1441938"/>
            <a:ext cx="7080738" cy="397412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5400">
                <a:solidFill>
                  <a:schemeClr val="bg1">
                    <a:lumMod val="95000"/>
                    <a:lumOff val="5000"/>
                  </a:schemeClr>
                </a:solidFill>
              </a:rPr>
              <a:t>Exercises</a:t>
            </a:r>
          </a:p>
        </p:txBody>
      </p:sp>
    </p:spTree>
    <p:extLst>
      <p:ext uri="{BB962C8B-B14F-4D97-AF65-F5344CB8AC3E}">
        <p14:creationId xmlns:p14="http://schemas.microsoft.com/office/powerpoint/2010/main" val="407322804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CBD969-55AF-CAC6-E8D6-C632D3706B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 </a:t>
            </a:r>
            <a:br>
              <a:rPr lang="en-US" dirty="0"/>
            </a:br>
            <a:r>
              <a:rPr lang="en-US" sz="3100" dirty="0"/>
              <a:t>Determine the upper bound for the following functions: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68115E6-EF59-FA3B-8D95-5979B13ED78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914400" lvl="1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 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ln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⁡(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marL="914400" lvl="1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ln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∗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+ 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0.5</m:t>
                        </m:r>
                      </m:sup>
                    </m:sSup>
                  </m:oMath>
                </a14:m>
                <a:endParaRPr lang="en-US" dirty="0"/>
              </a:p>
              <a:p>
                <a:pPr marL="914400" lvl="1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+ 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ln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⁡(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ln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marL="914400" lvl="1" indent="-457200">
                  <a:buFont typeface="+mj-lt"/>
                  <a:buAutoNum type="arabicPeriod"/>
                </a:pPr>
                <a:endParaRPr lang="en-US" dirty="0"/>
              </a:p>
              <a:p>
                <a:pPr marL="914400" lvl="1" indent="-457200">
                  <a:buFont typeface="+mj-lt"/>
                  <a:buAutoNum type="arabicPeriod"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68115E6-EF59-FA3B-8D95-5979B13ED78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t="-19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2098286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3B46D9-575A-3D3B-6FD2-27FE6FA1B8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dirty="0"/>
              <a:t>Determine which function grows faster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5741994-3C56-04D3-A31D-6B3C916FCA1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514350" indent="-51435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4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     --- OR ---        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g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𝑙𝑛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+13</m:t>
                    </m:r>
                  </m:oMath>
                </a14:m>
                <a:endParaRPr lang="en-US" dirty="0"/>
              </a:p>
              <a:p>
                <a:pPr marL="514350" indent="-51435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 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⁡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𝑙𝑜𝑔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   --- OR ---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j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6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+7∗</m:t>
                    </m:r>
                    <m:rad>
                      <m:ra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radPr>
                      <m:deg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deg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𝑙𝑜𝑔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rad>
                  </m:oMath>
                </a14:m>
                <a:endParaRPr lang="en-US" dirty="0"/>
              </a:p>
              <a:p>
                <a:pPr marL="514350" indent="-51435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1">
                        <a:latin typeface="Cambria Math" panose="02040503050406030204" pitchFamily="18" charset="0"/>
                      </a:rPr>
                      <m:t>k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 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⁡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𝑙𝑜𝑔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ad>
                      <m:ra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radPr>
                      <m:deg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2</m:t>
                        </m:r>
                      </m:deg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ra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r>
                  <a:rPr lang="en-US" dirty="0"/>
                  <a:t>    --- OR ---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𝑙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𝑙𝑜𝑔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(7)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  <a:p>
                <a:pPr marL="514350" indent="-514350">
                  <a:buFont typeface="+mj-lt"/>
                  <a:buAutoNum type="arabicPeriod"/>
                </a:pPr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5741994-3C56-04D3-A31D-6B3C916FCA1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96040274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diagram of different colored lines&#10;&#10;AI-generated content may be incorrect.">
            <a:extLst>
              <a:ext uri="{FF2B5EF4-FFF2-40B4-BE49-F238E27FC236}">
                <a16:creationId xmlns:a16="http://schemas.microsoft.com/office/drawing/2014/main" id="{E580EEB7-D437-32A9-CC78-5AC7A0DACC2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1449" y="231600"/>
            <a:ext cx="8749102" cy="6394800"/>
          </a:xfr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9E0C4B42-CC52-242C-C2D3-C97E3BD78D44}"/>
              </a:ext>
            </a:extLst>
          </p:cNvPr>
          <p:cNvSpPr/>
          <p:nvPr/>
        </p:nvSpPr>
        <p:spPr>
          <a:xfrm>
            <a:off x="1045029" y="4615543"/>
            <a:ext cx="827314" cy="180702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784427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diagram of different colored lines&#10;&#10;AI-generated content may be incorrect.">
            <a:extLst>
              <a:ext uri="{FF2B5EF4-FFF2-40B4-BE49-F238E27FC236}">
                <a16:creationId xmlns:a16="http://schemas.microsoft.com/office/drawing/2014/main" id="{EA709770-4335-FA48-781E-7110926E03A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5656" y="0"/>
            <a:ext cx="9492343" cy="6882960"/>
          </a:xfrm>
        </p:spPr>
      </p:pic>
    </p:spTree>
    <p:extLst>
      <p:ext uri="{BB962C8B-B14F-4D97-AF65-F5344CB8AC3E}">
        <p14:creationId xmlns:p14="http://schemas.microsoft.com/office/powerpoint/2010/main" val="36379427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468</TotalTime>
  <Words>634</Words>
  <Application>Microsoft Office PowerPoint</Application>
  <PresentationFormat>Widescreen</PresentationFormat>
  <Paragraphs>102</Paragraphs>
  <Slides>60</Slides>
  <Notes>0</Notes>
  <HiddenSlides>0</HiddenSlides>
  <MMClips>1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60</vt:i4>
      </vt:variant>
    </vt:vector>
  </HeadingPairs>
  <TitlesOfParts>
    <vt:vector size="66" baseType="lpstr">
      <vt:lpstr>Aptos</vt:lpstr>
      <vt:lpstr>Aptos Display</vt:lpstr>
      <vt:lpstr>Arial</vt:lpstr>
      <vt:lpstr>Calibri</vt:lpstr>
      <vt:lpstr>Cambria Math</vt:lpstr>
      <vt:lpstr>Office Theme</vt:lpstr>
      <vt:lpstr>Data Structures and Algorithms I.</vt:lpstr>
      <vt:lpstr>Introduction to the course</vt:lpstr>
      <vt:lpstr>Requirements</vt:lpstr>
      <vt:lpstr>Required Minimum</vt:lpstr>
      <vt:lpstr>Attendance is NOT mandatory!</vt:lpstr>
      <vt:lpstr>About the teacher</vt:lpstr>
      <vt:lpstr>I don’t know everything!</vt:lpstr>
      <vt:lpstr>Motivation</vt:lpstr>
      <vt:lpstr>Foundations</vt:lpstr>
      <vt:lpstr>Cost of computation </vt:lpstr>
      <vt:lpstr>Model of computation</vt:lpstr>
      <vt:lpstr>PowerPoint Presentation</vt:lpstr>
      <vt:lpstr>PowerPoint Presentation</vt:lpstr>
      <vt:lpstr>PowerPoint Presentation</vt:lpstr>
      <vt:lpstr>Basic operations</vt:lpstr>
      <vt:lpstr>PowerPoint Presentation</vt:lpstr>
      <vt:lpstr>Example: Insertion Sort</vt:lpstr>
      <vt:lpstr>PowerPoint Presentation</vt:lpstr>
      <vt:lpstr>Insertion sort - Pseudocode</vt:lpstr>
      <vt:lpstr>Insertion sort - Pseudocode</vt:lpstr>
      <vt:lpstr>Insertion sort - Pseudocode</vt:lpstr>
      <vt:lpstr>Insertion sort - Pseudocode</vt:lpstr>
      <vt:lpstr>Insertion sort - Pseudocode</vt:lpstr>
      <vt:lpstr>Can we formalize the “time it takes to solve a problem” as a function of the “size of the input”?</vt:lpstr>
      <vt:lpstr>The total time</vt:lpstr>
      <vt:lpstr>PowerPoint Presentation</vt:lpstr>
      <vt:lpstr>PowerPoint Presentation</vt:lpstr>
      <vt:lpstr>PowerPoint Presentation</vt:lpstr>
      <vt:lpstr>PowerPoint Presentation</vt:lpstr>
      <vt:lpstr>Let’s simplify things!</vt:lpstr>
      <vt:lpstr>edge cases</vt:lpstr>
      <vt:lpstr>PowerPoint Presentation</vt:lpstr>
      <vt:lpstr>PowerPoint Presentation</vt:lpstr>
      <vt:lpstr>PowerPoint Presentation</vt:lpstr>
      <vt:lpstr>PowerPoint Presentation</vt:lpstr>
      <vt:lpstr>Worst case</vt:lpstr>
      <vt:lpstr>Worst case </vt:lpstr>
      <vt:lpstr>Worst case </vt:lpstr>
      <vt:lpstr>Worst case</vt:lpstr>
      <vt:lpstr>Worst case</vt:lpstr>
      <vt:lpstr>Worst case</vt:lpstr>
      <vt:lpstr>Worst case</vt:lpstr>
      <vt:lpstr>The worst case is a quadratic function of n.</vt:lpstr>
      <vt:lpstr>Let’s get even deeper into formalism!</vt:lpstr>
      <vt:lpstr>Time complexity</vt:lpstr>
      <vt:lpstr>PowerPoint Presentation</vt:lpstr>
      <vt:lpstr>PowerPoint Presentation</vt:lpstr>
      <vt:lpstr>PowerPoint Presentation</vt:lpstr>
      <vt:lpstr>So, we can say:</vt:lpstr>
      <vt:lpstr>So, we can say:</vt:lpstr>
      <vt:lpstr>On average </vt:lpstr>
      <vt:lpstr>On average </vt:lpstr>
      <vt:lpstr>The average case is often roughly as bad as the worst case.</vt:lpstr>
      <vt:lpstr>What really matters – The Rate of growth</vt:lpstr>
      <vt:lpstr>Sounds familiar?</vt:lpstr>
      <vt:lpstr>Exercises</vt:lpstr>
      <vt:lpstr>  Determine the upper bound for the following functions:</vt:lpstr>
      <vt:lpstr>Determine which function grows faster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Nagy Róbert</dc:creator>
  <cp:lastModifiedBy>Nagy Róbert</cp:lastModifiedBy>
  <cp:revision>14</cp:revision>
  <dcterms:created xsi:type="dcterms:W3CDTF">2025-07-11T17:30:55Z</dcterms:created>
  <dcterms:modified xsi:type="dcterms:W3CDTF">2025-08-20T14:31:41Z</dcterms:modified>
</cp:coreProperties>
</file>