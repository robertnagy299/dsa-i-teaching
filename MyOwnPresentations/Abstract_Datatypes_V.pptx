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57" r:id="rId3"/>
    <p:sldId id="258" r:id="rId4"/>
    <p:sldId id="259" r:id="rId5"/>
    <p:sldId id="260" r:id="rId6"/>
    <p:sldId id="261" r:id="rId7"/>
    <p:sldId id="262" r:id="rId8"/>
    <p:sldId id="284" r:id="rId9"/>
    <p:sldId id="263" r:id="rId10"/>
    <p:sldId id="289" r:id="rId11"/>
    <p:sldId id="264" r:id="rId12"/>
    <p:sldId id="268" r:id="rId13"/>
    <p:sldId id="286" r:id="rId14"/>
    <p:sldId id="285" r:id="rId15"/>
    <p:sldId id="287" r:id="rId16"/>
    <p:sldId id="269" r:id="rId17"/>
    <p:sldId id="273" r:id="rId18"/>
    <p:sldId id="272" r:id="rId19"/>
    <p:sldId id="274" r:id="rId20"/>
    <p:sldId id="275" r:id="rId21"/>
    <p:sldId id="270" r:id="rId22"/>
    <p:sldId id="276" r:id="rId23"/>
    <p:sldId id="277" r:id="rId24"/>
    <p:sldId id="278" r:id="rId25"/>
    <p:sldId id="279" r:id="rId26"/>
    <p:sldId id="280" r:id="rId27"/>
    <p:sldId id="281" r:id="rId28"/>
    <p:sldId id="291" r:id="rId29"/>
    <p:sldId id="292" r:id="rId30"/>
    <p:sldId id="293" r:id="rId31"/>
    <p:sldId id="294" r:id="rId32"/>
    <p:sldId id="295" r:id="rId33"/>
    <p:sldId id="296" r:id="rId34"/>
    <p:sldId id="297" r:id="rId35"/>
    <p:sldId id="298" r:id="rId36"/>
    <p:sldId id="299" r:id="rId37"/>
    <p:sldId id="300" r:id="rId38"/>
    <p:sldId id="301" r:id="rId39"/>
    <p:sldId id="302" r:id="rId40"/>
    <p:sldId id="303" r:id="rId41"/>
    <p:sldId id="304" r:id="rId42"/>
    <p:sldId id="305" r:id="rId43"/>
    <p:sldId id="306" r:id="rId44"/>
    <p:sldId id="307" r:id="rId45"/>
    <p:sldId id="308" r:id="rId46"/>
    <p:sldId id="309" r:id="rId47"/>
    <p:sldId id="310" r:id="rId48"/>
    <p:sldId id="311" r:id="rId49"/>
    <p:sldId id="312" r:id="rId50"/>
    <p:sldId id="313" r:id="rId51"/>
    <p:sldId id="314" r:id="rId52"/>
    <p:sldId id="315" r:id="rId53"/>
    <p:sldId id="316" r:id="rId5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6" d="100"/>
          <a:sy n="56" d="100"/>
        </p:scale>
        <p:origin x="976" y="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presProps" Target="pres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tableStyles" Target="tableStyles.xml"/><Relationship Id="rId5" Type="http://schemas.openxmlformats.org/officeDocument/2006/relationships/slide" Target="slides/slide3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viewProps" Target="viewProp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theme" Target="theme/theme1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4E9D257-3DFF-41B1-BA97-368DC63A07FC}" type="doc">
      <dgm:prSet loTypeId="urn:microsoft.com/office/officeart/2005/8/layout/hierarchy3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A81E7DB-D287-41CF-9879-392FB2B28FE4}">
      <dgm:prSet/>
      <dgm:spPr/>
      <dgm:t>
        <a:bodyPr/>
        <a:lstStyle/>
        <a:p>
          <a:r>
            <a:rPr lang="en-US" dirty="0"/>
            <a:t>Simple Building blocks</a:t>
          </a:r>
        </a:p>
      </dgm:t>
    </dgm:pt>
    <dgm:pt modelId="{A2F3D086-751A-41BF-B0BD-B774CB0A0543}" type="parTrans" cxnId="{06403F3C-F861-4B18-A6FB-0B5E618B0045}">
      <dgm:prSet/>
      <dgm:spPr/>
      <dgm:t>
        <a:bodyPr/>
        <a:lstStyle/>
        <a:p>
          <a:endParaRPr lang="en-US"/>
        </a:p>
      </dgm:t>
    </dgm:pt>
    <dgm:pt modelId="{D7A0B2E9-2245-44A4-BABD-2BB644B08D9C}" type="sibTrans" cxnId="{06403F3C-F861-4B18-A6FB-0B5E618B0045}">
      <dgm:prSet/>
      <dgm:spPr/>
      <dgm:t>
        <a:bodyPr/>
        <a:lstStyle/>
        <a:p>
          <a:endParaRPr lang="en-US"/>
        </a:p>
      </dgm:t>
    </dgm:pt>
    <dgm:pt modelId="{7E340928-CB48-41E4-B7EB-6C8A29827A69}">
      <dgm:prSet/>
      <dgm:spPr/>
      <dgm:t>
        <a:bodyPr/>
        <a:lstStyle/>
        <a:p>
          <a:r>
            <a:rPr lang="en-US" dirty="0"/>
            <a:t>Primitive data types </a:t>
          </a:r>
        </a:p>
      </dgm:t>
    </dgm:pt>
    <dgm:pt modelId="{A117510D-BB56-4AA7-BCCE-112A678C5E35}" type="parTrans" cxnId="{EBBD2155-262B-4274-8CE5-E1DE2F85124F}">
      <dgm:prSet/>
      <dgm:spPr/>
      <dgm:t>
        <a:bodyPr/>
        <a:lstStyle/>
        <a:p>
          <a:endParaRPr lang="en-US"/>
        </a:p>
      </dgm:t>
    </dgm:pt>
    <dgm:pt modelId="{D8A9658A-DB53-4E9A-8F46-A4D6EAC14770}" type="sibTrans" cxnId="{EBBD2155-262B-4274-8CE5-E1DE2F85124F}">
      <dgm:prSet/>
      <dgm:spPr/>
      <dgm:t>
        <a:bodyPr/>
        <a:lstStyle/>
        <a:p>
          <a:endParaRPr lang="en-US"/>
        </a:p>
      </dgm:t>
    </dgm:pt>
    <dgm:pt modelId="{0179B720-0F28-491B-A66C-596267712E6D}">
      <dgm:prSet/>
      <dgm:spPr/>
      <dgm:t>
        <a:bodyPr/>
        <a:lstStyle/>
        <a:p>
          <a:r>
            <a:rPr lang="en-US" dirty="0"/>
            <a:t>Compound data types</a:t>
          </a:r>
        </a:p>
      </dgm:t>
    </dgm:pt>
    <dgm:pt modelId="{2F0CCBD4-E4E2-439E-AAFD-A7899050FFCF}" type="parTrans" cxnId="{CE405817-FB99-4232-ABF9-76F625ABA7A3}">
      <dgm:prSet/>
      <dgm:spPr/>
      <dgm:t>
        <a:bodyPr/>
        <a:lstStyle/>
        <a:p>
          <a:endParaRPr lang="en-US"/>
        </a:p>
      </dgm:t>
    </dgm:pt>
    <dgm:pt modelId="{D286C07A-E5E4-4748-B920-7BE0310FE5D5}" type="sibTrans" cxnId="{CE405817-FB99-4232-ABF9-76F625ABA7A3}">
      <dgm:prSet/>
      <dgm:spPr/>
      <dgm:t>
        <a:bodyPr/>
        <a:lstStyle/>
        <a:p>
          <a:endParaRPr lang="en-US"/>
        </a:p>
      </dgm:t>
    </dgm:pt>
    <dgm:pt modelId="{8D291C44-F7AC-408C-AF0A-182DEEE7785B}">
      <dgm:prSet/>
      <dgm:spPr/>
      <dgm:t>
        <a:bodyPr/>
        <a:lstStyle/>
        <a:p>
          <a:r>
            <a:rPr lang="en-US" dirty="0"/>
            <a:t>Material type</a:t>
          </a:r>
        </a:p>
      </dgm:t>
    </dgm:pt>
    <dgm:pt modelId="{8F663326-F037-499C-B7CA-443017CD3661}" type="parTrans" cxnId="{70954CC7-E176-4672-B612-847B235EFBD4}">
      <dgm:prSet/>
      <dgm:spPr/>
      <dgm:t>
        <a:bodyPr/>
        <a:lstStyle/>
        <a:p>
          <a:endParaRPr lang="en-US"/>
        </a:p>
      </dgm:t>
    </dgm:pt>
    <dgm:pt modelId="{A6BAE1F9-6C61-4A22-9631-D8A92578628F}" type="sibTrans" cxnId="{70954CC7-E176-4672-B612-847B235EFBD4}">
      <dgm:prSet/>
      <dgm:spPr/>
      <dgm:t>
        <a:bodyPr/>
        <a:lstStyle/>
        <a:p>
          <a:endParaRPr lang="en-US"/>
        </a:p>
      </dgm:t>
    </dgm:pt>
    <dgm:pt modelId="{E3EDF0CC-AD62-4E19-9C3A-C1D2C7335678}">
      <dgm:prSet/>
      <dgm:spPr/>
      <dgm:t>
        <a:bodyPr/>
        <a:lstStyle/>
        <a:p>
          <a:r>
            <a:rPr lang="en-US" dirty="0"/>
            <a:t>Fixed / rigid</a:t>
          </a:r>
        </a:p>
      </dgm:t>
    </dgm:pt>
    <dgm:pt modelId="{72213DF8-A36A-499B-8929-267C97158B53}" type="parTrans" cxnId="{743BF1B2-B781-4DA5-B67D-C7DD7B6E9D66}">
      <dgm:prSet/>
      <dgm:spPr/>
      <dgm:t>
        <a:bodyPr/>
        <a:lstStyle/>
        <a:p>
          <a:endParaRPr lang="en-US"/>
        </a:p>
      </dgm:t>
    </dgm:pt>
    <dgm:pt modelId="{E6322362-5B1C-4D0F-84FC-4A36E64C6721}" type="sibTrans" cxnId="{743BF1B2-B781-4DA5-B67D-C7DD7B6E9D66}">
      <dgm:prSet/>
      <dgm:spPr/>
      <dgm:t>
        <a:bodyPr/>
        <a:lstStyle/>
        <a:p>
          <a:endParaRPr lang="en-US"/>
        </a:p>
      </dgm:t>
    </dgm:pt>
    <dgm:pt modelId="{5C23941A-3B56-4144-9A23-0B53E6CC5282}">
      <dgm:prSet/>
      <dgm:spPr/>
      <dgm:t>
        <a:bodyPr/>
        <a:lstStyle/>
        <a:p>
          <a:r>
            <a:rPr lang="en-US" dirty="0"/>
            <a:t>Flexible / Dynamic</a:t>
          </a:r>
        </a:p>
      </dgm:t>
    </dgm:pt>
    <dgm:pt modelId="{C56D18D7-1EC5-42A5-965B-9173864053B2}" type="parTrans" cxnId="{FB74D8A6-C67B-4C8A-A429-5FE00C53C91F}">
      <dgm:prSet/>
      <dgm:spPr/>
      <dgm:t>
        <a:bodyPr/>
        <a:lstStyle/>
        <a:p>
          <a:endParaRPr lang="en-US"/>
        </a:p>
      </dgm:t>
    </dgm:pt>
    <dgm:pt modelId="{F2AE1C10-7A6B-4E79-BE6B-667E5260380F}" type="sibTrans" cxnId="{FB74D8A6-C67B-4C8A-A429-5FE00C53C91F}">
      <dgm:prSet/>
      <dgm:spPr/>
      <dgm:t>
        <a:bodyPr/>
        <a:lstStyle/>
        <a:p>
          <a:endParaRPr lang="en-US"/>
        </a:p>
      </dgm:t>
    </dgm:pt>
    <dgm:pt modelId="{5A8EB862-F5D1-454B-AF4D-39C8D6B65121}">
      <dgm:prSet/>
      <dgm:spPr/>
      <dgm:t>
        <a:bodyPr/>
        <a:lstStyle/>
        <a:p>
          <a:r>
            <a:rPr lang="en-US" dirty="0"/>
            <a:t>Compound Building blocks</a:t>
          </a:r>
        </a:p>
      </dgm:t>
    </dgm:pt>
    <dgm:pt modelId="{0329D0B7-4BCC-4798-A706-1A4A338807B7}" type="parTrans" cxnId="{9A42DB1F-1F72-46A5-86C9-3EDC87BD9A38}">
      <dgm:prSet/>
      <dgm:spPr/>
      <dgm:t>
        <a:bodyPr/>
        <a:lstStyle/>
        <a:p>
          <a:endParaRPr lang="en-US"/>
        </a:p>
      </dgm:t>
    </dgm:pt>
    <dgm:pt modelId="{D41D9DA5-CC46-47B0-A13C-6F58F8E91AA5}" type="sibTrans" cxnId="{9A42DB1F-1F72-46A5-86C9-3EDC87BD9A38}">
      <dgm:prSet/>
      <dgm:spPr/>
      <dgm:t>
        <a:bodyPr/>
        <a:lstStyle/>
        <a:p>
          <a:endParaRPr lang="en-US"/>
        </a:p>
      </dgm:t>
    </dgm:pt>
    <dgm:pt modelId="{6BBF3F38-556C-41B5-AAE8-68B34AE1F63B}">
      <dgm:prSet/>
      <dgm:spPr/>
      <dgm:t>
        <a:bodyPr/>
        <a:lstStyle/>
        <a:p>
          <a:r>
            <a:rPr lang="en-US" dirty="0"/>
            <a:t>Data structures</a:t>
          </a:r>
        </a:p>
      </dgm:t>
    </dgm:pt>
    <dgm:pt modelId="{AE5F2D9C-C360-496E-9162-E75A8D803F15}" type="parTrans" cxnId="{3A99BDCD-E44F-4874-B22C-00AF25F78B88}">
      <dgm:prSet/>
      <dgm:spPr/>
      <dgm:t>
        <a:bodyPr/>
        <a:lstStyle/>
        <a:p>
          <a:endParaRPr lang="en-US"/>
        </a:p>
      </dgm:t>
    </dgm:pt>
    <dgm:pt modelId="{DFF6F2CA-1FA9-449B-AB75-DAE48CAFF865}" type="sibTrans" cxnId="{3A99BDCD-E44F-4874-B22C-00AF25F78B88}">
      <dgm:prSet/>
      <dgm:spPr/>
      <dgm:t>
        <a:bodyPr/>
        <a:lstStyle/>
        <a:p>
          <a:endParaRPr lang="en-US"/>
        </a:p>
      </dgm:t>
    </dgm:pt>
    <dgm:pt modelId="{031AA904-6AA6-4184-A467-BEB6E6E119B5}" type="pres">
      <dgm:prSet presAssocID="{84E9D257-3DFF-41B1-BA97-368DC63A07FC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2C109433-E908-415A-BF42-6B15FBEE5D73}" type="pres">
      <dgm:prSet presAssocID="{7A81E7DB-D287-41CF-9879-392FB2B28FE4}" presName="root" presStyleCnt="0"/>
      <dgm:spPr/>
    </dgm:pt>
    <dgm:pt modelId="{F8E1B320-A5B1-4F55-8C24-B9C109274A21}" type="pres">
      <dgm:prSet presAssocID="{7A81E7DB-D287-41CF-9879-392FB2B28FE4}" presName="rootComposite" presStyleCnt="0"/>
      <dgm:spPr/>
    </dgm:pt>
    <dgm:pt modelId="{37B942BC-8E2A-4DD5-BEEB-5011DA28F681}" type="pres">
      <dgm:prSet presAssocID="{7A81E7DB-D287-41CF-9879-392FB2B28FE4}" presName="rootText" presStyleLbl="node1" presStyleIdx="0" presStyleCnt="3"/>
      <dgm:spPr/>
    </dgm:pt>
    <dgm:pt modelId="{8F0BA556-A144-4DC1-B90F-F28F1C8BD749}" type="pres">
      <dgm:prSet presAssocID="{7A81E7DB-D287-41CF-9879-392FB2B28FE4}" presName="rootConnector" presStyleLbl="node1" presStyleIdx="0" presStyleCnt="3"/>
      <dgm:spPr/>
    </dgm:pt>
    <dgm:pt modelId="{911B0C6B-9E7A-4DCE-81DF-EF72B7A9A4BD}" type="pres">
      <dgm:prSet presAssocID="{7A81E7DB-D287-41CF-9879-392FB2B28FE4}" presName="childShape" presStyleCnt="0"/>
      <dgm:spPr/>
    </dgm:pt>
    <dgm:pt modelId="{CB4ADF5D-236A-42AF-82E5-026F6BFD0FB8}" type="pres">
      <dgm:prSet presAssocID="{A117510D-BB56-4AA7-BCCE-112A678C5E35}" presName="Name13" presStyleLbl="parChTrans1D2" presStyleIdx="0" presStyleCnt="5"/>
      <dgm:spPr/>
    </dgm:pt>
    <dgm:pt modelId="{CC1F635A-A82E-4F9C-ABC9-B9A7C5B54248}" type="pres">
      <dgm:prSet presAssocID="{7E340928-CB48-41E4-B7EB-6C8A29827A69}" presName="childText" presStyleLbl="bgAcc1" presStyleIdx="0" presStyleCnt="5">
        <dgm:presLayoutVars>
          <dgm:bulletEnabled val="1"/>
        </dgm:presLayoutVars>
      </dgm:prSet>
      <dgm:spPr/>
    </dgm:pt>
    <dgm:pt modelId="{0A1639EA-4FAA-4160-A27E-C19A7B26BB6F}" type="pres">
      <dgm:prSet presAssocID="{2F0CCBD4-E4E2-439E-AAFD-A7899050FFCF}" presName="Name13" presStyleLbl="parChTrans1D2" presStyleIdx="1" presStyleCnt="5"/>
      <dgm:spPr/>
    </dgm:pt>
    <dgm:pt modelId="{FDE42E35-D1CD-4C35-A071-C7B5A9BBF000}" type="pres">
      <dgm:prSet presAssocID="{0179B720-0F28-491B-A66C-596267712E6D}" presName="childText" presStyleLbl="bgAcc1" presStyleIdx="1" presStyleCnt="5">
        <dgm:presLayoutVars>
          <dgm:bulletEnabled val="1"/>
        </dgm:presLayoutVars>
      </dgm:prSet>
      <dgm:spPr/>
    </dgm:pt>
    <dgm:pt modelId="{BF88D33B-C79E-4573-92BA-55ED64512870}" type="pres">
      <dgm:prSet presAssocID="{8D291C44-F7AC-408C-AF0A-182DEEE7785B}" presName="root" presStyleCnt="0"/>
      <dgm:spPr/>
    </dgm:pt>
    <dgm:pt modelId="{1BC39825-9808-40BB-9F62-82D555311A61}" type="pres">
      <dgm:prSet presAssocID="{8D291C44-F7AC-408C-AF0A-182DEEE7785B}" presName="rootComposite" presStyleCnt="0"/>
      <dgm:spPr/>
    </dgm:pt>
    <dgm:pt modelId="{7D49BFD5-9B26-47EF-8BBA-E8902E5824F8}" type="pres">
      <dgm:prSet presAssocID="{8D291C44-F7AC-408C-AF0A-182DEEE7785B}" presName="rootText" presStyleLbl="node1" presStyleIdx="1" presStyleCnt="3"/>
      <dgm:spPr/>
    </dgm:pt>
    <dgm:pt modelId="{F390254F-B472-414B-AC6F-8CCD46DF09DC}" type="pres">
      <dgm:prSet presAssocID="{8D291C44-F7AC-408C-AF0A-182DEEE7785B}" presName="rootConnector" presStyleLbl="node1" presStyleIdx="1" presStyleCnt="3"/>
      <dgm:spPr/>
    </dgm:pt>
    <dgm:pt modelId="{CC211C73-D966-4C22-AC7D-6863B2774711}" type="pres">
      <dgm:prSet presAssocID="{8D291C44-F7AC-408C-AF0A-182DEEE7785B}" presName="childShape" presStyleCnt="0"/>
      <dgm:spPr/>
    </dgm:pt>
    <dgm:pt modelId="{28F64A9C-3648-471C-8BF8-D21E28BB21CA}" type="pres">
      <dgm:prSet presAssocID="{72213DF8-A36A-499B-8929-267C97158B53}" presName="Name13" presStyleLbl="parChTrans1D2" presStyleIdx="2" presStyleCnt="5"/>
      <dgm:spPr/>
    </dgm:pt>
    <dgm:pt modelId="{E01C994A-700D-423D-ABB7-35041B026E1C}" type="pres">
      <dgm:prSet presAssocID="{E3EDF0CC-AD62-4E19-9C3A-C1D2C7335678}" presName="childText" presStyleLbl="bgAcc1" presStyleIdx="2" presStyleCnt="5">
        <dgm:presLayoutVars>
          <dgm:bulletEnabled val="1"/>
        </dgm:presLayoutVars>
      </dgm:prSet>
      <dgm:spPr/>
    </dgm:pt>
    <dgm:pt modelId="{75B89CA9-7ECA-4E10-AF1C-B78BEF2AE3A8}" type="pres">
      <dgm:prSet presAssocID="{C56D18D7-1EC5-42A5-965B-9173864053B2}" presName="Name13" presStyleLbl="parChTrans1D2" presStyleIdx="3" presStyleCnt="5"/>
      <dgm:spPr/>
    </dgm:pt>
    <dgm:pt modelId="{4CBCBECA-B032-48DD-84BF-242659A5A765}" type="pres">
      <dgm:prSet presAssocID="{5C23941A-3B56-4144-9A23-0B53E6CC5282}" presName="childText" presStyleLbl="bgAcc1" presStyleIdx="3" presStyleCnt="5">
        <dgm:presLayoutVars>
          <dgm:bulletEnabled val="1"/>
        </dgm:presLayoutVars>
      </dgm:prSet>
      <dgm:spPr/>
    </dgm:pt>
    <dgm:pt modelId="{A97EFA60-4609-4882-B71F-FED8ED596535}" type="pres">
      <dgm:prSet presAssocID="{5A8EB862-F5D1-454B-AF4D-39C8D6B65121}" presName="root" presStyleCnt="0"/>
      <dgm:spPr/>
    </dgm:pt>
    <dgm:pt modelId="{03969689-238D-4F3D-9A36-35328A6656A8}" type="pres">
      <dgm:prSet presAssocID="{5A8EB862-F5D1-454B-AF4D-39C8D6B65121}" presName="rootComposite" presStyleCnt="0"/>
      <dgm:spPr/>
    </dgm:pt>
    <dgm:pt modelId="{C3B9206C-0A7B-4529-BC19-7A52DFEEB7AC}" type="pres">
      <dgm:prSet presAssocID="{5A8EB862-F5D1-454B-AF4D-39C8D6B65121}" presName="rootText" presStyleLbl="node1" presStyleIdx="2" presStyleCnt="3"/>
      <dgm:spPr/>
    </dgm:pt>
    <dgm:pt modelId="{2034E790-8D46-4A52-9E21-756F39803764}" type="pres">
      <dgm:prSet presAssocID="{5A8EB862-F5D1-454B-AF4D-39C8D6B65121}" presName="rootConnector" presStyleLbl="node1" presStyleIdx="2" presStyleCnt="3"/>
      <dgm:spPr/>
    </dgm:pt>
    <dgm:pt modelId="{EE2B0AFA-3BA9-49AA-98DF-8EAD88D5645F}" type="pres">
      <dgm:prSet presAssocID="{5A8EB862-F5D1-454B-AF4D-39C8D6B65121}" presName="childShape" presStyleCnt="0"/>
      <dgm:spPr/>
    </dgm:pt>
    <dgm:pt modelId="{7F83A4BA-A114-4C38-B2AE-956851BE5CAD}" type="pres">
      <dgm:prSet presAssocID="{AE5F2D9C-C360-496E-9162-E75A8D803F15}" presName="Name13" presStyleLbl="parChTrans1D2" presStyleIdx="4" presStyleCnt="5"/>
      <dgm:spPr/>
    </dgm:pt>
    <dgm:pt modelId="{BE199711-8390-494E-9035-948F9F269B5F}" type="pres">
      <dgm:prSet presAssocID="{6BBF3F38-556C-41B5-AAE8-68B34AE1F63B}" presName="childText" presStyleLbl="bgAcc1" presStyleIdx="4" presStyleCnt="5">
        <dgm:presLayoutVars>
          <dgm:bulletEnabled val="1"/>
        </dgm:presLayoutVars>
      </dgm:prSet>
      <dgm:spPr/>
    </dgm:pt>
  </dgm:ptLst>
  <dgm:cxnLst>
    <dgm:cxn modelId="{5FDB6F02-08F3-40FA-A703-309D5FEE5B91}" type="presOf" srcId="{5C23941A-3B56-4144-9A23-0B53E6CC5282}" destId="{4CBCBECA-B032-48DD-84BF-242659A5A765}" srcOrd="0" destOrd="0" presId="urn:microsoft.com/office/officeart/2005/8/layout/hierarchy3"/>
    <dgm:cxn modelId="{0A439204-4CD2-4F82-9CE8-C53723F21ECD}" type="presOf" srcId="{0179B720-0F28-491B-A66C-596267712E6D}" destId="{FDE42E35-D1CD-4C35-A071-C7B5A9BBF000}" srcOrd="0" destOrd="0" presId="urn:microsoft.com/office/officeart/2005/8/layout/hierarchy3"/>
    <dgm:cxn modelId="{CE405817-FB99-4232-ABF9-76F625ABA7A3}" srcId="{7A81E7DB-D287-41CF-9879-392FB2B28FE4}" destId="{0179B720-0F28-491B-A66C-596267712E6D}" srcOrd="1" destOrd="0" parTransId="{2F0CCBD4-E4E2-439E-AAFD-A7899050FFCF}" sibTransId="{D286C07A-E5E4-4748-B920-7BE0310FE5D5}"/>
    <dgm:cxn modelId="{157D5719-931E-414D-A593-31EB760741F7}" type="presOf" srcId="{5A8EB862-F5D1-454B-AF4D-39C8D6B65121}" destId="{C3B9206C-0A7B-4529-BC19-7A52DFEEB7AC}" srcOrd="0" destOrd="0" presId="urn:microsoft.com/office/officeart/2005/8/layout/hierarchy3"/>
    <dgm:cxn modelId="{9A42DB1F-1F72-46A5-86C9-3EDC87BD9A38}" srcId="{84E9D257-3DFF-41B1-BA97-368DC63A07FC}" destId="{5A8EB862-F5D1-454B-AF4D-39C8D6B65121}" srcOrd="2" destOrd="0" parTransId="{0329D0B7-4BCC-4798-A706-1A4A338807B7}" sibTransId="{D41D9DA5-CC46-47B0-A13C-6F58F8E91AA5}"/>
    <dgm:cxn modelId="{96A60D22-2521-4CD8-AD57-8418686208FF}" type="presOf" srcId="{84E9D257-3DFF-41B1-BA97-368DC63A07FC}" destId="{031AA904-6AA6-4184-A467-BEB6E6E119B5}" srcOrd="0" destOrd="0" presId="urn:microsoft.com/office/officeart/2005/8/layout/hierarchy3"/>
    <dgm:cxn modelId="{2A673126-399C-49BC-A436-771731EFA0CA}" type="presOf" srcId="{C56D18D7-1EC5-42A5-965B-9173864053B2}" destId="{75B89CA9-7ECA-4E10-AF1C-B78BEF2AE3A8}" srcOrd="0" destOrd="0" presId="urn:microsoft.com/office/officeart/2005/8/layout/hierarchy3"/>
    <dgm:cxn modelId="{E1ACC738-1858-4328-993C-EB2EF5D80248}" type="presOf" srcId="{A117510D-BB56-4AA7-BCCE-112A678C5E35}" destId="{CB4ADF5D-236A-42AF-82E5-026F6BFD0FB8}" srcOrd="0" destOrd="0" presId="urn:microsoft.com/office/officeart/2005/8/layout/hierarchy3"/>
    <dgm:cxn modelId="{E615D139-C1AB-4F52-8DCB-3455B2A578D4}" type="presOf" srcId="{7A81E7DB-D287-41CF-9879-392FB2B28FE4}" destId="{8F0BA556-A144-4DC1-B90F-F28F1C8BD749}" srcOrd="1" destOrd="0" presId="urn:microsoft.com/office/officeart/2005/8/layout/hierarchy3"/>
    <dgm:cxn modelId="{06403F3C-F861-4B18-A6FB-0B5E618B0045}" srcId="{84E9D257-3DFF-41B1-BA97-368DC63A07FC}" destId="{7A81E7DB-D287-41CF-9879-392FB2B28FE4}" srcOrd="0" destOrd="0" parTransId="{A2F3D086-751A-41BF-B0BD-B774CB0A0543}" sibTransId="{D7A0B2E9-2245-44A4-BABD-2BB644B08D9C}"/>
    <dgm:cxn modelId="{92E9F13C-144C-404A-93B1-4768B94540A6}" type="presOf" srcId="{8D291C44-F7AC-408C-AF0A-182DEEE7785B}" destId="{7D49BFD5-9B26-47EF-8BBA-E8902E5824F8}" srcOrd="0" destOrd="0" presId="urn:microsoft.com/office/officeart/2005/8/layout/hierarchy3"/>
    <dgm:cxn modelId="{FAC15B42-A412-4DAD-9716-5E8066D68ADF}" type="presOf" srcId="{7E340928-CB48-41E4-B7EB-6C8A29827A69}" destId="{CC1F635A-A82E-4F9C-ABC9-B9A7C5B54248}" srcOrd="0" destOrd="0" presId="urn:microsoft.com/office/officeart/2005/8/layout/hierarchy3"/>
    <dgm:cxn modelId="{EBBD2155-262B-4274-8CE5-E1DE2F85124F}" srcId="{7A81E7DB-D287-41CF-9879-392FB2B28FE4}" destId="{7E340928-CB48-41E4-B7EB-6C8A29827A69}" srcOrd="0" destOrd="0" parTransId="{A117510D-BB56-4AA7-BCCE-112A678C5E35}" sibTransId="{D8A9658A-DB53-4E9A-8F46-A4D6EAC14770}"/>
    <dgm:cxn modelId="{49B1CB9F-3A54-4D87-B316-0C4F91764563}" type="presOf" srcId="{5A8EB862-F5D1-454B-AF4D-39C8D6B65121}" destId="{2034E790-8D46-4A52-9E21-756F39803764}" srcOrd="1" destOrd="0" presId="urn:microsoft.com/office/officeart/2005/8/layout/hierarchy3"/>
    <dgm:cxn modelId="{31A8E99F-2FFF-4823-B6E9-872CF613A91F}" type="presOf" srcId="{AE5F2D9C-C360-496E-9162-E75A8D803F15}" destId="{7F83A4BA-A114-4C38-B2AE-956851BE5CAD}" srcOrd="0" destOrd="0" presId="urn:microsoft.com/office/officeart/2005/8/layout/hierarchy3"/>
    <dgm:cxn modelId="{FB74D8A6-C67B-4C8A-A429-5FE00C53C91F}" srcId="{8D291C44-F7AC-408C-AF0A-182DEEE7785B}" destId="{5C23941A-3B56-4144-9A23-0B53E6CC5282}" srcOrd="1" destOrd="0" parTransId="{C56D18D7-1EC5-42A5-965B-9173864053B2}" sibTransId="{F2AE1C10-7A6B-4E79-BE6B-667E5260380F}"/>
    <dgm:cxn modelId="{743BF1B2-B781-4DA5-B67D-C7DD7B6E9D66}" srcId="{8D291C44-F7AC-408C-AF0A-182DEEE7785B}" destId="{E3EDF0CC-AD62-4E19-9C3A-C1D2C7335678}" srcOrd="0" destOrd="0" parTransId="{72213DF8-A36A-499B-8929-267C97158B53}" sibTransId="{E6322362-5B1C-4D0F-84FC-4A36E64C6721}"/>
    <dgm:cxn modelId="{FC75BEC0-E63A-4222-A5E5-4D6039C2D4C0}" type="presOf" srcId="{7A81E7DB-D287-41CF-9879-392FB2B28FE4}" destId="{37B942BC-8E2A-4DD5-BEEB-5011DA28F681}" srcOrd="0" destOrd="0" presId="urn:microsoft.com/office/officeart/2005/8/layout/hierarchy3"/>
    <dgm:cxn modelId="{57B796C4-FE4E-4D5C-ACDE-04BA3FA77848}" type="presOf" srcId="{2F0CCBD4-E4E2-439E-AAFD-A7899050FFCF}" destId="{0A1639EA-4FAA-4160-A27E-C19A7B26BB6F}" srcOrd="0" destOrd="0" presId="urn:microsoft.com/office/officeart/2005/8/layout/hierarchy3"/>
    <dgm:cxn modelId="{70954CC7-E176-4672-B612-847B235EFBD4}" srcId="{84E9D257-3DFF-41B1-BA97-368DC63A07FC}" destId="{8D291C44-F7AC-408C-AF0A-182DEEE7785B}" srcOrd="1" destOrd="0" parTransId="{8F663326-F037-499C-B7CA-443017CD3661}" sibTransId="{A6BAE1F9-6C61-4A22-9631-D8A92578628F}"/>
    <dgm:cxn modelId="{3A99BDCD-E44F-4874-B22C-00AF25F78B88}" srcId="{5A8EB862-F5D1-454B-AF4D-39C8D6B65121}" destId="{6BBF3F38-556C-41B5-AAE8-68B34AE1F63B}" srcOrd="0" destOrd="0" parTransId="{AE5F2D9C-C360-496E-9162-E75A8D803F15}" sibTransId="{DFF6F2CA-1FA9-449B-AB75-DAE48CAFF865}"/>
    <dgm:cxn modelId="{9C787BD6-149C-4EA0-AD13-8FC958CDF7F9}" type="presOf" srcId="{8D291C44-F7AC-408C-AF0A-182DEEE7785B}" destId="{F390254F-B472-414B-AC6F-8CCD46DF09DC}" srcOrd="1" destOrd="0" presId="urn:microsoft.com/office/officeart/2005/8/layout/hierarchy3"/>
    <dgm:cxn modelId="{B51B4ED7-6302-47ED-A400-2F578A0354EE}" type="presOf" srcId="{E3EDF0CC-AD62-4E19-9C3A-C1D2C7335678}" destId="{E01C994A-700D-423D-ABB7-35041B026E1C}" srcOrd="0" destOrd="0" presId="urn:microsoft.com/office/officeart/2005/8/layout/hierarchy3"/>
    <dgm:cxn modelId="{DD5F24F9-6600-465D-9C67-29096AAD8890}" type="presOf" srcId="{72213DF8-A36A-499B-8929-267C97158B53}" destId="{28F64A9C-3648-471C-8BF8-D21E28BB21CA}" srcOrd="0" destOrd="0" presId="urn:microsoft.com/office/officeart/2005/8/layout/hierarchy3"/>
    <dgm:cxn modelId="{5E4511FF-4203-4E0E-8815-DDF892488AC1}" type="presOf" srcId="{6BBF3F38-556C-41B5-AAE8-68B34AE1F63B}" destId="{BE199711-8390-494E-9035-948F9F269B5F}" srcOrd="0" destOrd="0" presId="urn:microsoft.com/office/officeart/2005/8/layout/hierarchy3"/>
    <dgm:cxn modelId="{142B4821-B422-4931-906F-6F51E3F4C63A}" type="presParOf" srcId="{031AA904-6AA6-4184-A467-BEB6E6E119B5}" destId="{2C109433-E908-415A-BF42-6B15FBEE5D73}" srcOrd="0" destOrd="0" presId="urn:microsoft.com/office/officeart/2005/8/layout/hierarchy3"/>
    <dgm:cxn modelId="{8924625C-8D71-4F39-BFA8-63D012E216A8}" type="presParOf" srcId="{2C109433-E908-415A-BF42-6B15FBEE5D73}" destId="{F8E1B320-A5B1-4F55-8C24-B9C109274A21}" srcOrd="0" destOrd="0" presId="urn:microsoft.com/office/officeart/2005/8/layout/hierarchy3"/>
    <dgm:cxn modelId="{F25929CF-F4DB-4D55-822B-8F7238EEB343}" type="presParOf" srcId="{F8E1B320-A5B1-4F55-8C24-B9C109274A21}" destId="{37B942BC-8E2A-4DD5-BEEB-5011DA28F681}" srcOrd="0" destOrd="0" presId="urn:microsoft.com/office/officeart/2005/8/layout/hierarchy3"/>
    <dgm:cxn modelId="{2397BF36-98DA-459C-A735-7D653ACCD2FD}" type="presParOf" srcId="{F8E1B320-A5B1-4F55-8C24-B9C109274A21}" destId="{8F0BA556-A144-4DC1-B90F-F28F1C8BD749}" srcOrd="1" destOrd="0" presId="urn:microsoft.com/office/officeart/2005/8/layout/hierarchy3"/>
    <dgm:cxn modelId="{209D6F72-D54C-4959-BA95-7EC22A57BC35}" type="presParOf" srcId="{2C109433-E908-415A-BF42-6B15FBEE5D73}" destId="{911B0C6B-9E7A-4DCE-81DF-EF72B7A9A4BD}" srcOrd="1" destOrd="0" presId="urn:microsoft.com/office/officeart/2005/8/layout/hierarchy3"/>
    <dgm:cxn modelId="{BFD78535-5299-40EA-A635-7713559BCB4F}" type="presParOf" srcId="{911B0C6B-9E7A-4DCE-81DF-EF72B7A9A4BD}" destId="{CB4ADF5D-236A-42AF-82E5-026F6BFD0FB8}" srcOrd="0" destOrd="0" presId="urn:microsoft.com/office/officeart/2005/8/layout/hierarchy3"/>
    <dgm:cxn modelId="{67FFA586-1D63-4798-8EFE-F2EA6C3BAD8B}" type="presParOf" srcId="{911B0C6B-9E7A-4DCE-81DF-EF72B7A9A4BD}" destId="{CC1F635A-A82E-4F9C-ABC9-B9A7C5B54248}" srcOrd="1" destOrd="0" presId="urn:microsoft.com/office/officeart/2005/8/layout/hierarchy3"/>
    <dgm:cxn modelId="{BD72C37C-2165-4946-BCC5-C4F3F9CC3E57}" type="presParOf" srcId="{911B0C6B-9E7A-4DCE-81DF-EF72B7A9A4BD}" destId="{0A1639EA-4FAA-4160-A27E-C19A7B26BB6F}" srcOrd="2" destOrd="0" presId="urn:microsoft.com/office/officeart/2005/8/layout/hierarchy3"/>
    <dgm:cxn modelId="{AC18391C-AEEB-4C51-A678-4DCBA7ED4B9A}" type="presParOf" srcId="{911B0C6B-9E7A-4DCE-81DF-EF72B7A9A4BD}" destId="{FDE42E35-D1CD-4C35-A071-C7B5A9BBF000}" srcOrd="3" destOrd="0" presId="urn:microsoft.com/office/officeart/2005/8/layout/hierarchy3"/>
    <dgm:cxn modelId="{45C1A8E3-0F3B-470D-8CFB-B84A96FB98AE}" type="presParOf" srcId="{031AA904-6AA6-4184-A467-BEB6E6E119B5}" destId="{BF88D33B-C79E-4573-92BA-55ED64512870}" srcOrd="1" destOrd="0" presId="urn:microsoft.com/office/officeart/2005/8/layout/hierarchy3"/>
    <dgm:cxn modelId="{0692F559-806D-47A5-A01F-E3986AB9BFFB}" type="presParOf" srcId="{BF88D33B-C79E-4573-92BA-55ED64512870}" destId="{1BC39825-9808-40BB-9F62-82D555311A61}" srcOrd="0" destOrd="0" presId="urn:microsoft.com/office/officeart/2005/8/layout/hierarchy3"/>
    <dgm:cxn modelId="{81815B01-8994-4815-B1B3-2215E48EEB61}" type="presParOf" srcId="{1BC39825-9808-40BB-9F62-82D555311A61}" destId="{7D49BFD5-9B26-47EF-8BBA-E8902E5824F8}" srcOrd="0" destOrd="0" presId="urn:microsoft.com/office/officeart/2005/8/layout/hierarchy3"/>
    <dgm:cxn modelId="{9CA1C356-E015-447F-8342-F50C909180E6}" type="presParOf" srcId="{1BC39825-9808-40BB-9F62-82D555311A61}" destId="{F390254F-B472-414B-AC6F-8CCD46DF09DC}" srcOrd="1" destOrd="0" presId="urn:microsoft.com/office/officeart/2005/8/layout/hierarchy3"/>
    <dgm:cxn modelId="{50AE3761-91C5-41C8-9582-FCD93EB35446}" type="presParOf" srcId="{BF88D33B-C79E-4573-92BA-55ED64512870}" destId="{CC211C73-D966-4C22-AC7D-6863B2774711}" srcOrd="1" destOrd="0" presId="urn:microsoft.com/office/officeart/2005/8/layout/hierarchy3"/>
    <dgm:cxn modelId="{C3047C0B-FEC9-49D7-923B-AA834D4C9DDE}" type="presParOf" srcId="{CC211C73-D966-4C22-AC7D-6863B2774711}" destId="{28F64A9C-3648-471C-8BF8-D21E28BB21CA}" srcOrd="0" destOrd="0" presId="urn:microsoft.com/office/officeart/2005/8/layout/hierarchy3"/>
    <dgm:cxn modelId="{6890AAB8-4C3B-4888-AFD3-B3E4871BC17F}" type="presParOf" srcId="{CC211C73-D966-4C22-AC7D-6863B2774711}" destId="{E01C994A-700D-423D-ABB7-35041B026E1C}" srcOrd="1" destOrd="0" presId="urn:microsoft.com/office/officeart/2005/8/layout/hierarchy3"/>
    <dgm:cxn modelId="{A1C9E7FE-FAC5-4225-B2B1-A4EDF6C92ED6}" type="presParOf" srcId="{CC211C73-D966-4C22-AC7D-6863B2774711}" destId="{75B89CA9-7ECA-4E10-AF1C-B78BEF2AE3A8}" srcOrd="2" destOrd="0" presId="urn:microsoft.com/office/officeart/2005/8/layout/hierarchy3"/>
    <dgm:cxn modelId="{D1088418-EBE2-4BBC-AC07-C7056E2B02C7}" type="presParOf" srcId="{CC211C73-D966-4C22-AC7D-6863B2774711}" destId="{4CBCBECA-B032-48DD-84BF-242659A5A765}" srcOrd="3" destOrd="0" presId="urn:microsoft.com/office/officeart/2005/8/layout/hierarchy3"/>
    <dgm:cxn modelId="{243EEB7D-9B71-4905-A0F8-FE0B0DA8B62D}" type="presParOf" srcId="{031AA904-6AA6-4184-A467-BEB6E6E119B5}" destId="{A97EFA60-4609-4882-B71F-FED8ED596535}" srcOrd="2" destOrd="0" presId="urn:microsoft.com/office/officeart/2005/8/layout/hierarchy3"/>
    <dgm:cxn modelId="{0336C4AA-7641-4260-9962-2FFF501D9F34}" type="presParOf" srcId="{A97EFA60-4609-4882-B71F-FED8ED596535}" destId="{03969689-238D-4F3D-9A36-35328A6656A8}" srcOrd="0" destOrd="0" presId="urn:microsoft.com/office/officeart/2005/8/layout/hierarchy3"/>
    <dgm:cxn modelId="{C1C47174-6F37-44B5-B245-CB3060A93594}" type="presParOf" srcId="{03969689-238D-4F3D-9A36-35328A6656A8}" destId="{C3B9206C-0A7B-4529-BC19-7A52DFEEB7AC}" srcOrd="0" destOrd="0" presId="urn:microsoft.com/office/officeart/2005/8/layout/hierarchy3"/>
    <dgm:cxn modelId="{D2BD4656-60B6-4750-A086-F39B1B0A896C}" type="presParOf" srcId="{03969689-238D-4F3D-9A36-35328A6656A8}" destId="{2034E790-8D46-4A52-9E21-756F39803764}" srcOrd="1" destOrd="0" presId="urn:microsoft.com/office/officeart/2005/8/layout/hierarchy3"/>
    <dgm:cxn modelId="{825FD54E-3651-4B19-9DE2-3E996A040B05}" type="presParOf" srcId="{A97EFA60-4609-4882-B71F-FED8ED596535}" destId="{EE2B0AFA-3BA9-49AA-98DF-8EAD88D5645F}" srcOrd="1" destOrd="0" presId="urn:microsoft.com/office/officeart/2005/8/layout/hierarchy3"/>
    <dgm:cxn modelId="{97E644F5-4767-4788-99B0-FDA25F49D62B}" type="presParOf" srcId="{EE2B0AFA-3BA9-49AA-98DF-8EAD88D5645F}" destId="{7F83A4BA-A114-4C38-B2AE-956851BE5CAD}" srcOrd="0" destOrd="0" presId="urn:microsoft.com/office/officeart/2005/8/layout/hierarchy3"/>
    <dgm:cxn modelId="{A6C1E516-C83A-41A3-B8A6-627F31EDDF48}" type="presParOf" srcId="{EE2B0AFA-3BA9-49AA-98DF-8EAD88D5645F}" destId="{BE199711-8390-494E-9035-948F9F269B5F}" srcOrd="1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CD4728E-AC9B-44FB-B272-1FAF84E41330}" type="doc">
      <dgm:prSet loTypeId="urn:microsoft.com/office/officeart/2005/8/layout/list1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0461CE29-EA6D-4EBD-A766-CA1A41B5A293}">
      <dgm:prSet/>
      <dgm:spPr/>
      <dgm:t>
        <a:bodyPr/>
        <a:lstStyle/>
        <a:p>
          <a:r>
            <a:rPr lang="en-US"/>
            <a:t>Rigid</a:t>
          </a:r>
        </a:p>
      </dgm:t>
    </dgm:pt>
    <dgm:pt modelId="{78DF93F6-F845-4BA6-B1DD-6DD32907D857}" type="parTrans" cxnId="{69BE0954-68ED-47DC-ACEA-2AD4913405E9}">
      <dgm:prSet/>
      <dgm:spPr/>
      <dgm:t>
        <a:bodyPr/>
        <a:lstStyle/>
        <a:p>
          <a:endParaRPr lang="en-US"/>
        </a:p>
      </dgm:t>
    </dgm:pt>
    <dgm:pt modelId="{A3B73BE1-968E-48BF-9A6A-5EF4E31AC092}" type="sibTrans" cxnId="{69BE0954-68ED-47DC-ACEA-2AD4913405E9}">
      <dgm:prSet/>
      <dgm:spPr/>
      <dgm:t>
        <a:bodyPr/>
        <a:lstStyle/>
        <a:p>
          <a:endParaRPr lang="en-US"/>
        </a:p>
      </dgm:t>
    </dgm:pt>
    <dgm:pt modelId="{3E89C53B-98A5-4039-9770-007A7DFCB586}">
      <dgm:prSet/>
      <dgm:spPr/>
      <dgm:t>
        <a:bodyPr/>
        <a:lstStyle/>
        <a:p>
          <a:r>
            <a:rPr lang="en-US"/>
            <a:t>Fixed, contiguous place in memory</a:t>
          </a:r>
        </a:p>
      </dgm:t>
    </dgm:pt>
    <dgm:pt modelId="{5BE2DC76-5194-4658-A1A8-1955E5A010F1}" type="parTrans" cxnId="{BFF3B78B-9CD5-4228-B142-D13195EDDB4C}">
      <dgm:prSet/>
      <dgm:spPr/>
      <dgm:t>
        <a:bodyPr/>
        <a:lstStyle/>
        <a:p>
          <a:endParaRPr lang="en-US"/>
        </a:p>
      </dgm:t>
    </dgm:pt>
    <dgm:pt modelId="{D84D829E-D5EF-4A46-97FC-FF0F5DD49ECB}" type="sibTrans" cxnId="{BFF3B78B-9CD5-4228-B142-D13195EDDB4C}">
      <dgm:prSet/>
      <dgm:spPr/>
      <dgm:t>
        <a:bodyPr/>
        <a:lstStyle/>
        <a:p>
          <a:endParaRPr lang="en-US"/>
        </a:p>
      </dgm:t>
    </dgm:pt>
    <dgm:pt modelId="{6DC61DCE-E507-4D62-AA65-5C8497B59E34}">
      <dgm:prSet/>
      <dgm:spPr/>
      <dgm:t>
        <a:bodyPr/>
        <a:lstStyle/>
        <a:p>
          <a:r>
            <a:rPr lang="en-US"/>
            <a:t>Flexible</a:t>
          </a:r>
        </a:p>
      </dgm:t>
    </dgm:pt>
    <dgm:pt modelId="{0A851F6F-F658-4979-9708-90B956560884}" type="parTrans" cxnId="{8D5F5983-8F8B-43C0-8B24-9499C704C571}">
      <dgm:prSet/>
      <dgm:spPr/>
      <dgm:t>
        <a:bodyPr/>
        <a:lstStyle/>
        <a:p>
          <a:endParaRPr lang="en-US"/>
        </a:p>
      </dgm:t>
    </dgm:pt>
    <dgm:pt modelId="{1E5CF87F-13B8-40E2-A7C7-5A038F66A89A}" type="sibTrans" cxnId="{8D5F5983-8F8B-43C0-8B24-9499C704C571}">
      <dgm:prSet/>
      <dgm:spPr/>
      <dgm:t>
        <a:bodyPr/>
        <a:lstStyle/>
        <a:p>
          <a:endParaRPr lang="en-US"/>
        </a:p>
      </dgm:t>
    </dgm:pt>
    <dgm:pt modelId="{A6DCAB14-0DEF-4DF4-B948-306D12D8FD14}">
      <dgm:prSet/>
      <dgm:spPr/>
      <dgm:t>
        <a:bodyPr/>
        <a:lstStyle/>
        <a:p>
          <a:r>
            <a:rPr lang="en-US"/>
            <a:t>Usually a chain of Nodes</a:t>
          </a:r>
        </a:p>
      </dgm:t>
    </dgm:pt>
    <dgm:pt modelId="{BD32240A-9707-4767-BF46-81A4A4F5969F}" type="parTrans" cxnId="{7EE044BD-3C69-49B6-AE2A-437EC96A2159}">
      <dgm:prSet/>
      <dgm:spPr/>
      <dgm:t>
        <a:bodyPr/>
        <a:lstStyle/>
        <a:p>
          <a:endParaRPr lang="en-US"/>
        </a:p>
      </dgm:t>
    </dgm:pt>
    <dgm:pt modelId="{76E65DD1-5D8C-475C-8553-CE4352F3369C}" type="sibTrans" cxnId="{7EE044BD-3C69-49B6-AE2A-437EC96A2159}">
      <dgm:prSet/>
      <dgm:spPr/>
      <dgm:t>
        <a:bodyPr/>
        <a:lstStyle/>
        <a:p>
          <a:endParaRPr lang="en-US"/>
        </a:p>
      </dgm:t>
    </dgm:pt>
    <dgm:pt modelId="{F2E2BD52-915E-4448-A7CC-9A60675B4846}">
      <dgm:prSet/>
      <dgm:spPr/>
      <dgm:t>
        <a:bodyPr/>
        <a:lstStyle/>
        <a:p>
          <a:r>
            <a:rPr lang="en-US"/>
            <a:t>Nodes have a fixed size</a:t>
          </a:r>
        </a:p>
      </dgm:t>
    </dgm:pt>
    <dgm:pt modelId="{5998D7CB-56FD-473B-9384-88BE33074FAE}" type="parTrans" cxnId="{75FF51EB-F6D1-4E0C-B90A-18C3163300ED}">
      <dgm:prSet/>
      <dgm:spPr/>
      <dgm:t>
        <a:bodyPr/>
        <a:lstStyle/>
        <a:p>
          <a:endParaRPr lang="en-US"/>
        </a:p>
      </dgm:t>
    </dgm:pt>
    <dgm:pt modelId="{CF1F5033-8744-4BBF-9C74-7CE093C3F422}" type="sibTrans" cxnId="{75FF51EB-F6D1-4E0C-B90A-18C3163300ED}">
      <dgm:prSet/>
      <dgm:spPr/>
      <dgm:t>
        <a:bodyPr/>
        <a:lstStyle/>
        <a:p>
          <a:endParaRPr lang="en-US"/>
        </a:p>
      </dgm:t>
    </dgm:pt>
    <dgm:pt modelId="{6F0FA64D-FE0A-4B26-908D-6331909E2925}">
      <dgm:prSet/>
      <dgm:spPr/>
      <dgm:t>
        <a:bodyPr/>
        <a:lstStyle/>
        <a:p>
          <a:r>
            <a:rPr lang="en-US"/>
            <a:t>The node-chain can grow indefinitely</a:t>
          </a:r>
        </a:p>
      </dgm:t>
    </dgm:pt>
    <dgm:pt modelId="{989ED2BE-F5B2-4689-BA40-6FF8AD42CBE5}" type="parTrans" cxnId="{A8671023-82BA-45B0-A02A-452DE69DA331}">
      <dgm:prSet/>
      <dgm:spPr/>
      <dgm:t>
        <a:bodyPr/>
        <a:lstStyle/>
        <a:p>
          <a:endParaRPr lang="en-US"/>
        </a:p>
      </dgm:t>
    </dgm:pt>
    <dgm:pt modelId="{AE1B8AB7-43AD-4733-8FA1-1D2341C492FC}" type="sibTrans" cxnId="{A8671023-82BA-45B0-A02A-452DE69DA331}">
      <dgm:prSet/>
      <dgm:spPr/>
      <dgm:t>
        <a:bodyPr/>
        <a:lstStyle/>
        <a:p>
          <a:endParaRPr lang="en-US"/>
        </a:p>
      </dgm:t>
    </dgm:pt>
    <dgm:pt modelId="{91104390-D66A-4FAD-ACFE-9C9DA3D931A4}" type="pres">
      <dgm:prSet presAssocID="{ACD4728E-AC9B-44FB-B272-1FAF84E41330}" presName="linear" presStyleCnt="0">
        <dgm:presLayoutVars>
          <dgm:dir/>
          <dgm:animLvl val="lvl"/>
          <dgm:resizeHandles val="exact"/>
        </dgm:presLayoutVars>
      </dgm:prSet>
      <dgm:spPr/>
    </dgm:pt>
    <dgm:pt modelId="{4271F6DB-5EE8-4B2C-9734-B86CEAA41B29}" type="pres">
      <dgm:prSet presAssocID="{0461CE29-EA6D-4EBD-A766-CA1A41B5A293}" presName="parentLin" presStyleCnt="0"/>
      <dgm:spPr/>
    </dgm:pt>
    <dgm:pt modelId="{0EA479C5-4C99-4AFC-8543-706CC51EE0FA}" type="pres">
      <dgm:prSet presAssocID="{0461CE29-EA6D-4EBD-A766-CA1A41B5A293}" presName="parentLeftMargin" presStyleLbl="node1" presStyleIdx="0" presStyleCnt="2"/>
      <dgm:spPr/>
    </dgm:pt>
    <dgm:pt modelId="{38C4C2A2-FF91-4AA2-8605-216B0A6660C4}" type="pres">
      <dgm:prSet presAssocID="{0461CE29-EA6D-4EBD-A766-CA1A41B5A293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4BDC29EF-D95A-4B44-AFC6-95A366D70E2D}" type="pres">
      <dgm:prSet presAssocID="{0461CE29-EA6D-4EBD-A766-CA1A41B5A293}" presName="negativeSpace" presStyleCnt="0"/>
      <dgm:spPr/>
    </dgm:pt>
    <dgm:pt modelId="{64534236-C71E-447F-B2B6-E720E391BAA4}" type="pres">
      <dgm:prSet presAssocID="{0461CE29-EA6D-4EBD-A766-CA1A41B5A293}" presName="childText" presStyleLbl="conFgAcc1" presStyleIdx="0" presStyleCnt="2">
        <dgm:presLayoutVars>
          <dgm:bulletEnabled val="1"/>
        </dgm:presLayoutVars>
      </dgm:prSet>
      <dgm:spPr/>
    </dgm:pt>
    <dgm:pt modelId="{3F9D2D55-A022-45FA-8E8D-033F3DFE76F8}" type="pres">
      <dgm:prSet presAssocID="{A3B73BE1-968E-48BF-9A6A-5EF4E31AC092}" presName="spaceBetweenRectangles" presStyleCnt="0"/>
      <dgm:spPr/>
    </dgm:pt>
    <dgm:pt modelId="{592B6A88-4C14-4EC4-A5C3-67F21EDE6C17}" type="pres">
      <dgm:prSet presAssocID="{6DC61DCE-E507-4D62-AA65-5C8497B59E34}" presName="parentLin" presStyleCnt="0"/>
      <dgm:spPr/>
    </dgm:pt>
    <dgm:pt modelId="{96B0DD03-F0FA-46CA-9406-489BBBC71F8C}" type="pres">
      <dgm:prSet presAssocID="{6DC61DCE-E507-4D62-AA65-5C8497B59E34}" presName="parentLeftMargin" presStyleLbl="node1" presStyleIdx="0" presStyleCnt="2"/>
      <dgm:spPr/>
    </dgm:pt>
    <dgm:pt modelId="{DB2923D4-D9AD-4708-9263-5F15DF755CF6}" type="pres">
      <dgm:prSet presAssocID="{6DC61DCE-E507-4D62-AA65-5C8497B59E34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E74332AF-78DD-4A3C-9F5C-7DBEFE8BCF02}" type="pres">
      <dgm:prSet presAssocID="{6DC61DCE-E507-4D62-AA65-5C8497B59E34}" presName="negativeSpace" presStyleCnt="0"/>
      <dgm:spPr/>
    </dgm:pt>
    <dgm:pt modelId="{2CA68D83-3D37-4C26-B466-AD7998AD9CED}" type="pres">
      <dgm:prSet presAssocID="{6DC61DCE-E507-4D62-AA65-5C8497B59E34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82FC3207-C9B9-47E1-B9BA-CB6B4E5F9F5D}" type="presOf" srcId="{0461CE29-EA6D-4EBD-A766-CA1A41B5A293}" destId="{0EA479C5-4C99-4AFC-8543-706CC51EE0FA}" srcOrd="0" destOrd="0" presId="urn:microsoft.com/office/officeart/2005/8/layout/list1"/>
    <dgm:cxn modelId="{A8671023-82BA-45B0-A02A-452DE69DA331}" srcId="{6DC61DCE-E507-4D62-AA65-5C8497B59E34}" destId="{6F0FA64D-FE0A-4B26-908D-6331909E2925}" srcOrd="2" destOrd="0" parTransId="{989ED2BE-F5B2-4689-BA40-6FF8AD42CBE5}" sibTransId="{AE1B8AB7-43AD-4733-8FA1-1D2341C492FC}"/>
    <dgm:cxn modelId="{A0021E33-C3F1-412D-BD4F-13B01F6615C4}" type="presOf" srcId="{ACD4728E-AC9B-44FB-B272-1FAF84E41330}" destId="{91104390-D66A-4FAD-ACFE-9C9DA3D931A4}" srcOrd="0" destOrd="0" presId="urn:microsoft.com/office/officeart/2005/8/layout/list1"/>
    <dgm:cxn modelId="{F9159F38-C12E-47F6-A9FE-5FB058CA250D}" type="presOf" srcId="{6F0FA64D-FE0A-4B26-908D-6331909E2925}" destId="{2CA68D83-3D37-4C26-B466-AD7998AD9CED}" srcOrd="0" destOrd="2" presId="urn:microsoft.com/office/officeart/2005/8/layout/list1"/>
    <dgm:cxn modelId="{6224BE48-DBAF-4909-A8F2-312770FFB51A}" type="presOf" srcId="{6DC61DCE-E507-4D62-AA65-5C8497B59E34}" destId="{DB2923D4-D9AD-4708-9263-5F15DF755CF6}" srcOrd="1" destOrd="0" presId="urn:microsoft.com/office/officeart/2005/8/layout/list1"/>
    <dgm:cxn modelId="{69BE0954-68ED-47DC-ACEA-2AD4913405E9}" srcId="{ACD4728E-AC9B-44FB-B272-1FAF84E41330}" destId="{0461CE29-EA6D-4EBD-A766-CA1A41B5A293}" srcOrd="0" destOrd="0" parTransId="{78DF93F6-F845-4BA6-B1DD-6DD32907D857}" sibTransId="{A3B73BE1-968E-48BF-9A6A-5EF4E31AC092}"/>
    <dgm:cxn modelId="{8D5F5983-8F8B-43C0-8B24-9499C704C571}" srcId="{ACD4728E-AC9B-44FB-B272-1FAF84E41330}" destId="{6DC61DCE-E507-4D62-AA65-5C8497B59E34}" srcOrd="1" destOrd="0" parTransId="{0A851F6F-F658-4979-9708-90B956560884}" sibTransId="{1E5CF87F-13B8-40E2-A7C7-5A038F66A89A}"/>
    <dgm:cxn modelId="{BFF3B78B-9CD5-4228-B142-D13195EDDB4C}" srcId="{0461CE29-EA6D-4EBD-A766-CA1A41B5A293}" destId="{3E89C53B-98A5-4039-9770-007A7DFCB586}" srcOrd="0" destOrd="0" parTransId="{5BE2DC76-5194-4658-A1A8-1955E5A010F1}" sibTransId="{D84D829E-D5EF-4A46-97FC-FF0F5DD49ECB}"/>
    <dgm:cxn modelId="{75B7CE8B-EA03-4FBD-9639-BF9604DFE86B}" type="presOf" srcId="{6DC61DCE-E507-4D62-AA65-5C8497B59E34}" destId="{96B0DD03-F0FA-46CA-9406-489BBBC71F8C}" srcOrd="0" destOrd="0" presId="urn:microsoft.com/office/officeart/2005/8/layout/list1"/>
    <dgm:cxn modelId="{7EE044BD-3C69-49B6-AE2A-437EC96A2159}" srcId="{6DC61DCE-E507-4D62-AA65-5C8497B59E34}" destId="{A6DCAB14-0DEF-4DF4-B948-306D12D8FD14}" srcOrd="0" destOrd="0" parTransId="{BD32240A-9707-4767-BF46-81A4A4F5969F}" sibTransId="{76E65DD1-5D8C-475C-8553-CE4352F3369C}"/>
    <dgm:cxn modelId="{7B7D89D8-D2A7-4567-BA23-832425697064}" type="presOf" srcId="{A6DCAB14-0DEF-4DF4-B948-306D12D8FD14}" destId="{2CA68D83-3D37-4C26-B466-AD7998AD9CED}" srcOrd="0" destOrd="0" presId="urn:microsoft.com/office/officeart/2005/8/layout/list1"/>
    <dgm:cxn modelId="{59552BE3-E98C-4F9A-B064-CF03004A4504}" type="presOf" srcId="{F2E2BD52-915E-4448-A7CC-9A60675B4846}" destId="{2CA68D83-3D37-4C26-B466-AD7998AD9CED}" srcOrd="0" destOrd="1" presId="urn:microsoft.com/office/officeart/2005/8/layout/list1"/>
    <dgm:cxn modelId="{75FF51EB-F6D1-4E0C-B90A-18C3163300ED}" srcId="{6DC61DCE-E507-4D62-AA65-5C8497B59E34}" destId="{F2E2BD52-915E-4448-A7CC-9A60675B4846}" srcOrd="1" destOrd="0" parTransId="{5998D7CB-56FD-473B-9384-88BE33074FAE}" sibTransId="{CF1F5033-8744-4BBF-9C74-7CE093C3F422}"/>
    <dgm:cxn modelId="{38C848EF-6310-4804-BC13-AF3BAA5DC15D}" type="presOf" srcId="{3E89C53B-98A5-4039-9770-007A7DFCB586}" destId="{64534236-C71E-447F-B2B6-E720E391BAA4}" srcOrd="0" destOrd="0" presId="urn:microsoft.com/office/officeart/2005/8/layout/list1"/>
    <dgm:cxn modelId="{B2675FF7-9BDD-4F49-A2F5-EA8C37603507}" type="presOf" srcId="{0461CE29-EA6D-4EBD-A766-CA1A41B5A293}" destId="{38C4C2A2-FF91-4AA2-8605-216B0A6660C4}" srcOrd="1" destOrd="0" presId="urn:microsoft.com/office/officeart/2005/8/layout/list1"/>
    <dgm:cxn modelId="{D32B2404-06B2-499E-9236-E348FA782959}" type="presParOf" srcId="{91104390-D66A-4FAD-ACFE-9C9DA3D931A4}" destId="{4271F6DB-5EE8-4B2C-9734-B86CEAA41B29}" srcOrd="0" destOrd="0" presId="urn:microsoft.com/office/officeart/2005/8/layout/list1"/>
    <dgm:cxn modelId="{03053404-AB7B-430A-ACE9-6894399A604D}" type="presParOf" srcId="{4271F6DB-5EE8-4B2C-9734-B86CEAA41B29}" destId="{0EA479C5-4C99-4AFC-8543-706CC51EE0FA}" srcOrd="0" destOrd="0" presId="urn:microsoft.com/office/officeart/2005/8/layout/list1"/>
    <dgm:cxn modelId="{59867ABE-DF07-4ACA-B97F-503E2EDC3CA7}" type="presParOf" srcId="{4271F6DB-5EE8-4B2C-9734-B86CEAA41B29}" destId="{38C4C2A2-FF91-4AA2-8605-216B0A6660C4}" srcOrd="1" destOrd="0" presId="urn:microsoft.com/office/officeart/2005/8/layout/list1"/>
    <dgm:cxn modelId="{B0842A91-F643-45E2-80B4-834844DD8590}" type="presParOf" srcId="{91104390-D66A-4FAD-ACFE-9C9DA3D931A4}" destId="{4BDC29EF-D95A-4B44-AFC6-95A366D70E2D}" srcOrd="1" destOrd="0" presId="urn:microsoft.com/office/officeart/2005/8/layout/list1"/>
    <dgm:cxn modelId="{C5450680-372A-4464-9388-915AE38D959C}" type="presParOf" srcId="{91104390-D66A-4FAD-ACFE-9C9DA3D931A4}" destId="{64534236-C71E-447F-B2B6-E720E391BAA4}" srcOrd="2" destOrd="0" presId="urn:microsoft.com/office/officeart/2005/8/layout/list1"/>
    <dgm:cxn modelId="{4B2E48B9-9FFC-471C-9C2F-1E92308797AD}" type="presParOf" srcId="{91104390-D66A-4FAD-ACFE-9C9DA3D931A4}" destId="{3F9D2D55-A022-45FA-8E8D-033F3DFE76F8}" srcOrd="3" destOrd="0" presId="urn:microsoft.com/office/officeart/2005/8/layout/list1"/>
    <dgm:cxn modelId="{9F704E2B-0FE2-466C-A378-397E83F8C2D4}" type="presParOf" srcId="{91104390-D66A-4FAD-ACFE-9C9DA3D931A4}" destId="{592B6A88-4C14-4EC4-A5C3-67F21EDE6C17}" srcOrd="4" destOrd="0" presId="urn:microsoft.com/office/officeart/2005/8/layout/list1"/>
    <dgm:cxn modelId="{EC59DAE0-B2C7-471D-BCE5-E9586D1F2001}" type="presParOf" srcId="{592B6A88-4C14-4EC4-A5C3-67F21EDE6C17}" destId="{96B0DD03-F0FA-46CA-9406-489BBBC71F8C}" srcOrd="0" destOrd="0" presId="urn:microsoft.com/office/officeart/2005/8/layout/list1"/>
    <dgm:cxn modelId="{E2C4D1C0-2904-40CE-B7CD-0360EFED2B66}" type="presParOf" srcId="{592B6A88-4C14-4EC4-A5C3-67F21EDE6C17}" destId="{DB2923D4-D9AD-4708-9263-5F15DF755CF6}" srcOrd="1" destOrd="0" presId="urn:microsoft.com/office/officeart/2005/8/layout/list1"/>
    <dgm:cxn modelId="{EB71A6ED-CFCA-471D-BA00-1058ADE0D760}" type="presParOf" srcId="{91104390-D66A-4FAD-ACFE-9C9DA3D931A4}" destId="{E74332AF-78DD-4A3C-9F5C-7DBEFE8BCF02}" srcOrd="5" destOrd="0" presId="urn:microsoft.com/office/officeart/2005/8/layout/list1"/>
    <dgm:cxn modelId="{C18E39B2-511A-475D-9074-E8D6505A063F}" type="presParOf" srcId="{91104390-D66A-4FAD-ACFE-9C9DA3D931A4}" destId="{2CA68D83-3D37-4C26-B466-AD7998AD9CED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5A01D36-B53F-41A2-8691-802EC8BBBDC8}" type="doc">
      <dgm:prSet loTypeId="urn:microsoft.com/office/officeart/2005/8/layout/hierarchy1" loCatId="hierarchy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3DA55660-6867-4EEF-AEC1-C84492A5BDF9}">
      <dgm:prSet/>
      <dgm:spPr/>
      <dgm:t>
        <a:bodyPr/>
        <a:lstStyle/>
        <a:p>
          <a:r>
            <a:rPr lang="en-US"/>
            <a:t>Min heap</a:t>
          </a:r>
        </a:p>
      </dgm:t>
    </dgm:pt>
    <dgm:pt modelId="{6DA3A9EA-DAAB-4287-AE3F-993E2F9AAFF1}" type="parTrans" cxnId="{8E16BCFC-3AE1-4CD2-A421-B82126DCDEDF}">
      <dgm:prSet/>
      <dgm:spPr/>
      <dgm:t>
        <a:bodyPr/>
        <a:lstStyle/>
        <a:p>
          <a:endParaRPr lang="en-US"/>
        </a:p>
      </dgm:t>
    </dgm:pt>
    <dgm:pt modelId="{9271DAC4-7E8A-4052-B811-C8B307CFBBB9}" type="sibTrans" cxnId="{8E16BCFC-3AE1-4CD2-A421-B82126DCDEDF}">
      <dgm:prSet/>
      <dgm:spPr/>
      <dgm:t>
        <a:bodyPr/>
        <a:lstStyle/>
        <a:p>
          <a:endParaRPr lang="en-US"/>
        </a:p>
      </dgm:t>
    </dgm:pt>
    <dgm:pt modelId="{BE63C140-7FE1-4C0D-9450-5D1EE032E562}">
      <dgm:prSet/>
      <dgm:spPr/>
      <dgm:t>
        <a:bodyPr/>
        <a:lstStyle/>
        <a:p>
          <a:r>
            <a:rPr lang="en-US"/>
            <a:t>Max heap</a:t>
          </a:r>
        </a:p>
      </dgm:t>
    </dgm:pt>
    <dgm:pt modelId="{D594357A-D44C-4FB2-AE0D-667981037749}" type="parTrans" cxnId="{16A9A457-75AF-4BDB-9B96-70DFCCEF50DF}">
      <dgm:prSet/>
      <dgm:spPr/>
      <dgm:t>
        <a:bodyPr/>
        <a:lstStyle/>
        <a:p>
          <a:endParaRPr lang="en-US"/>
        </a:p>
      </dgm:t>
    </dgm:pt>
    <dgm:pt modelId="{459D1E52-1963-463E-A85B-EA538CFB4055}" type="sibTrans" cxnId="{16A9A457-75AF-4BDB-9B96-70DFCCEF50DF}">
      <dgm:prSet/>
      <dgm:spPr/>
      <dgm:t>
        <a:bodyPr/>
        <a:lstStyle/>
        <a:p>
          <a:endParaRPr lang="en-US"/>
        </a:p>
      </dgm:t>
    </dgm:pt>
    <dgm:pt modelId="{D4BDC834-9749-43DC-BB37-FD91911956A5}" type="pres">
      <dgm:prSet presAssocID="{45A01D36-B53F-41A2-8691-802EC8BBBDC8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138F781E-5675-4A11-94E2-5B75293763FF}" type="pres">
      <dgm:prSet presAssocID="{3DA55660-6867-4EEF-AEC1-C84492A5BDF9}" presName="hierRoot1" presStyleCnt="0"/>
      <dgm:spPr/>
    </dgm:pt>
    <dgm:pt modelId="{8AB6A26F-D9A4-4A35-AA76-5127BA58E60B}" type="pres">
      <dgm:prSet presAssocID="{3DA55660-6867-4EEF-AEC1-C84492A5BDF9}" presName="composite" presStyleCnt="0"/>
      <dgm:spPr/>
    </dgm:pt>
    <dgm:pt modelId="{D1FF1468-8321-4EC8-B74A-02637D09F0A0}" type="pres">
      <dgm:prSet presAssocID="{3DA55660-6867-4EEF-AEC1-C84492A5BDF9}" presName="background" presStyleLbl="node0" presStyleIdx="0" presStyleCnt="2"/>
      <dgm:spPr/>
    </dgm:pt>
    <dgm:pt modelId="{ED496D36-36AC-4328-810C-D033C91CDAF1}" type="pres">
      <dgm:prSet presAssocID="{3DA55660-6867-4EEF-AEC1-C84492A5BDF9}" presName="text" presStyleLbl="fgAcc0" presStyleIdx="0" presStyleCnt="2">
        <dgm:presLayoutVars>
          <dgm:chPref val="3"/>
        </dgm:presLayoutVars>
      </dgm:prSet>
      <dgm:spPr/>
    </dgm:pt>
    <dgm:pt modelId="{519C9386-8EDF-4958-BA29-41C2FC72906B}" type="pres">
      <dgm:prSet presAssocID="{3DA55660-6867-4EEF-AEC1-C84492A5BDF9}" presName="hierChild2" presStyleCnt="0"/>
      <dgm:spPr/>
    </dgm:pt>
    <dgm:pt modelId="{F64E31A5-2DD0-4A60-8D72-D4CC557113C2}" type="pres">
      <dgm:prSet presAssocID="{BE63C140-7FE1-4C0D-9450-5D1EE032E562}" presName="hierRoot1" presStyleCnt="0"/>
      <dgm:spPr/>
    </dgm:pt>
    <dgm:pt modelId="{262BB801-CCA9-4EE0-ABBA-2E7DB7BC2376}" type="pres">
      <dgm:prSet presAssocID="{BE63C140-7FE1-4C0D-9450-5D1EE032E562}" presName="composite" presStyleCnt="0"/>
      <dgm:spPr/>
    </dgm:pt>
    <dgm:pt modelId="{B60B4683-AD63-4732-9C25-D5EBBCAE7926}" type="pres">
      <dgm:prSet presAssocID="{BE63C140-7FE1-4C0D-9450-5D1EE032E562}" presName="background" presStyleLbl="node0" presStyleIdx="1" presStyleCnt="2"/>
      <dgm:spPr/>
    </dgm:pt>
    <dgm:pt modelId="{BFF6B6A5-9155-43F1-9084-056FED313E7B}" type="pres">
      <dgm:prSet presAssocID="{BE63C140-7FE1-4C0D-9450-5D1EE032E562}" presName="text" presStyleLbl="fgAcc0" presStyleIdx="1" presStyleCnt="2">
        <dgm:presLayoutVars>
          <dgm:chPref val="3"/>
        </dgm:presLayoutVars>
      </dgm:prSet>
      <dgm:spPr/>
    </dgm:pt>
    <dgm:pt modelId="{7322D75A-1C78-4F12-8EAD-B2ADDDCDA5CD}" type="pres">
      <dgm:prSet presAssocID="{BE63C140-7FE1-4C0D-9450-5D1EE032E562}" presName="hierChild2" presStyleCnt="0"/>
      <dgm:spPr/>
    </dgm:pt>
  </dgm:ptLst>
  <dgm:cxnLst>
    <dgm:cxn modelId="{16A9A457-75AF-4BDB-9B96-70DFCCEF50DF}" srcId="{45A01D36-B53F-41A2-8691-802EC8BBBDC8}" destId="{BE63C140-7FE1-4C0D-9450-5D1EE032E562}" srcOrd="1" destOrd="0" parTransId="{D594357A-D44C-4FB2-AE0D-667981037749}" sibTransId="{459D1E52-1963-463E-A85B-EA538CFB4055}"/>
    <dgm:cxn modelId="{FE979381-A993-4D96-9F44-A7176A3FF71E}" type="presOf" srcId="{45A01D36-B53F-41A2-8691-802EC8BBBDC8}" destId="{D4BDC834-9749-43DC-BB37-FD91911956A5}" srcOrd="0" destOrd="0" presId="urn:microsoft.com/office/officeart/2005/8/layout/hierarchy1"/>
    <dgm:cxn modelId="{B9FD308B-B853-4A76-B249-B07AEF819DA8}" type="presOf" srcId="{BE63C140-7FE1-4C0D-9450-5D1EE032E562}" destId="{BFF6B6A5-9155-43F1-9084-056FED313E7B}" srcOrd="0" destOrd="0" presId="urn:microsoft.com/office/officeart/2005/8/layout/hierarchy1"/>
    <dgm:cxn modelId="{947151F2-786F-43E0-B2AD-3489914AE970}" type="presOf" srcId="{3DA55660-6867-4EEF-AEC1-C84492A5BDF9}" destId="{ED496D36-36AC-4328-810C-D033C91CDAF1}" srcOrd="0" destOrd="0" presId="urn:microsoft.com/office/officeart/2005/8/layout/hierarchy1"/>
    <dgm:cxn modelId="{8E16BCFC-3AE1-4CD2-A421-B82126DCDEDF}" srcId="{45A01D36-B53F-41A2-8691-802EC8BBBDC8}" destId="{3DA55660-6867-4EEF-AEC1-C84492A5BDF9}" srcOrd="0" destOrd="0" parTransId="{6DA3A9EA-DAAB-4287-AE3F-993E2F9AAFF1}" sibTransId="{9271DAC4-7E8A-4052-B811-C8B307CFBBB9}"/>
    <dgm:cxn modelId="{940FF61B-0920-45D0-ADF1-C1F4D331DBF0}" type="presParOf" srcId="{D4BDC834-9749-43DC-BB37-FD91911956A5}" destId="{138F781E-5675-4A11-94E2-5B75293763FF}" srcOrd="0" destOrd="0" presId="urn:microsoft.com/office/officeart/2005/8/layout/hierarchy1"/>
    <dgm:cxn modelId="{7FFADD13-C459-448C-B000-54BD084717FD}" type="presParOf" srcId="{138F781E-5675-4A11-94E2-5B75293763FF}" destId="{8AB6A26F-D9A4-4A35-AA76-5127BA58E60B}" srcOrd="0" destOrd="0" presId="urn:microsoft.com/office/officeart/2005/8/layout/hierarchy1"/>
    <dgm:cxn modelId="{91AF1C58-ED4B-44B4-9BB8-7F0AD23A196A}" type="presParOf" srcId="{8AB6A26F-D9A4-4A35-AA76-5127BA58E60B}" destId="{D1FF1468-8321-4EC8-B74A-02637D09F0A0}" srcOrd="0" destOrd="0" presId="urn:microsoft.com/office/officeart/2005/8/layout/hierarchy1"/>
    <dgm:cxn modelId="{173B3319-EF81-4D0B-B0D7-968976B9B43D}" type="presParOf" srcId="{8AB6A26F-D9A4-4A35-AA76-5127BA58E60B}" destId="{ED496D36-36AC-4328-810C-D033C91CDAF1}" srcOrd="1" destOrd="0" presId="urn:microsoft.com/office/officeart/2005/8/layout/hierarchy1"/>
    <dgm:cxn modelId="{E23D90EA-4327-4D36-BCD5-EA419A12DCD8}" type="presParOf" srcId="{138F781E-5675-4A11-94E2-5B75293763FF}" destId="{519C9386-8EDF-4958-BA29-41C2FC72906B}" srcOrd="1" destOrd="0" presId="urn:microsoft.com/office/officeart/2005/8/layout/hierarchy1"/>
    <dgm:cxn modelId="{A4C3457A-3955-49CF-A1EE-7D82F091F90E}" type="presParOf" srcId="{D4BDC834-9749-43DC-BB37-FD91911956A5}" destId="{F64E31A5-2DD0-4A60-8D72-D4CC557113C2}" srcOrd="1" destOrd="0" presId="urn:microsoft.com/office/officeart/2005/8/layout/hierarchy1"/>
    <dgm:cxn modelId="{7373758B-4C27-48FF-AFBC-0507700614B4}" type="presParOf" srcId="{F64E31A5-2DD0-4A60-8D72-D4CC557113C2}" destId="{262BB801-CCA9-4EE0-ABBA-2E7DB7BC2376}" srcOrd="0" destOrd="0" presId="urn:microsoft.com/office/officeart/2005/8/layout/hierarchy1"/>
    <dgm:cxn modelId="{65C1DD91-FB3E-47CC-8FA7-38485A304DCD}" type="presParOf" srcId="{262BB801-CCA9-4EE0-ABBA-2E7DB7BC2376}" destId="{B60B4683-AD63-4732-9C25-D5EBBCAE7926}" srcOrd="0" destOrd="0" presId="urn:microsoft.com/office/officeart/2005/8/layout/hierarchy1"/>
    <dgm:cxn modelId="{03250BB2-5C59-47E9-B49F-44E862CD1B8A}" type="presParOf" srcId="{262BB801-CCA9-4EE0-ABBA-2E7DB7BC2376}" destId="{BFF6B6A5-9155-43F1-9084-056FED313E7B}" srcOrd="1" destOrd="0" presId="urn:microsoft.com/office/officeart/2005/8/layout/hierarchy1"/>
    <dgm:cxn modelId="{470244C2-C3A3-476B-9102-F48E82BEBE0B}" type="presParOf" srcId="{F64E31A5-2DD0-4A60-8D72-D4CC557113C2}" destId="{7322D75A-1C78-4F12-8EAD-B2ADDDCDA5CD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13F34B9-E5B2-4EF8-97B8-2D76AF948B10}" type="doc">
      <dgm:prSet loTypeId="urn:microsoft.com/office/officeart/2005/8/layout/hierarchy1" loCatId="hierarchy" qsTypeId="urn:microsoft.com/office/officeart/2005/8/quickstyle/simple5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718057BB-1382-4B3E-BD41-F946A2BE5EBF}">
      <dgm:prSet/>
      <dgm:spPr/>
      <dgm:t>
        <a:bodyPr/>
        <a:lstStyle/>
        <a:p>
          <a:r>
            <a:rPr lang="en-US"/>
            <a:t>A heap is a </a:t>
          </a:r>
          <a:r>
            <a:rPr lang="en-US" b="1"/>
            <a:t>complete binary tree</a:t>
          </a:r>
          <a:endParaRPr lang="en-US"/>
        </a:p>
      </dgm:t>
    </dgm:pt>
    <dgm:pt modelId="{59BBBC86-D039-4912-9199-DCF02A3E486D}" type="parTrans" cxnId="{A687EB9E-A8F4-4B10-933B-E64186F6D899}">
      <dgm:prSet/>
      <dgm:spPr/>
      <dgm:t>
        <a:bodyPr/>
        <a:lstStyle/>
        <a:p>
          <a:endParaRPr lang="en-US"/>
        </a:p>
      </dgm:t>
    </dgm:pt>
    <dgm:pt modelId="{7F549B59-503E-484F-B293-A340A77F28C8}" type="sibTrans" cxnId="{A687EB9E-A8F4-4B10-933B-E64186F6D899}">
      <dgm:prSet/>
      <dgm:spPr/>
      <dgm:t>
        <a:bodyPr/>
        <a:lstStyle/>
        <a:p>
          <a:endParaRPr lang="en-US"/>
        </a:p>
      </dgm:t>
    </dgm:pt>
    <dgm:pt modelId="{4642FD7F-5197-4336-9A5E-99D17CEE3A5D}">
      <dgm:prSet/>
      <dgm:spPr/>
      <dgm:t>
        <a:bodyPr/>
        <a:lstStyle/>
        <a:p>
          <a:r>
            <a:rPr lang="en-US" b="1"/>
            <a:t>“Heapify” </a:t>
          </a:r>
          <a:r>
            <a:rPr lang="en-US"/>
            <a:t>procedure</a:t>
          </a:r>
        </a:p>
      </dgm:t>
    </dgm:pt>
    <dgm:pt modelId="{9749B20C-4C56-4CA4-B2B7-45EDAFEFE3E4}" type="parTrans" cxnId="{568A5BE1-A6AD-4CC7-9FDE-3C4153F02220}">
      <dgm:prSet/>
      <dgm:spPr/>
      <dgm:t>
        <a:bodyPr/>
        <a:lstStyle/>
        <a:p>
          <a:endParaRPr lang="en-US"/>
        </a:p>
      </dgm:t>
    </dgm:pt>
    <dgm:pt modelId="{02E9BA80-CFCD-400F-8E69-9D9A6F8242AE}" type="sibTrans" cxnId="{568A5BE1-A6AD-4CC7-9FDE-3C4153F02220}">
      <dgm:prSet/>
      <dgm:spPr/>
      <dgm:t>
        <a:bodyPr/>
        <a:lstStyle/>
        <a:p>
          <a:endParaRPr lang="en-US"/>
        </a:p>
      </dgm:t>
    </dgm:pt>
    <dgm:pt modelId="{8A38663C-3921-47DD-AE00-7633DFEEBC47}" type="pres">
      <dgm:prSet presAssocID="{613F34B9-E5B2-4EF8-97B8-2D76AF948B10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739690BD-0A00-4D9E-868B-62EEAC62FAFE}" type="pres">
      <dgm:prSet presAssocID="{718057BB-1382-4B3E-BD41-F946A2BE5EBF}" presName="hierRoot1" presStyleCnt="0"/>
      <dgm:spPr/>
    </dgm:pt>
    <dgm:pt modelId="{9B33036D-1FFB-4123-9535-6A44865A4B47}" type="pres">
      <dgm:prSet presAssocID="{718057BB-1382-4B3E-BD41-F946A2BE5EBF}" presName="composite" presStyleCnt="0"/>
      <dgm:spPr/>
    </dgm:pt>
    <dgm:pt modelId="{55EF0568-AAF8-4B64-978E-CC09F0950DBD}" type="pres">
      <dgm:prSet presAssocID="{718057BB-1382-4B3E-BD41-F946A2BE5EBF}" presName="background" presStyleLbl="node0" presStyleIdx="0" presStyleCnt="2"/>
      <dgm:spPr/>
    </dgm:pt>
    <dgm:pt modelId="{F4F93FDC-FF36-4CB8-B83A-FAE319D08635}" type="pres">
      <dgm:prSet presAssocID="{718057BB-1382-4B3E-BD41-F946A2BE5EBF}" presName="text" presStyleLbl="fgAcc0" presStyleIdx="0" presStyleCnt="2">
        <dgm:presLayoutVars>
          <dgm:chPref val="3"/>
        </dgm:presLayoutVars>
      </dgm:prSet>
      <dgm:spPr/>
    </dgm:pt>
    <dgm:pt modelId="{3ADEC13D-AFD3-4548-87FE-D64783A03170}" type="pres">
      <dgm:prSet presAssocID="{718057BB-1382-4B3E-BD41-F946A2BE5EBF}" presName="hierChild2" presStyleCnt="0"/>
      <dgm:spPr/>
    </dgm:pt>
    <dgm:pt modelId="{7A74B82B-5C32-42E3-A70C-3BD0A909669F}" type="pres">
      <dgm:prSet presAssocID="{4642FD7F-5197-4336-9A5E-99D17CEE3A5D}" presName="hierRoot1" presStyleCnt="0"/>
      <dgm:spPr/>
    </dgm:pt>
    <dgm:pt modelId="{DD3A6E2C-AF26-463C-B5F0-492B887FD1C8}" type="pres">
      <dgm:prSet presAssocID="{4642FD7F-5197-4336-9A5E-99D17CEE3A5D}" presName="composite" presStyleCnt="0"/>
      <dgm:spPr/>
    </dgm:pt>
    <dgm:pt modelId="{4D05F994-4EAB-412D-9558-7779BB3BD38E}" type="pres">
      <dgm:prSet presAssocID="{4642FD7F-5197-4336-9A5E-99D17CEE3A5D}" presName="background" presStyleLbl="node0" presStyleIdx="1" presStyleCnt="2"/>
      <dgm:spPr/>
    </dgm:pt>
    <dgm:pt modelId="{B02C84A1-A990-4783-88B3-012F6D667F86}" type="pres">
      <dgm:prSet presAssocID="{4642FD7F-5197-4336-9A5E-99D17CEE3A5D}" presName="text" presStyleLbl="fgAcc0" presStyleIdx="1" presStyleCnt="2">
        <dgm:presLayoutVars>
          <dgm:chPref val="3"/>
        </dgm:presLayoutVars>
      </dgm:prSet>
      <dgm:spPr/>
    </dgm:pt>
    <dgm:pt modelId="{0577FEC8-A7D0-4645-8F03-606AA51E23F7}" type="pres">
      <dgm:prSet presAssocID="{4642FD7F-5197-4336-9A5E-99D17CEE3A5D}" presName="hierChild2" presStyleCnt="0"/>
      <dgm:spPr/>
    </dgm:pt>
  </dgm:ptLst>
  <dgm:cxnLst>
    <dgm:cxn modelId="{07E7DB3F-8668-4EEE-906D-E16304DE4588}" type="presOf" srcId="{718057BB-1382-4B3E-BD41-F946A2BE5EBF}" destId="{F4F93FDC-FF36-4CB8-B83A-FAE319D08635}" srcOrd="0" destOrd="0" presId="urn:microsoft.com/office/officeart/2005/8/layout/hierarchy1"/>
    <dgm:cxn modelId="{3DB1826B-A6EC-4FF5-A85F-2621B501C15C}" type="presOf" srcId="{613F34B9-E5B2-4EF8-97B8-2D76AF948B10}" destId="{8A38663C-3921-47DD-AE00-7633DFEEBC47}" srcOrd="0" destOrd="0" presId="urn:microsoft.com/office/officeart/2005/8/layout/hierarchy1"/>
    <dgm:cxn modelId="{D2618B4C-2005-45FD-A83A-69E77AEB0C6C}" type="presOf" srcId="{4642FD7F-5197-4336-9A5E-99D17CEE3A5D}" destId="{B02C84A1-A990-4783-88B3-012F6D667F86}" srcOrd="0" destOrd="0" presId="urn:microsoft.com/office/officeart/2005/8/layout/hierarchy1"/>
    <dgm:cxn modelId="{A687EB9E-A8F4-4B10-933B-E64186F6D899}" srcId="{613F34B9-E5B2-4EF8-97B8-2D76AF948B10}" destId="{718057BB-1382-4B3E-BD41-F946A2BE5EBF}" srcOrd="0" destOrd="0" parTransId="{59BBBC86-D039-4912-9199-DCF02A3E486D}" sibTransId="{7F549B59-503E-484F-B293-A340A77F28C8}"/>
    <dgm:cxn modelId="{568A5BE1-A6AD-4CC7-9FDE-3C4153F02220}" srcId="{613F34B9-E5B2-4EF8-97B8-2D76AF948B10}" destId="{4642FD7F-5197-4336-9A5E-99D17CEE3A5D}" srcOrd="1" destOrd="0" parTransId="{9749B20C-4C56-4CA4-B2B7-45EDAFEFE3E4}" sibTransId="{02E9BA80-CFCD-400F-8E69-9D9A6F8242AE}"/>
    <dgm:cxn modelId="{8FE7D78F-E5EA-4D2F-9D51-324573BBF412}" type="presParOf" srcId="{8A38663C-3921-47DD-AE00-7633DFEEBC47}" destId="{739690BD-0A00-4D9E-868B-62EEAC62FAFE}" srcOrd="0" destOrd="0" presId="urn:microsoft.com/office/officeart/2005/8/layout/hierarchy1"/>
    <dgm:cxn modelId="{6FC01F8E-58BE-49C9-B336-4A2668364271}" type="presParOf" srcId="{739690BD-0A00-4D9E-868B-62EEAC62FAFE}" destId="{9B33036D-1FFB-4123-9535-6A44865A4B47}" srcOrd="0" destOrd="0" presId="urn:microsoft.com/office/officeart/2005/8/layout/hierarchy1"/>
    <dgm:cxn modelId="{C7955BED-41D0-4E7E-B5CF-79E17E68A59B}" type="presParOf" srcId="{9B33036D-1FFB-4123-9535-6A44865A4B47}" destId="{55EF0568-AAF8-4B64-978E-CC09F0950DBD}" srcOrd="0" destOrd="0" presId="urn:microsoft.com/office/officeart/2005/8/layout/hierarchy1"/>
    <dgm:cxn modelId="{1C514498-5CFC-400A-B317-A8CD7C9F26D6}" type="presParOf" srcId="{9B33036D-1FFB-4123-9535-6A44865A4B47}" destId="{F4F93FDC-FF36-4CB8-B83A-FAE319D08635}" srcOrd="1" destOrd="0" presId="urn:microsoft.com/office/officeart/2005/8/layout/hierarchy1"/>
    <dgm:cxn modelId="{B6C354E7-E8CA-4662-B04D-B17B68EF8864}" type="presParOf" srcId="{739690BD-0A00-4D9E-868B-62EEAC62FAFE}" destId="{3ADEC13D-AFD3-4548-87FE-D64783A03170}" srcOrd="1" destOrd="0" presId="urn:microsoft.com/office/officeart/2005/8/layout/hierarchy1"/>
    <dgm:cxn modelId="{8C9FAD20-68A5-48A3-8879-4F5C9EF7A2E3}" type="presParOf" srcId="{8A38663C-3921-47DD-AE00-7633DFEEBC47}" destId="{7A74B82B-5C32-42E3-A70C-3BD0A909669F}" srcOrd="1" destOrd="0" presId="urn:microsoft.com/office/officeart/2005/8/layout/hierarchy1"/>
    <dgm:cxn modelId="{939534B2-7D5B-4611-B50A-5EFBC7A7EB26}" type="presParOf" srcId="{7A74B82B-5C32-42E3-A70C-3BD0A909669F}" destId="{DD3A6E2C-AF26-463C-B5F0-492B887FD1C8}" srcOrd="0" destOrd="0" presId="urn:microsoft.com/office/officeart/2005/8/layout/hierarchy1"/>
    <dgm:cxn modelId="{768329F7-3025-42FC-8A04-8DC26717F939}" type="presParOf" srcId="{DD3A6E2C-AF26-463C-B5F0-492B887FD1C8}" destId="{4D05F994-4EAB-412D-9558-7779BB3BD38E}" srcOrd="0" destOrd="0" presId="urn:microsoft.com/office/officeart/2005/8/layout/hierarchy1"/>
    <dgm:cxn modelId="{B7D1B9A7-F834-4B98-AFC4-6BC60B675F3F}" type="presParOf" srcId="{DD3A6E2C-AF26-463C-B5F0-492B887FD1C8}" destId="{B02C84A1-A990-4783-88B3-012F6D667F86}" srcOrd="1" destOrd="0" presId="urn:microsoft.com/office/officeart/2005/8/layout/hierarchy1"/>
    <dgm:cxn modelId="{3AC024BB-6683-4AB2-9BA5-3E37E2ED00DB}" type="presParOf" srcId="{7A74B82B-5C32-42E3-A70C-3BD0A909669F}" destId="{0577FEC8-A7D0-4645-8F03-606AA51E23F7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7B942BC-8E2A-4DD5-BEEB-5011DA28F681}">
      <dsp:nvSpPr>
        <dsp:cNvPr id="0" name=""/>
        <dsp:cNvSpPr/>
      </dsp:nvSpPr>
      <dsp:spPr>
        <a:xfrm>
          <a:off x="908818" y="1178"/>
          <a:ext cx="2485132" cy="124256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1435" tIns="34290" rIns="51435" bIns="3429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Simple Building blocks</a:t>
          </a:r>
        </a:p>
      </dsp:txBody>
      <dsp:txXfrm>
        <a:off x="945212" y="37572"/>
        <a:ext cx="2412344" cy="1169778"/>
      </dsp:txXfrm>
    </dsp:sp>
    <dsp:sp modelId="{CB4ADF5D-236A-42AF-82E5-026F6BFD0FB8}">
      <dsp:nvSpPr>
        <dsp:cNvPr id="0" name=""/>
        <dsp:cNvSpPr/>
      </dsp:nvSpPr>
      <dsp:spPr>
        <a:xfrm>
          <a:off x="1157332" y="1243744"/>
          <a:ext cx="248513" cy="93192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31924"/>
              </a:lnTo>
              <a:lnTo>
                <a:pt x="248513" y="931924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C1F635A-A82E-4F9C-ABC9-B9A7C5B54248}">
      <dsp:nvSpPr>
        <dsp:cNvPr id="0" name=""/>
        <dsp:cNvSpPr/>
      </dsp:nvSpPr>
      <dsp:spPr>
        <a:xfrm>
          <a:off x="1405845" y="1554385"/>
          <a:ext cx="1988105" cy="124256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5245" tIns="36830" rIns="55245" bIns="3683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Primitive data types </a:t>
          </a:r>
        </a:p>
      </dsp:txBody>
      <dsp:txXfrm>
        <a:off x="1442239" y="1590779"/>
        <a:ext cx="1915317" cy="1169778"/>
      </dsp:txXfrm>
    </dsp:sp>
    <dsp:sp modelId="{0A1639EA-4FAA-4160-A27E-C19A7B26BB6F}">
      <dsp:nvSpPr>
        <dsp:cNvPr id="0" name=""/>
        <dsp:cNvSpPr/>
      </dsp:nvSpPr>
      <dsp:spPr>
        <a:xfrm>
          <a:off x="1157332" y="1243744"/>
          <a:ext cx="248513" cy="248513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485132"/>
              </a:lnTo>
              <a:lnTo>
                <a:pt x="248513" y="2485132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DE42E35-D1CD-4C35-A071-C7B5A9BBF000}">
      <dsp:nvSpPr>
        <dsp:cNvPr id="0" name=""/>
        <dsp:cNvSpPr/>
      </dsp:nvSpPr>
      <dsp:spPr>
        <a:xfrm>
          <a:off x="1405845" y="3107593"/>
          <a:ext cx="1988105" cy="124256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5245" tIns="36830" rIns="55245" bIns="3683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Compound data types</a:t>
          </a:r>
        </a:p>
      </dsp:txBody>
      <dsp:txXfrm>
        <a:off x="1442239" y="3143987"/>
        <a:ext cx="1915317" cy="1169778"/>
      </dsp:txXfrm>
    </dsp:sp>
    <dsp:sp modelId="{7D49BFD5-9B26-47EF-8BBA-E8902E5824F8}">
      <dsp:nvSpPr>
        <dsp:cNvPr id="0" name=""/>
        <dsp:cNvSpPr/>
      </dsp:nvSpPr>
      <dsp:spPr>
        <a:xfrm>
          <a:off x="4015233" y="1178"/>
          <a:ext cx="2485132" cy="124256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1435" tIns="34290" rIns="51435" bIns="3429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Material type</a:t>
          </a:r>
        </a:p>
      </dsp:txBody>
      <dsp:txXfrm>
        <a:off x="4051627" y="37572"/>
        <a:ext cx="2412344" cy="1169778"/>
      </dsp:txXfrm>
    </dsp:sp>
    <dsp:sp modelId="{28F64A9C-3648-471C-8BF8-D21E28BB21CA}">
      <dsp:nvSpPr>
        <dsp:cNvPr id="0" name=""/>
        <dsp:cNvSpPr/>
      </dsp:nvSpPr>
      <dsp:spPr>
        <a:xfrm>
          <a:off x="4263747" y="1243744"/>
          <a:ext cx="248513" cy="93192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31924"/>
              </a:lnTo>
              <a:lnTo>
                <a:pt x="248513" y="931924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01C994A-700D-423D-ABB7-35041B026E1C}">
      <dsp:nvSpPr>
        <dsp:cNvPr id="0" name=""/>
        <dsp:cNvSpPr/>
      </dsp:nvSpPr>
      <dsp:spPr>
        <a:xfrm>
          <a:off x="4512260" y="1554385"/>
          <a:ext cx="1988105" cy="124256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5245" tIns="36830" rIns="55245" bIns="3683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Fixed / rigid</a:t>
          </a:r>
        </a:p>
      </dsp:txBody>
      <dsp:txXfrm>
        <a:off x="4548654" y="1590779"/>
        <a:ext cx="1915317" cy="1169778"/>
      </dsp:txXfrm>
    </dsp:sp>
    <dsp:sp modelId="{75B89CA9-7ECA-4E10-AF1C-B78BEF2AE3A8}">
      <dsp:nvSpPr>
        <dsp:cNvPr id="0" name=""/>
        <dsp:cNvSpPr/>
      </dsp:nvSpPr>
      <dsp:spPr>
        <a:xfrm>
          <a:off x="4263747" y="1243744"/>
          <a:ext cx="248513" cy="248513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485132"/>
              </a:lnTo>
              <a:lnTo>
                <a:pt x="248513" y="2485132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CBCBECA-B032-48DD-84BF-242659A5A765}">
      <dsp:nvSpPr>
        <dsp:cNvPr id="0" name=""/>
        <dsp:cNvSpPr/>
      </dsp:nvSpPr>
      <dsp:spPr>
        <a:xfrm>
          <a:off x="4512260" y="3107593"/>
          <a:ext cx="1988105" cy="124256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5245" tIns="36830" rIns="55245" bIns="3683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Flexible / Dynamic</a:t>
          </a:r>
        </a:p>
      </dsp:txBody>
      <dsp:txXfrm>
        <a:off x="4548654" y="3143987"/>
        <a:ext cx="1915317" cy="1169778"/>
      </dsp:txXfrm>
    </dsp:sp>
    <dsp:sp modelId="{C3B9206C-0A7B-4529-BC19-7A52DFEEB7AC}">
      <dsp:nvSpPr>
        <dsp:cNvPr id="0" name=""/>
        <dsp:cNvSpPr/>
      </dsp:nvSpPr>
      <dsp:spPr>
        <a:xfrm>
          <a:off x="7121649" y="1178"/>
          <a:ext cx="2485132" cy="124256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1435" tIns="34290" rIns="51435" bIns="3429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Compound Building blocks</a:t>
          </a:r>
        </a:p>
      </dsp:txBody>
      <dsp:txXfrm>
        <a:off x="7158043" y="37572"/>
        <a:ext cx="2412344" cy="1169778"/>
      </dsp:txXfrm>
    </dsp:sp>
    <dsp:sp modelId="{7F83A4BA-A114-4C38-B2AE-956851BE5CAD}">
      <dsp:nvSpPr>
        <dsp:cNvPr id="0" name=""/>
        <dsp:cNvSpPr/>
      </dsp:nvSpPr>
      <dsp:spPr>
        <a:xfrm>
          <a:off x="7370162" y="1243744"/>
          <a:ext cx="248513" cy="93192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31924"/>
              </a:lnTo>
              <a:lnTo>
                <a:pt x="248513" y="931924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E199711-8390-494E-9035-948F9F269B5F}">
      <dsp:nvSpPr>
        <dsp:cNvPr id="0" name=""/>
        <dsp:cNvSpPr/>
      </dsp:nvSpPr>
      <dsp:spPr>
        <a:xfrm>
          <a:off x="7618675" y="1554385"/>
          <a:ext cx="1988105" cy="124256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5245" tIns="36830" rIns="55245" bIns="3683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Data structures</a:t>
          </a:r>
        </a:p>
      </dsp:txBody>
      <dsp:txXfrm>
        <a:off x="7655069" y="1590779"/>
        <a:ext cx="1915317" cy="116977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4534236-C71E-447F-B2B6-E720E391BAA4}">
      <dsp:nvSpPr>
        <dsp:cNvPr id="0" name=""/>
        <dsp:cNvSpPr/>
      </dsp:nvSpPr>
      <dsp:spPr>
        <a:xfrm>
          <a:off x="0" y="448834"/>
          <a:ext cx="6666833" cy="1701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7420" tIns="624840" rIns="517420" bIns="213360" numCol="1" spcCol="1270" anchor="t" anchorCtr="0">
          <a:noAutofit/>
        </a:bodyPr>
        <a:lstStyle/>
        <a:p>
          <a:pPr marL="285750" lvl="1" indent="-285750" algn="l" defTabSz="1333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000" kern="1200"/>
            <a:t>Fixed, contiguous place in memory</a:t>
          </a:r>
        </a:p>
      </dsp:txBody>
      <dsp:txXfrm>
        <a:off x="0" y="448834"/>
        <a:ext cx="6666833" cy="1701000"/>
      </dsp:txXfrm>
    </dsp:sp>
    <dsp:sp modelId="{38C4C2A2-FF91-4AA2-8605-216B0A6660C4}">
      <dsp:nvSpPr>
        <dsp:cNvPr id="0" name=""/>
        <dsp:cNvSpPr/>
      </dsp:nvSpPr>
      <dsp:spPr>
        <a:xfrm>
          <a:off x="333341" y="6034"/>
          <a:ext cx="4666783" cy="88560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Rigid</a:t>
          </a:r>
        </a:p>
      </dsp:txBody>
      <dsp:txXfrm>
        <a:off x="376572" y="49265"/>
        <a:ext cx="4580321" cy="799138"/>
      </dsp:txXfrm>
    </dsp:sp>
    <dsp:sp modelId="{2CA68D83-3D37-4C26-B466-AD7998AD9CED}">
      <dsp:nvSpPr>
        <dsp:cNvPr id="0" name=""/>
        <dsp:cNvSpPr/>
      </dsp:nvSpPr>
      <dsp:spPr>
        <a:xfrm>
          <a:off x="0" y="2754634"/>
          <a:ext cx="6666833" cy="26932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7420" tIns="624840" rIns="517420" bIns="213360" numCol="1" spcCol="1270" anchor="t" anchorCtr="0">
          <a:noAutofit/>
        </a:bodyPr>
        <a:lstStyle/>
        <a:p>
          <a:pPr marL="285750" lvl="1" indent="-285750" algn="l" defTabSz="1333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000" kern="1200"/>
            <a:t>Usually a chain of Nodes</a:t>
          </a:r>
        </a:p>
        <a:p>
          <a:pPr marL="285750" lvl="1" indent="-285750" algn="l" defTabSz="1333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000" kern="1200"/>
            <a:t>Nodes have a fixed size</a:t>
          </a:r>
        </a:p>
        <a:p>
          <a:pPr marL="285750" lvl="1" indent="-285750" algn="l" defTabSz="1333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000" kern="1200"/>
            <a:t>The node-chain can grow indefinitely</a:t>
          </a:r>
        </a:p>
      </dsp:txBody>
      <dsp:txXfrm>
        <a:off x="0" y="2754634"/>
        <a:ext cx="6666833" cy="2693250"/>
      </dsp:txXfrm>
    </dsp:sp>
    <dsp:sp modelId="{DB2923D4-D9AD-4708-9263-5F15DF755CF6}">
      <dsp:nvSpPr>
        <dsp:cNvPr id="0" name=""/>
        <dsp:cNvSpPr/>
      </dsp:nvSpPr>
      <dsp:spPr>
        <a:xfrm>
          <a:off x="333341" y="2311835"/>
          <a:ext cx="4666783" cy="885600"/>
        </a:xfrm>
        <a:prstGeom prst="roundRect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Flexible</a:t>
          </a:r>
        </a:p>
      </dsp:txBody>
      <dsp:txXfrm>
        <a:off x="376572" y="2355066"/>
        <a:ext cx="4580321" cy="79913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1FF1468-8321-4EC8-B74A-02637D09F0A0}">
      <dsp:nvSpPr>
        <dsp:cNvPr id="0" name=""/>
        <dsp:cNvSpPr/>
      </dsp:nvSpPr>
      <dsp:spPr>
        <a:xfrm>
          <a:off x="134291" y="612"/>
          <a:ext cx="4332795" cy="2751325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D496D36-36AC-4328-810C-D033C91CDAF1}">
      <dsp:nvSpPr>
        <dsp:cNvPr id="0" name=""/>
        <dsp:cNvSpPr/>
      </dsp:nvSpPr>
      <dsp:spPr>
        <a:xfrm>
          <a:off x="615713" y="457963"/>
          <a:ext cx="4332795" cy="2751325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/>
            <a:t>Min heap</a:t>
          </a:r>
        </a:p>
      </dsp:txBody>
      <dsp:txXfrm>
        <a:off x="696297" y="538547"/>
        <a:ext cx="4171627" cy="2590157"/>
      </dsp:txXfrm>
    </dsp:sp>
    <dsp:sp modelId="{B60B4683-AD63-4732-9C25-D5EBBCAE7926}">
      <dsp:nvSpPr>
        <dsp:cNvPr id="0" name=""/>
        <dsp:cNvSpPr/>
      </dsp:nvSpPr>
      <dsp:spPr>
        <a:xfrm>
          <a:off x="5429930" y="612"/>
          <a:ext cx="4332795" cy="2751325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FF6B6A5-9155-43F1-9084-056FED313E7B}">
      <dsp:nvSpPr>
        <dsp:cNvPr id="0" name=""/>
        <dsp:cNvSpPr/>
      </dsp:nvSpPr>
      <dsp:spPr>
        <a:xfrm>
          <a:off x="5911352" y="457963"/>
          <a:ext cx="4332795" cy="2751325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/>
            <a:t>Max heap</a:t>
          </a:r>
        </a:p>
      </dsp:txBody>
      <dsp:txXfrm>
        <a:off x="5991936" y="538547"/>
        <a:ext cx="4171627" cy="259015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5EF0568-AAF8-4B64-978E-CC09F0950DBD}">
      <dsp:nvSpPr>
        <dsp:cNvPr id="0" name=""/>
        <dsp:cNvSpPr/>
      </dsp:nvSpPr>
      <dsp:spPr>
        <a:xfrm>
          <a:off x="1283" y="507350"/>
          <a:ext cx="4505585" cy="286104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F4F93FDC-FF36-4CB8-B83A-FAE319D08635}">
      <dsp:nvSpPr>
        <dsp:cNvPr id="0" name=""/>
        <dsp:cNvSpPr/>
      </dsp:nvSpPr>
      <dsp:spPr>
        <a:xfrm>
          <a:off x="501904" y="982940"/>
          <a:ext cx="4505585" cy="286104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05740" tIns="205740" rIns="205740" bIns="205740" numCol="1" spcCol="1270" anchor="ctr" anchorCtr="0">
          <a:noAutofit/>
        </a:bodyPr>
        <a:lstStyle/>
        <a:p>
          <a:pPr marL="0" lvl="0" indent="0" algn="ctr" defTabSz="2400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400" kern="1200"/>
            <a:t>A heap is a </a:t>
          </a:r>
          <a:r>
            <a:rPr lang="en-US" sz="5400" b="1" kern="1200"/>
            <a:t>complete binary tree</a:t>
          </a:r>
          <a:endParaRPr lang="en-US" sz="5400" kern="1200"/>
        </a:p>
      </dsp:txBody>
      <dsp:txXfrm>
        <a:off x="585701" y="1066737"/>
        <a:ext cx="4337991" cy="2693452"/>
      </dsp:txXfrm>
    </dsp:sp>
    <dsp:sp modelId="{4D05F994-4EAB-412D-9558-7779BB3BD38E}">
      <dsp:nvSpPr>
        <dsp:cNvPr id="0" name=""/>
        <dsp:cNvSpPr/>
      </dsp:nvSpPr>
      <dsp:spPr>
        <a:xfrm>
          <a:off x="5508110" y="507350"/>
          <a:ext cx="4505585" cy="286104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B02C84A1-A990-4783-88B3-012F6D667F86}">
      <dsp:nvSpPr>
        <dsp:cNvPr id="0" name=""/>
        <dsp:cNvSpPr/>
      </dsp:nvSpPr>
      <dsp:spPr>
        <a:xfrm>
          <a:off x="6008730" y="982940"/>
          <a:ext cx="4505585" cy="286104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05740" tIns="205740" rIns="205740" bIns="205740" numCol="1" spcCol="1270" anchor="ctr" anchorCtr="0">
          <a:noAutofit/>
        </a:bodyPr>
        <a:lstStyle/>
        <a:p>
          <a:pPr marL="0" lvl="0" indent="0" algn="ctr" defTabSz="2400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400" b="1" kern="1200"/>
            <a:t>“Heapify” </a:t>
          </a:r>
          <a:r>
            <a:rPr lang="en-US" sz="5400" kern="1200"/>
            <a:t>procedure</a:t>
          </a:r>
        </a:p>
      </dsp:txBody>
      <dsp:txXfrm>
        <a:off x="6092527" y="1066737"/>
        <a:ext cx="4337991" cy="269345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6FE9B4-05A6-3064-4DC4-D0BB0952F2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B1F330-3189-90B7-E4DE-8A3F9727A9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DD6F21-DB02-3F44-D674-54C8461593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52C1E-0A75-4E3C-905C-182B2377573E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B48596-C50A-9E2C-AE73-E3B875A368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BA385F-D1A0-10A3-36AC-6626B2C953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DBA653-B556-4894-A6EE-5419825007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9332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D81D14-5202-DF15-2C90-A3D98C357B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837A94-71C1-69F4-D5D6-B627FE7B85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39B400-12C4-9A1D-8B21-C6F63E8F35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52C1E-0A75-4E3C-905C-182B2377573E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687DA1-4F31-169A-0066-BED660CDD9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A6CE48-B5F1-0D4F-3162-32FE892718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DBA653-B556-4894-A6EE-5419825007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1696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FFF82-FE93-0C76-B39F-6E525A8FF2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623401-01AB-D61E-FB7D-45D39BDF13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E83626-2954-2312-77BA-C4729ECFFC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52C1E-0A75-4E3C-905C-182B2377573E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509910-959B-4787-0FBF-177DE4B4F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0619E5-26B6-8744-41F9-50E6D746D9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DBA653-B556-4894-A6EE-5419825007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6069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92910D-8B0F-D6EE-F732-3DDD371F31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1D6566-6FD6-031B-3D2D-1B77490476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4809C5-38E1-C71F-8A6C-E05BB0AB3B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BBD1AD-D9E6-2A12-F59F-DE8F2E11C4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52C1E-0A75-4E3C-905C-182B2377573E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3834C4-A817-8BF0-D6B4-186B30C236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071635-3194-3CC2-F18C-88AC8C651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DBA653-B556-4894-A6EE-5419825007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57368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C8392F-D653-1A23-DB0D-20336C7CAD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B71488-EDA6-B8AE-FC5E-EB5F05F6D5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3903BB-4852-7F90-7C12-12E12D05FC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F821786-F6F7-1641-C38F-889CE994E6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357585-A63B-F680-790D-19E8D33EE20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2A8D41D-B8B4-9B2A-1DFC-C94D08838E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52C1E-0A75-4E3C-905C-182B2377573E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B2DFBD5-D339-1687-975D-AA7B82EF23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39A2055-F3DC-67F5-644D-77873C43C5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DBA653-B556-4894-A6EE-5419825007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58401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F9EF69-785A-8286-F2AD-AE24F5F5BB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402BED-5872-8D13-2533-4CB59618DE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52C1E-0A75-4E3C-905C-182B2377573E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BBE937-6B12-6A28-A548-DF2AC84EE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C8F681-F611-094E-40AE-E5FAAE624E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DBA653-B556-4894-A6EE-5419825007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82404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85A08D-A160-A32B-A1F5-23DC761E9B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52C1E-0A75-4E3C-905C-182B2377573E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1B46FC-305A-4ADA-BABB-CB130CCF9A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984894-B4A2-9481-A50F-59D15644C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DBA653-B556-4894-A6EE-5419825007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2748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2A385-36B9-677E-ACC1-D26627189D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D88338-12D9-04D0-8985-0D86C158FF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3F0A8B-73C0-3452-7701-E6BA81AF9F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9D1C0F-4954-846E-5298-FFA09ADD89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52C1E-0A75-4E3C-905C-182B2377573E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81C3B9-1E02-6C85-A17E-C14B6ED199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AF6313-AF40-3A86-2715-CBF5447A1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DBA653-B556-4894-A6EE-5419825007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0211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4F98A-682E-0314-26E2-CC0EBEF38F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6B1D2F-7E6F-64C4-A482-9231243F452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92F95B-E6B1-E0FB-D689-258E03E890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321BE6-1BC2-4C2F-D604-8CEDA1F9D9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52C1E-0A75-4E3C-905C-182B2377573E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A26400-BC54-BA6A-E00A-A24C115C63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D33934-AECE-1634-1500-B15C1C072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DBA653-B556-4894-A6EE-5419825007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50103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AC3A41-5060-E76D-729D-79359A7FF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4DD020-5C3F-AD81-3A78-9EB86162FA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0DB613-0474-DAA2-B50F-D0E3D31C7B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52C1E-0A75-4E3C-905C-182B2377573E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29463C-6008-2B57-0CBC-2D9247D006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9AC098-FE8D-09B8-94E5-41A9AB064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DBA653-B556-4894-A6EE-5419825007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3658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E5D24A5-8B8B-526B-A5A9-5B63201FFFB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B08D32-9F01-6FB5-105B-06414392BB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F87F31-D57C-235E-4E97-38D1C3B79C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52C1E-0A75-4E3C-905C-182B2377573E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59D47C-B6BD-3220-8C01-2EBB428442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5CE161-1E47-1B71-D908-A20E166721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DBA653-B556-4894-A6EE-5419825007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8057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D6E241-8B2D-ECEF-1744-39FA11751D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C4B584-F076-BFF5-2434-985C49B34C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06BE45-9333-2FDA-D229-BB7F94A5D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41930-F8FC-4542-827E-E504F4750562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49F73C-3050-7F08-0988-E7AEA1F898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BD4AD9-A904-5C5F-CDA1-D8026F121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D1F2-5883-4D86-8C66-99BA3F5E4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02670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95DA2-4849-C734-D90A-A02D0BDBEA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062D88-0BC7-285A-7150-77A3E5324A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B1DFE6-67D6-6929-B0D7-1E50EFDF02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41930-F8FC-4542-827E-E504F4750562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5F74CE-909D-327A-16CE-F8B08425B7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94D6BD-363C-FFDE-0147-FCB593507B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D1F2-5883-4D86-8C66-99BA3F5E4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744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ABFB66-FED5-C23F-A119-5684787157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70F3DC-C4FA-9B3E-0A41-B994BE54A4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FF6593-7605-6B6A-43F8-A75CE3FCA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41930-F8FC-4542-827E-E504F4750562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820ADF-AB69-F8FF-7D51-F02E780111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A14165-98C3-E8F8-9238-5B86EC409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D1F2-5883-4D86-8C66-99BA3F5E4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64375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DAFA95-D666-B294-DAA1-F38D600B42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CD57B3-312E-150E-FAC4-37CAE3F7AE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BD6F15-44BA-54B3-0C6E-93D10704EC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10D678-A6C5-B023-1F27-3F4DF5C9BC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41930-F8FC-4542-827E-E504F4750562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32D8DA-3B85-9DB5-2A7E-64796A3580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4B562F-1AFF-0C90-B6D3-AA0AC2466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D1F2-5883-4D86-8C66-99BA3F5E4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475683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DD3A3E-D984-E5EE-B50B-82D6A146A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1172E0-233A-777A-19F0-886F8F7F83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606BBD-7869-1FA8-E9C2-0F2A5E46C3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7F7557-A959-94A1-6DAA-946B541C0E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A3DB72-1531-44DB-2BB0-1C3A9CCC62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686509-38A8-DEB0-AC4E-60273B6315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41930-F8FC-4542-827E-E504F4750562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8595E2D-3FCE-7663-ADDD-B9D2BABB75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605A61D-0F2E-5F50-3F85-96416B9B6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D1F2-5883-4D86-8C66-99BA3F5E4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51865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0F628-9666-D68E-8925-4C88B845C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7FE773-9442-F217-C0F2-3E90F36E2E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41930-F8FC-4542-827E-E504F4750562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E02FF80-E9B3-F78D-421C-077FDDE08E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9B4EFF-CFDA-40BC-8C59-EF47FC2B5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D1F2-5883-4D86-8C66-99BA3F5E4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134302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E2CD6C-62A6-7807-BCA5-9C954C0365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41930-F8FC-4542-827E-E504F4750562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7D1C279-D75F-759D-4B09-34A8805406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BE702A-5E82-A436-1CF1-AC1A5F1D8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D1F2-5883-4D86-8C66-99BA3F5E4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203501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3255C2-612A-1713-E9F9-C567C49EFE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8C25D3-AC77-BEC9-CAE2-E0B56C6C64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40BF17-72D6-4C5F-63BF-63E09F848F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46480D-1305-DBDC-69F1-7F5788D24B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41930-F8FC-4542-827E-E504F4750562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210CE9-13D7-28C9-516A-5F548EC30B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F8DFF4-9934-70B9-FF5A-14DECC12E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D1F2-5883-4D86-8C66-99BA3F5E4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948297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72A2AC-3BFC-8D13-F061-1D8BA629FB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AE17838-5D5F-1AC4-2AA6-AB201A49864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3A495F-243C-04C6-D8FF-44A21B7A8F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73BC94-BB1D-03FB-0C2A-5A2874C63B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41930-F8FC-4542-827E-E504F4750562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58AE6C-6A78-516D-60F4-3DDC1EBA5C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A5DE6A-457E-2A89-A0BB-5A61AD899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D1F2-5883-4D86-8C66-99BA3F5E4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037613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511E31-AC2E-E027-6BCA-8959DD3737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CD8F0C-E592-BC50-EACE-A200D9D693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70F7BB-297F-7BA6-2B9B-CCB896D23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41930-F8FC-4542-827E-E504F4750562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0FB0D6-482B-29F6-26D6-5EDD7B777E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674FB8-D633-35BA-DDD7-CD6F08599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D1F2-5883-4D86-8C66-99BA3F5E4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995681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EFD6B4B-D467-2CC4-B071-114D099A06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34A8AA-9629-7368-7203-3E2A03E01A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285EF8-CBC7-A453-61F9-476116AF67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41930-F8FC-4542-827E-E504F4750562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FCAA67-64B2-580A-F610-CEBEFC3250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AF326A-582B-1C6F-4791-84ACA5589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D1F2-5883-4D86-8C66-99BA3F5E4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24609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B408D17-E779-6002-3613-2886A43CAF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E4FA12-0172-AD3E-D523-DAB8776BEE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BEDE66-CDD1-47AA-A0FD-801167D9E0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6652C1E-0A75-4E3C-905C-182B2377573E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656DA5-FDBD-2AA1-D0A9-5141DA19C9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C859FF-485D-183E-5076-28D241ABEB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BDBA653-B556-4894-A6EE-5419825007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96866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0DC7DE6-1EEF-DF17-75D8-A6F6D63440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8223C0-1BCC-71E5-EE23-D01197BCAE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231058-303A-EE33-694F-DE56AC03D5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C041930-F8FC-4542-827E-E504F4750562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959B44-5FCF-3438-7C14-156D364CBA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EE7A8B-89D9-BA6F-C698-C50583E759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36D1F2-5883-4D86-8C66-99BA3F5E4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04308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eeksforgeeks.org/dsa/data-types-in-programming/" TargetMode="Externa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sites.duke.edu/writing270_02_ss12021_ecyoung/2021/06/28/data-structures-in-our-everyday-lives-arrays/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rogramiz.com/dsa/heap-data-structure" TargetMode="External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3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3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3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3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6" name="Rectangle 135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CED9A9A-32C5-C019-66BA-65438A784F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3442" y="921715"/>
            <a:ext cx="5163022" cy="2635993"/>
          </a:xfrm>
        </p:spPr>
        <p:txBody>
          <a:bodyPr anchor="b">
            <a:normAutofit/>
          </a:bodyPr>
          <a:lstStyle/>
          <a:p>
            <a:pPr algn="l"/>
            <a:r>
              <a:rPr lang="en-US" sz="4800"/>
              <a:t>Data Structures and Algorithms I.</a:t>
            </a: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BC05CA36-AD6A-4ABF-9A05-52E5A143D2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4022214"/>
            <a:ext cx="12192000" cy="2835786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D4331EE8-85A4-4588-8D9E-70E534D477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4022220"/>
            <a:ext cx="8153398" cy="2835780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49D6C862-61CC-4B46-8080-96583D653B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4022219"/>
            <a:ext cx="12253472" cy="2835781"/>
          </a:xfrm>
          <a:prstGeom prst="rect">
            <a:avLst/>
          </a:prstGeom>
          <a:gradFill>
            <a:gsLst>
              <a:gs pos="3900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72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2F5B50-E332-CBF2-D1A2-66ADD28495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3442" y="4541263"/>
            <a:ext cx="4662957" cy="1395022"/>
          </a:xfrm>
        </p:spPr>
        <p:txBody>
          <a:bodyPr anchor="t">
            <a:normAutofit/>
          </a:bodyPr>
          <a:lstStyle/>
          <a:p>
            <a:pPr algn="l"/>
            <a:r>
              <a:rPr lang="hu-HU" dirty="0">
                <a:solidFill>
                  <a:srgbClr val="FFFFFF"/>
                </a:solidFill>
              </a:rPr>
              <a:t>University of </a:t>
            </a:r>
            <a:r>
              <a:rPr lang="en-US" dirty="0">
                <a:solidFill>
                  <a:srgbClr val="FFFFFF"/>
                </a:solidFill>
              </a:rPr>
              <a:t>Szeged </a:t>
            </a:r>
          </a:p>
          <a:p>
            <a:pPr algn="l"/>
            <a:r>
              <a:rPr lang="en-US" sz="1600" dirty="0">
                <a:solidFill>
                  <a:srgbClr val="FFFFFF"/>
                </a:solidFill>
              </a:rPr>
              <a:t>Robert Nagy</a:t>
            </a:r>
          </a:p>
          <a:p>
            <a:pPr algn="l"/>
            <a:r>
              <a:rPr lang="en-US" dirty="0">
                <a:solidFill>
                  <a:srgbClr val="FFFFFF"/>
                </a:solidFill>
              </a:rPr>
              <a:t>2025/26. Autumn Semester</a:t>
            </a:r>
          </a:p>
          <a:p>
            <a:pPr algn="l"/>
            <a:endParaRPr lang="hu-HU" dirty="0">
              <a:solidFill>
                <a:srgbClr val="FFFFFF"/>
              </a:solidFill>
            </a:endParaRPr>
          </a:p>
        </p:txBody>
      </p:sp>
      <p:pic>
        <p:nvPicPr>
          <p:cNvPr id="6" name="Picture 5" descr="A black and white logo&#10;&#10;AI-generated content may be incorrect.">
            <a:extLst>
              <a:ext uri="{FF2B5EF4-FFF2-40B4-BE49-F238E27FC236}">
                <a16:creationId xmlns:a16="http://schemas.microsoft.com/office/drawing/2014/main" id="{F6E8DA17-1D3B-550A-937D-6AA2C49DC4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" b="3"/>
          <a:stretch>
            <a:fillRect/>
          </a:stretch>
        </p:blipFill>
        <p:spPr>
          <a:xfrm>
            <a:off x="6573907" y="658489"/>
            <a:ext cx="5163022" cy="5163022"/>
          </a:xfrm>
          <a:prstGeom prst="rect">
            <a:avLst/>
          </a:prstGeom>
        </p:spPr>
      </p:pic>
      <p:sp>
        <p:nvSpPr>
          <p:cNvPr id="144" name="Rectangle 143">
            <a:extLst>
              <a:ext uri="{FF2B5EF4-FFF2-40B4-BE49-F238E27FC236}">
                <a16:creationId xmlns:a16="http://schemas.microsoft.com/office/drawing/2014/main" id="{E37EECFC-A684-4391-AE85-4CDAF5565F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6400797"/>
            <a:ext cx="12191998" cy="457203"/>
          </a:xfrm>
          <a:prstGeom prst="rect">
            <a:avLst/>
          </a:prstGeom>
          <a:gradFill>
            <a:gsLst>
              <a:gs pos="0">
                <a:srgbClr val="000000">
                  <a:alpha val="43000"/>
                </a:srgbClr>
              </a:gs>
              <a:gs pos="79000">
                <a:schemeClr val="accent1">
                  <a:lumMod val="75000"/>
                  <a:alpha val="2200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010042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1DD1A8A-57D5-4A81-AD04-532B043C5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midsection of a person holding a miniature house">
            <a:extLst>
              <a:ext uri="{FF2B5EF4-FFF2-40B4-BE49-F238E27FC236}">
                <a16:creationId xmlns:a16="http://schemas.microsoft.com/office/drawing/2014/main" id="{EF66D575-8B3F-68E1-0744-C2B74344C07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383" b="1331"/>
          <a:stretch>
            <a:fillRect/>
          </a:stretch>
        </p:blipFill>
        <p:spPr>
          <a:xfrm>
            <a:off x="-3047" y="10"/>
            <a:ext cx="12191999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07891EC-4501-44ED-A8C8-B11B6DB76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7602"/>
            <a:ext cx="12191999" cy="3162146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5000"/>
                </a:srgbClr>
              </a:gs>
              <a:gs pos="75000">
                <a:srgbClr val="000000">
                  <a:alpha val="15000"/>
                </a:srgbClr>
              </a:gs>
              <a:gs pos="50000">
                <a:srgbClr val="000000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39A63E-7F68-B233-72B3-3D86489474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325550"/>
            <a:ext cx="10058400" cy="357477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200" dirty="0">
                <a:solidFill>
                  <a:srgbClr val="FFFFFF"/>
                </a:solidFill>
              </a:rPr>
              <a:t>Imagine that you’re building a house</a:t>
            </a:r>
          </a:p>
        </p:txBody>
      </p:sp>
    </p:spTree>
    <p:extLst>
      <p:ext uri="{BB962C8B-B14F-4D97-AF65-F5344CB8AC3E}">
        <p14:creationId xmlns:p14="http://schemas.microsoft.com/office/powerpoint/2010/main" val="36093963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1DD1A8A-57D5-4A81-AD04-532B043C5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Draft drawing of a floor plan">
            <a:extLst>
              <a:ext uri="{FF2B5EF4-FFF2-40B4-BE49-F238E27FC236}">
                <a16:creationId xmlns:a16="http://schemas.microsoft.com/office/drawing/2014/main" id="{517E5618-77FE-B396-6AA5-93F54910184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602" b="10877"/>
          <a:stretch>
            <a:fillRect/>
          </a:stretch>
        </p:blipFill>
        <p:spPr>
          <a:xfrm>
            <a:off x="-3047" y="10"/>
            <a:ext cx="12191999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07891EC-4501-44ED-A8C8-B11B6DB76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7602"/>
            <a:ext cx="12191999" cy="3162146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5000"/>
                </a:srgbClr>
              </a:gs>
              <a:gs pos="75000">
                <a:srgbClr val="000000">
                  <a:alpha val="15000"/>
                </a:srgbClr>
              </a:gs>
              <a:gs pos="50000">
                <a:srgbClr val="000000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613D61-89EC-866E-6C45-6C859ACD10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325550"/>
            <a:ext cx="10058400" cy="357477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200" dirty="0">
                <a:solidFill>
                  <a:srgbClr val="FFFFFF"/>
                </a:solidFill>
              </a:rPr>
              <a:t>The blueprint – an algorithm</a:t>
            </a:r>
          </a:p>
        </p:txBody>
      </p:sp>
    </p:spTree>
    <p:extLst>
      <p:ext uri="{BB962C8B-B14F-4D97-AF65-F5344CB8AC3E}">
        <p14:creationId xmlns:p14="http://schemas.microsoft.com/office/powerpoint/2010/main" val="37403883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Metal structure">
            <a:extLst>
              <a:ext uri="{FF2B5EF4-FFF2-40B4-BE49-F238E27FC236}">
                <a16:creationId xmlns:a16="http://schemas.microsoft.com/office/drawing/2014/main" id="{D8646B58-8B32-4B20-36FE-8727880DAA7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6778" b="-2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3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F5AE12-A420-C91B-A6E5-987B361998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1" y="1122363"/>
            <a:ext cx="402336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dirty="0">
                <a:solidFill>
                  <a:schemeClr val="bg1"/>
                </a:solidFill>
              </a:rPr>
              <a:t>The materials – provide the structure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705090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66B332A4-D438-4773-A77F-5ED49A448D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53768" y="0"/>
            <a:ext cx="8284464" cy="6858000"/>
          </a:xfrm>
          <a:custGeom>
            <a:avLst/>
            <a:gdLst>
              <a:gd name="connsiteX0" fmla="*/ 1818109 w 8284464"/>
              <a:gd name="connsiteY0" fmla="*/ 0 h 6858000"/>
              <a:gd name="connsiteX1" fmla="*/ 6466355 w 8284464"/>
              <a:gd name="connsiteY1" fmla="*/ 0 h 6858000"/>
              <a:gd name="connsiteX2" fmla="*/ 6620596 w 8284464"/>
              <a:gd name="connsiteY2" fmla="*/ 109683 h 6858000"/>
              <a:gd name="connsiteX3" fmla="*/ 8284464 w 8284464"/>
              <a:gd name="connsiteY3" fmla="*/ 3429000 h 6858000"/>
              <a:gd name="connsiteX4" fmla="*/ 6620596 w 8284464"/>
              <a:gd name="connsiteY4" fmla="*/ 6748318 h 6858000"/>
              <a:gd name="connsiteX5" fmla="*/ 6466355 w 8284464"/>
              <a:gd name="connsiteY5" fmla="*/ 6858000 h 6858000"/>
              <a:gd name="connsiteX6" fmla="*/ 1818109 w 8284464"/>
              <a:gd name="connsiteY6" fmla="*/ 6858000 h 6858000"/>
              <a:gd name="connsiteX7" fmla="*/ 1663869 w 8284464"/>
              <a:gd name="connsiteY7" fmla="*/ 6748318 h 6858000"/>
              <a:gd name="connsiteX8" fmla="*/ 0 w 8284464"/>
              <a:gd name="connsiteY8" fmla="*/ 3429000 h 6858000"/>
              <a:gd name="connsiteX9" fmla="*/ 1663869 w 8284464"/>
              <a:gd name="connsiteY9" fmla="*/ 10968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284464" h="6858000">
                <a:moveTo>
                  <a:pt x="1818109" y="0"/>
                </a:moveTo>
                <a:lnTo>
                  <a:pt x="6466355" y="0"/>
                </a:lnTo>
                <a:lnTo>
                  <a:pt x="6620596" y="109683"/>
                </a:lnTo>
                <a:cubicBezTo>
                  <a:pt x="7630666" y="865069"/>
                  <a:pt x="8284464" y="2070683"/>
                  <a:pt x="8284464" y="3429000"/>
                </a:cubicBezTo>
                <a:cubicBezTo>
                  <a:pt x="8284464" y="4787317"/>
                  <a:pt x="7630666" y="5992931"/>
                  <a:pt x="6620596" y="6748318"/>
                </a:cubicBezTo>
                <a:lnTo>
                  <a:pt x="6466355" y="6858000"/>
                </a:lnTo>
                <a:lnTo>
                  <a:pt x="1818109" y="6858000"/>
                </a:lnTo>
                <a:lnTo>
                  <a:pt x="1663869" y="6748318"/>
                </a:lnTo>
                <a:cubicBezTo>
                  <a:pt x="653798" y="5992931"/>
                  <a:pt x="0" y="4787317"/>
                  <a:pt x="0" y="3429000"/>
                </a:cubicBezTo>
                <a:cubicBezTo>
                  <a:pt x="0" y="2070683"/>
                  <a:pt x="653798" y="865069"/>
                  <a:pt x="1663869" y="109683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DF9AD32D-FF05-44F4-BD4D-9CEE89B71E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18360" y="0"/>
            <a:ext cx="7955280" cy="6858000"/>
          </a:xfrm>
          <a:custGeom>
            <a:avLst/>
            <a:gdLst>
              <a:gd name="connsiteX0" fmla="*/ 1962423 w 7955280"/>
              <a:gd name="connsiteY0" fmla="*/ 0 h 6858000"/>
              <a:gd name="connsiteX1" fmla="*/ 5992858 w 7955280"/>
              <a:gd name="connsiteY1" fmla="*/ 0 h 6858000"/>
              <a:gd name="connsiteX2" fmla="*/ 6040191 w 7955280"/>
              <a:gd name="connsiteY2" fmla="*/ 27216 h 6858000"/>
              <a:gd name="connsiteX3" fmla="*/ 7955280 w 7955280"/>
              <a:gd name="connsiteY3" fmla="*/ 3429000 h 6858000"/>
              <a:gd name="connsiteX4" fmla="*/ 6040191 w 7955280"/>
              <a:gd name="connsiteY4" fmla="*/ 6830784 h 6858000"/>
              <a:gd name="connsiteX5" fmla="*/ 5992858 w 7955280"/>
              <a:gd name="connsiteY5" fmla="*/ 6858000 h 6858000"/>
              <a:gd name="connsiteX6" fmla="*/ 1962423 w 7955280"/>
              <a:gd name="connsiteY6" fmla="*/ 6858000 h 6858000"/>
              <a:gd name="connsiteX7" fmla="*/ 1915089 w 7955280"/>
              <a:gd name="connsiteY7" fmla="*/ 6830784 h 6858000"/>
              <a:gd name="connsiteX8" fmla="*/ 0 w 7955280"/>
              <a:gd name="connsiteY8" fmla="*/ 3429000 h 6858000"/>
              <a:gd name="connsiteX9" fmla="*/ 1915089 w 7955280"/>
              <a:gd name="connsiteY9" fmla="*/ 2721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955280" h="6858000">
                <a:moveTo>
                  <a:pt x="1962423" y="0"/>
                </a:moveTo>
                <a:lnTo>
                  <a:pt x="5992858" y="0"/>
                </a:lnTo>
                <a:lnTo>
                  <a:pt x="6040191" y="27216"/>
                </a:lnTo>
                <a:cubicBezTo>
                  <a:pt x="7188332" y="724844"/>
                  <a:pt x="7955280" y="1987357"/>
                  <a:pt x="7955280" y="3429000"/>
                </a:cubicBezTo>
                <a:cubicBezTo>
                  <a:pt x="7955280" y="4870644"/>
                  <a:pt x="7188332" y="6133157"/>
                  <a:pt x="6040191" y="6830784"/>
                </a:cubicBezTo>
                <a:lnTo>
                  <a:pt x="5992858" y="6858000"/>
                </a:lnTo>
                <a:lnTo>
                  <a:pt x="1962423" y="6858000"/>
                </a:lnTo>
                <a:lnTo>
                  <a:pt x="1915089" y="6830784"/>
                </a:lnTo>
                <a:cubicBezTo>
                  <a:pt x="766948" y="6133157"/>
                  <a:pt x="0" y="4870644"/>
                  <a:pt x="0" y="3429000"/>
                </a:cubicBezTo>
                <a:cubicBezTo>
                  <a:pt x="0" y="1987357"/>
                  <a:pt x="766948" y="724844"/>
                  <a:pt x="1915089" y="27216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AF1B31-DCD9-471A-5D4B-6A0A5C6B52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5631" y="1441938"/>
            <a:ext cx="7080738" cy="397412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54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Even if the </a:t>
            </a:r>
            <a:r>
              <a:rPr lang="en-US" sz="5400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blueprint </a:t>
            </a:r>
            <a:r>
              <a:rPr lang="en-US" sz="54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is </a:t>
            </a:r>
            <a:r>
              <a:rPr lang="en-US" sz="5400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flawless</a:t>
            </a:r>
            <a:r>
              <a:rPr lang="en-US" sz="54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, </a:t>
            </a:r>
            <a:r>
              <a:rPr lang="en-US" sz="5400" i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low-quality materials </a:t>
            </a:r>
            <a:r>
              <a:rPr lang="en-US" sz="54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can make the </a:t>
            </a:r>
            <a:r>
              <a:rPr lang="en-US" sz="5400" i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house collapse </a:t>
            </a:r>
            <a:r>
              <a:rPr lang="en-US" sz="54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early.</a:t>
            </a:r>
          </a:p>
        </p:txBody>
      </p:sp>
    </p:spTree>
    <p:extLst>
      <p:ext uri="{BB962C8B-B14F-4D97-AF65-F5344CB8AC3E}">
        <p14:creationId xmlns:p14="http://schemas.microsoft.com/office/powerpoint/2010/main" val="200041612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1DD1A8A-57D5-4A81-AD04-532B043C5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Light blue 3D cubes suspended on the air with a dark blue 3D cube on the surface">
            <a:extLst>
              <a:ext uri="{FF2B5EF4-FFF2-40B4-BE49-F238E27FC236}">
                <a16:creationId xmlns:a16="http://schemas.microsoft.com/office/drawing/2014/main" id="{1686257A-77E0-E9F7-F9F9-C73E67D9612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-3047" y="10"/>
            <a:ext cx="12191999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07891EC-4501-44ED-A8C8-B11B6DB76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7602"/>
            <a:ext cx="12191999" cy="3162146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5000"/>
                </a:srgbClr>
              </a:gs>
              <a:gs pos="75000">
                <a:srgbClr val="000000">
                  <a:alpha val="15000"/>
                </a:srgbClr>
              </a:gs>
              <a:gs pos="50000">
                <a:srgbClr val="000000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76C815B-1205-C5FB-43DA-E511B31DAD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325550"/>
            <a:ext cx="10058400" cy="357477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200" b="1" dirty="0">
                <a:solidFill>
                  <a:srgbClr val="FFFFFF"/>
                </a:solidFill>
                <a:highlight>
                  <a:srgbClr val="000000"/>
                </a:highlight>
              </a:rPr>
              <a:t>Data - the building blocks for software</a:t>
            </a:r>
          </a:p>
        </p:txBody>
      </p:sp>
    </p:spTree>
    <p:extLst>
      <p:ext uri="{BB962C8B-B14F-4D97-AF65-F5344CB8AC3E}">
        <p14:creationId xmlns:p14="http://schemas.microsoft.com/office/powerpoint/2010/main" val="18362618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DC692E-2B09-E63D-90C2-78DF7DE65F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Building metaphor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B849352-3D2A-C815-8639-2EB2E2C3D83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40205918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39721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8CC7AB-5CF9-16A8-D4A7-9EA77AF0B7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Primitive data types – fixed size in memory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5C542E-543A-80CA-1B22-628A2AAF94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</a:t>
            </a:r>
          </a:p>
          <a:p>
            <a:r>
              <a:rPr lang="en-US" dirty="0"/>
              <a:t>Float, Double</a:t>
            </a:r>
          </a:p>
          <a:p>
            <a:r>
              <a:rPr lang="en-US" dirty="0"/>
              <a:t>Char</a:t>
            </a:r>
          </a:p>
          <a:p>
            <a:r>
              <a:rPr lang="en-US" dirty="0"/>
              <a:t>Boolean</a:t>
            </a:r>
          </a:p>
          <a:p>
            <a:r>
              <a:rPr lang="en-US" dirty="0"/>
              <a:t>Pointer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B5736E8-D109-51E8-07C8-D2BCCCDA51F4}"/>
              </a:ext>
            </a:extLst>
          </p:cNvPr>
          <p:cNvSpPr txBox="1"/>
          <p:nvPr/>
        </p:nvSpPr>
        <p:spPr>
          <a:xfrm>
            <a:off x="1200150" y="5429250"/>
            <a:ext cx="656743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2"/>
              </a:rPr>
              <a:t>https://www.geeksforgeeks.org/dsa/data-types-in-programming/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81424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8A9757-F36A-BF90-43C4-51E636A8BF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1E0AD1-832D-8CA7-1073-4BC905762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Compound data types – fixed size in memory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C8FDEA-E807-81A8-5B75-EE00964A2C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Objects (Class instances)</a:t>
            </a:r>
          </a:p>
          <a:p>
            <a:r>
              <a:rPr lang="en-US" dirty="0"/>
              <a:t>ANSI C specific:</a:t>
            </a:r>
          </a:p>
          <a:p>
            <a:pPr lvl="1"/>
            <a:r>
              <a:rPr lang="en-US" dirty="0"/>
              <a:t>Struct</a:t>
            </a:r>
          </a:p>
          <a:p>
            <a:pPr lvl="1"/>
            <a:r>
              <a:rPr lang="en-US" dirty="0"/>
              <a:t>Union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99370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A5C109E-8061-8B8B-AB33-A7A83CE7BB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6DCC606-7EB6-3386-63AB-DB555D42F5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Material types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0E18900-F68B-FB19-1D72-30B1D73F0E7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11425327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456597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45F4A4-758C-9E7B-58F0-4196F0BB5D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Array – contiguous memory addresses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D8D087D2-1D09-DF5F-C8BB-470CD8A7C72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466385"/>
            <a:ext cx="6924130" cy="5026490"/>
          </a:xfr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BA94A9E-555E-C91D-8A3E-30C8F8B17EF5}"/>
              </a:ext>
            </a:extLst>
          </p:cNvPr>
          <p:cNvSpPr txBox="1"/>
          <p:nvPr/>
        </p:nvSpPr>
        <p:spPr>
          <a:xfrm>
            <a:off x="8169320" y="3013501"/>
            <a:ext cx="277749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Array that stores 32-bit integers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D7723AE-4503-9AF9-EBE4-6AD341415BF2}"/>
              </a:ext>
            </a:extLst>
          </p:cNvPr>
          <p:cNvSpPr txBox="1"/>
          <p:nvPr/>
        </p:nvSpPr>
        <p:spPr>
          <a:xfrm>
            <a:off x="355037" y="6366510"/>
            <a:ext cx="1148192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3"/>
              </a:rPr>
              <a:t>https://sites.duke.edu/writing270_02_ss12021_ecyoung/2021/06/28/data-structures-in-our-everyday-lives-arrays/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13128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79CEB3-FD25-0684-4FCB-157DD5034B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0" y="762001"/>
            <a:ext cx="5334197" cy="1708242"/>
          </a:xfrm>
        </p:spPr>
        <p:txBody>
          <a:bodyPr anchor="ctr">
            <a:normAutofit/>
          </a:bodyPr>
          <a:lstStyle/>
          <a:p>
            <a:r>
              <a:rPr lang="en-US" sz="4000"/>
              <a:t>Pointer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DDED0F-857C-6A2F-4FA9-988538AD37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0" y="2470244"/>
            <a:ext cx="5334197" cy="3769835"/>
          </a:xfrm>
        </p:spPr>
        <p:txBody>
          <a:bodyPr anchor="ctr">
            <a:normAutofit/>
          </a:bodyPr>
          <a:lstStyle/>
          <a:p>
            <a:r>
              <a:rPr lang="en-US" sz="2000" dirty="0"/>
              <a:t>A variable that stores a memory address</a:t>
            </a:r>
          </a:p>
          <a:p>
            <a:r>
              <a:rPr lang="en-US" sz="2000" dirty="0"/>
              <a:t>A memory address is just a number </a:t>
            </a:r>
          </a:p>
        </p:txBody>
      </p:sp>
      <p:pic>
        <p:nvPicPr>
          <p:cNvPr id="14" name="Picture 13" descr="Electronic circuit board">
            <a:extLst>
              <a:ext uri="{FF2B5EF4-FFF2-40B4-BE49-F238E27FC236}">
                <a16:creationId xmlns:a16="http://schemas.microsoft.com/office/drawing/2014/main" id="{D3FF3A6A-8100-BABE-15F9-36CEF2F6A52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9997" r="8166" b="-1"/>
          <a:stretch>
            <a:fillRect/>
          </a:stretch>
        </p:blipFill>
        <p:spPr>
          <a:xfrm>
            <a:off x="6857797" y="-10886"/>
            <a:ext cx="5334204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729122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859510-F992-A9BF-4306-D6500E7C60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Nodes with pointers to other nodes</a:t>
            </a:r>
          </a:p>
        </p:txBody>
      </p:sp>
      <p:pic>
        <p:nvPicPr>
          <p:cNvPr id="5" name="Content Placeholder 4" descr="A diagram of a block diagram&#10;&#10;AI-generated content may be incorrect.">
            <a:extLst>
              <a:ext uri="{FF2B5EF4-FFF2-40B4-BE49-F238E27FC236}">
                <a16:creationId xmlns:a16="http://schemas.microsoft.com/office/drawing/2014/main" id="{814C0D28-67E6-1695-7FD5-C45F35DB78D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778" y="2006922"/>
            <a:ext cx="11338704" cy="2844156"/>
          </a:xfrm>
        </p:spPr>
      </p:pic>
    </p:spTree>
    <p:extLst>
      <p:ext uri="{BB962C8B-B14F-4D97-AF65-F5344CB8AC3E}">
        <p14:creationId xmlns:p14="http://schemas.microsoft.com/office/powerpoint/2010/main" val="42573206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FFD48BC7-DC40-47DE-87EE-9F4B6ECB9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9" name="Freeform: Shape 8">
            <a:extLst>
              <a:ext uri="{FF2B5EF4-FFF2-40B4-BE49-F238E27FC236}">
                <a16:creationId xmlns:a16="http://schemas.microsoft.com/office/drawing/2014/main" id="{E502BBC7-2C76-46F3-BC24-5985BC13D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4425" y="0"/>
            <a:ext cx="9963150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139700" sx="102000" sy="102000" algn="ctr" rotWithShape="0">
              <a:schemeClr val="bg1">
                <a:lumMod val="85000"/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7F28D52-2A5F-4D23-81AE-7CB8B591C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1664" y="0"/>
            <a:ext cx="9948672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9893538-63E5-0CDA-191D-E1B77711CF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3" y="1999615"/>
            <a:ext cx="9144000" cy="276402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7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Data Structures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629484E-3792-4B3D-89AD-7C8A1ED0E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0" y="5524786"/>
            <a:ext cx="4754880" cy="27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838259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8AC6C6-EB54-F677-495C-94EA8F4B99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The Stack - LIFO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E877C97-FC81-1197-FB5F-255D1E5C08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225" y="1997661"/>
            <a:ext cx="11327549" cy="4389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21421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649A0F-7086-A3D6-CFD7-87737727F0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77D79F-5311-BF60-00AE-7F9318824C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Usage - 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6F9CF0-6224-BD4A-97D2-20081FA3E6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Recursion –</a:t>
            </a:r>
          </a:p>
          <a:p>
            <a:pPr lvl="1"/>
            <a:r>
              <a:rPr lang="en-US" dirty="0"/>
              <a:t>Transforming recursive code into iterative code</a:t>
            </a:r>
          </a:p>
          <a:p>
            <a:pPr lvl="1"/>
            <a:r>
              <a:rPr lang="en-US" dirty="0"/>
              <a:t>Call stack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7076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7A4FF-F868-0934-FB61-F6F07FFF0E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Usage - 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BDFD0E-08E5-BCD3-F7EF-45E82F1EE8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Recursion –</a:t>
            </a:r>
          </a:p>
          <a:p>
            <a:pPr lvl="1"/>
            <a:r>
              <a:rPr lang="en-US" dirty="0"/>
              <a:t>Transforming recursive code into iterative code</a:t>
            </a:r>
          </a:p>
          <a:p>
            <a:pPr lvl="1"/>
            <a:r>
              <a:rPr lang="en-US" dirty="0"/>
              <a:t>Call stack</a:t>
            </a:r>
          </a:p>
          <a:p>
            <a:r>
              <a:rPr lang="en-US" dirty="0"/>
              <a:t>Backtracking algorithms</a:t>
            </a:r>
          </a:p>
          <a:p>
            <a:pPr lvl="1"/>
            <a:r>
              <a:rPr lang="en-US" dirty="0"/>
              <a:t>Maze solvers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66489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988E7B-5571-62D3-C4D4-ED7A33A73E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FF5CB7-DB3D-7704-9E75-54FE5B7F2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Usage - 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0A8783-BF70-711A-7857-024BC6C2B1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Recursion –</a:t>
            </a:r>
          </a:p>
          <a:p>
            <a:pPr lvl="1"/>
            <a:r>
              <a:rPr lang="en-US" dirty="0"/>
              <a:t>Transforming recursive code into iterative code</a:t>
            </a:r>
          </a:p>
          <a:p>
            <a:pPr lvl="1"/>
            <a:r>
              <a:rPr lang="en-US" dirty="0"/>
              <a:t>Call stack</a:t>
            </a:r>
          </a:p>
          <a:p>
            <a:r>
              <a:rPr lang="en-US" dirty="0"/>
              <a:t>Backtracking algorithms</a:t>
            </a:r>
          </a:p>
          <a:p>
            <a:pPr lvl="1"/>
            <a:r>
              <a:rPr lang="en-US" dirty="0"/>
              <a:t>Maze solvers</a:t>
            </a:r>
          </a:p>
          <a:p>
            <a:r>
              <a:rPr lang="en-US" dirty="0"/>
              <a:t>Undo/Redo operation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3863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8B023A-D7DA-022F-3FE2-E3AD267631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98314D-1F1A-7685-5BB5-066467450C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Usage - 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AD13F8-A6F8-81E8-868C-450CC20F16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Recursion –</a:t>
            </a:r>
          </a:p>
          <a:p>
            <a:pPr lvl="1"/>
            <a:r>
              <a:rPr lang="en-US" dirty="0"/>
              <a:t>Transforming recursive code into iterative code</a:t>
            </a:r>
          </a:p>
          <a:p>
            <a:pPr lvl="1"/>
            <a:r>
              <a:rPr lang="en-US" dirty="0"/>
              <a:t>Call stack</a:t>
            </a:r>
          </a:p>
          <a:p>
            <a:r>
              <a:rPr lang="en-US" dirty="0"/>
              <a:t>Backtracking algorithms</a:t>
            </a:r>
          </a:p>
          <a:p>
            <a:pPr lvl="1"/>
            <a:r>
              <a:rPr lang="en-US" dirty="0"/>
              <a:t>Maze solvers</a:t>
            </a:r>
          </a:p>
          <a:p>
            <a:r>
              <a:rPr lang="en-US" dirty="0"/>
              <a:t>Undo/Redo operation</a:t>
            </a:r>
          </a:p>
          <a:p>
            <a:r>
              <a:rPr lang="en-US" dirty="0"/>
              <a:t>Navigation in web browsers and web apps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19710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95D5B4-82E7-792A-3D8C-D556DDEB91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CF0E9A5-305F-494A-92A1-EC4F660E07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D04004A-B288-E76E-1E17-9E016DE372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0982FF5-B849-A38A-325C-179DD957CA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8BF105-D261-7E5E-918A-028D68E426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A2D7C9-8EC8-1C18-FBF4-A533ABC173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The Queue - FIFO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702AEFD-156D-23CE-BC2F-2D25871E4C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32225" y="1997661"/>
            <a:ext cx="11327549" cy="4389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50388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213BE6-2C46-FA1C-F8CC-DC4A33360E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Usage - 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8989F5-EC4A-C1AB-B34B-664416ABE2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Operating systems</a:t>
            </a:r>
          </a:p>
          <a:p>
            <a:pPr lvl="1"/>
            <a:r>
              <a:rPr lang="en-US" dirty="0"/>
              <a:t>Task scheduling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82794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8793DE-532D-4F42-6997-CBC37A48FD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CFB7E1-D3CC-1301-7300-12534F356F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Usage - 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2B65AC-A3EC-02BD-B89B-1C729FD808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Operating systems</a:t>
            </a:r>
          </a:p>
          <a:p>
            <a:pPr lvl="1"/>
            <a:r>
              <a:rPr lang="en-US" dirty="0"/>
              <a:t>Task scheduling</a:t>
            </a:r>
          </a:p>
          <a:p>
            <a:r>
              <a:rPr lang="en-US" dirty="0"/>
              <a:t>Network routers and switches</a:t>
            </a:r>
          </a:p>
          <a:p>
            <a:pPr lvl="1"/>
            <a:r>
              <a:rPr lang="en-US" dirty="0"/>
              <a:t>Data packet management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669881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96CF28-4291-5679-DC2A-FA582597A1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022D27-35FE-1EBC-3579-C533C00678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Usage - 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BD9500-DB48-5EEC-A7FD-A4D94E0E5F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Operating systems</a:t>
            </a:r>
          </a:p>
          <a:p>
            <a:pPr lvl="1"/>
            <a:r>
              <a:rPr lang="en-US" dirty="0"/>
              <a:t>Task scheduling</a:t>
            </a:r>
          </a:p>
          <a:p>
            <a:r>
              <a:rPr lang="en-US" dirty="0"/>
              <a:t>Network routers and switches</a:t>
            </a:r>
          </a:p>
          <a:p>
            <a:pPr lvl="1"/>
            <a:r>
              <a:rPr lang="en-US" dirty="0"/>
              <a:t>Data packet management</a:t>
            </a:r>
          </a:p>
          <a:p>
            <a:r>
              <a:rPr lang="en-US" dirty="0"/>
              <a:t>Printers</a:t>
            </a:r>
          </a:p>
          <a:p>
            <a:r>
              <a:rPr lang="en-US" dirty="0"/>
              <a:t>Customer service systems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267505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E6FDEC-7FD1-FC3B-2CCA-A2BF91F4A4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Exercises</a:t>
            </a:r>
          </a:p>
        </p:txBody>
      </p:sp>
      <p:pic>
        <p:nvPicPr>
          <p:cNvPr id="6" name="Graphic 5" descr="Teacher">
            <a:extLst>
              <a:ext uri="{FF2B5EF4-FFF2-40B4-BE49-F238E27FC236}">
                <a16:creationId xmlns:a16="http://schemas.microsoft.com/office/drawing/2014/main" id="{60017B7F-FB9E-A07E-8F6E-4AB63EFA44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69919" y="1966293"/>
            <a:ext cx="4452160" cy="4452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98308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A41B51-A69A-34B2-783A-A745B686CA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 following data stream arrives: 1, 6, 8, 13, 42, 7, 4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Build a queue, starting with the first element, moving left to right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Dequeue all the elements one by one, and push them onto a stack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Pop all elements from the stack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634272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976253-71D7-0464-3B0C-9C3FAE6198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Linked List</a:t>
            </a:r>
          </a:p>
        </p:txBody>
      </p:sp>
      <p:pic>
        <p:nvPicPr>
          <p:cNvPr id="5" name="Content Placeholder 4" descr="A diagram of a network&#10;&#10;AI-generated content may be incorrect.">
            <a:extLst>
              <a:ext uri="{FF2B5EF4-FFF2-40B4-BE49-F238E27FC236}">
                <a16:creationId xmlns:a16="http://schemas.microsoft.com/office/drawing/2014/main" id="{FE4E73B6-E83C-2BCF-CDEB-5EA670DE8C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536" y="1966293"/>
            <a:ext cx="10858927" cy="4452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990368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5B31AC-47F6-7FC8-0ADA-8911740C53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8557" y="1138036"/>
            <a:ext cx="5444382" cy="1402470"/>
          </a:xfrm>
        </p:spPr>
        <p:txBody>
          <a:bodyPr anchor="t">
            <a:normAutofit/>
          </a:bodyPr>
          <a:lstStyle/>
          <a:p>
            <a:r>
              <a:rPr lang="en-US" sz="4000" dirty="0"/>
              <a:t>Binary heap</a:t>
            </a:r>
          </a:p>
        </p:txBody>
      </p:sp>
      <p:pic>
        <p:nvPicPr>
          <p:cNvPr id="5" name="Picture 4" descr="A network formed by white dots">
            <a:extLst>
              <a:ext uri="{FF2B5EF4-FFF2-40B4-BE49-F238E27FC236}">
                <a16:creationId xmlns:a16="http://schemas.microsoft.com/office/drawing/2014/main" id="{7EA1904F-A458-343F-5D09-122A1E4ED28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2164" r="-1" b="-1"/>
          <a:stretch>
            <a:fillRect/>
          </a:stretch>
        </p:blipFill>
        <p:spPr>
          <a:xfrm>
            <a:off x="-1" y="10"/>
            <a:ext cx="5151179" cy="6857990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503BFE4-729B-D9D0-C17B-501E6AF112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971697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7AE7E4C8-519D-80A1-A21C-EC6082EAF13C}"/>
              </a:ext>
            </a:extLst>
          </p:cNvPr>
          <p:cNvSpPr txBox="1"/>
          <p:nvPr/>
        </p:nvSpPr>
        <p:spPr>
          <a:xfrm>
            <a:off x="5267979" y="5535298"/>
            <a:ext cx="66920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Read more: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  <a:hlinkClick r:id="rId3"/>
              </a:rPr>
              <a:t>https://www.programiz.com/dsa/heap-data-structure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411857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0868E0-2E6A-01FE-CE8E-4736D9007F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10173010" cy="1554480"/>
          </a:xfrm>
        </p:spPr>
        <p:txBody>
          <a:bodyPr anchor="ctr">
            <a:normAutofit/>
          </a:bodyPr>
          <a:lstStyle/>
          <a:p>
            <a:r>
              <a:rPr lang="en-US" sz="4800" dirty="0"/>
              <a:t>2 Types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9EBEB2C-E11C-B34B-DA70-7CBBFB7DDF9E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904602" y="3017519"/>
          <a:ext cx="10378440" cy="32099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4862015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9E5786F-120D-8645-04EA-2ED95A4C2E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Max heap</a:t>
            </a:r>
          </a:p>
        </p:txBody>
      </p:sp>
      <p:pic>
        <p:nvPicPr>
          <p:cNvPr id="5" name="Content Placeholder 4" descr="A diagram of numbers and circles&#10;&#10;AI-generated content may be incorrect.">
            <a:extLst>
              <a:ext uri="{FF2B5EF4-FFF2-40B4-BE49-F238E27FC236}">
                <a16:creationId xmlns:a16="http://schemas.microsoft.com/office/drawing/2014/main" id="{2C604634-B899-2DAD-EC7B-80D464A873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7594" y="467208"/>
            <a:ext cx="7115415" cy="5923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37609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83EAFF-D179-C12E-2D91-13F459634F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Min heap</a:t>
            </a:r>
          </a:p>
        </p:txBody>
      </p:sp>
      <p:pic>
        <p:nvPicPr>
          <p:cNvPr id="5" name="Content Placeholder 4" descr="A diagram of numbers and circles&#10;&#10;AI-generated content may be incorrect.">
            <a:extLst>
              <a:ext uri="{FF2B5EF4-FFF2-40B4-BE49-F238E27FC236}">
                <a16:creationId xmlns:a16="http://schemas.microsoft.com/office/drawing/2014/main" id="{FF98E7FA-7482-2E1E-C6D0-D8185717B40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2428" y="665151"/>
            <a:ext cx="7225748" cy="5527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86581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blurry blue and yellow lights&#10;&#10;AI-generated content may be incorrect.">
            <a:extLst>
              <a:ext uri="{FF2B5EF4-FFF2-40B4-BE49-F238E27FC236}">
                <a16:creationId xmlns:a16="http://schemas.microsoft.com/office/drawing/2014/main" id="{A7943CF6-873B-A066-04A3-F0D46E799A92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25000"/>
          </a:blip>
          <a:srcRect b="1573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67E2F95-AFF5-A135-0316-87C61E92DC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/>
              <a:t>Heap properties &amp; functions</a:t>
            </a:r>
            <a:endParaRPr lang="en-US" dirty="0"/>
          </a:p>
        </p:txBody>
      </p:sp>
      <p:graphicFrame>
        <p:nvGraphicFramePr>
          <p:cNvPr id="7" name="Content Placeholder 4">
            <a:extLst>
              <a:ext uri="{FF2B5EF4-FFF2-40B4-BE49-F238E27FC236}">
                <a16:creationId xmlns:a16="http://schemas.microsoft.com/office/drawing/2014/main" id="{F12C440E-6CB9-9BEE-159F-A6C2ABCEF74E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7974905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D16B554-0A08-0ADC-BE52-8E6A2F23CF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17576"/>
            <a:ext cx="10909640" cy="124939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Heapify</a:t>
            </a:r>
          </a:p>
        </p:txBody>
      </p:sp>
      <p:sp>
        <p:nvSpPr>
          <p:cNvPr id="21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1733454"/>
            <a:ext cx="4572000" cy="18288"/>
          </a:xfrm>
          <a:custGeom>
            <a:avLst/>
            <a:gdLst>
              <a:gd name="connsiteX0" fmla="*/ 0 w 4572000"/>
              <a:gd name="connsiteY0" fmla="*/ 0 h 18288"/>
              <a:gd name="connsiteX1" fmla="*/ 515983 w 4572000"/>
              <a:gd name="connsiteY1" fmla="*/ 0 h 18288"/>
              <a:gd name="connsiteX2" fmla="*/ 1031966 w 4572000"/>
              <a:gd name="connsiteY2" fmla="*/ 0 h 18288"/>
              <a:gd name="connsiteX3" fmla="*/ 1639389 w 4572000"/>
              <a:gd name="connsiteY3" fmla="*/ 0 h 18288"/>
              <a:gd name="connsiteX4" fmla="*/ 2383971 w 4572000"/>
              <a:gd name="connsiteY4" fmla="*/ 0 h 18288"/>
              <a:gd name="connsiteX5" fmla="*/ 2945674 w 4572000"/>
              <a:gd name="connsiteY5" fmla="*/ 0 h 18288"/>
              <a:gd name="connsiteX6" fmla="*/ 3507377 w 4572000"/>
              <a:gd name="connsiteY6" fmla="*/ 0 h 18288"/>
              <a:gd name="connsiteX7" fmla="*/ 4572000 w 4572000"/>
              <a:gd name="connsiteY7" fmla="*/ 0 h 18288"/>
              <a:gd name="connsiteX8" fmla="*/ 4572000 w 4572000"/>
              <a:gd name="connsiteY8" fmla="*/ 18288 h 18288"/>
              <a:gd name="connsiteX9" fmla="*/ 3873137 w 4572000"/>
              <a:gd name="connsiteY9" fmla="*/ 18288 h 18288"/>
              <a:gd name="connsiteX10" fmla="*/ 3311434 w 4572000"/>
              <a:gd name="connsiteY10" fmla="*/ 18288 h 18288"/>
              <a:gd name="connsiteX11" fmla="*/ 2749731 w 4572000"/>
              <a:gd name="connsiteY11" fmla="*/ 18288 h 18288"/>
              <a:gd name="connsiteX12" fmla="*/ 2050869 w 4572000"/>
              <a:gd name="connsiteY12" fmla="*/ 18288 h 18288"/>
              <a:gd name="connsiteX13" fmla="*/ 1306286 w 4572000"/>
              <a:gd name="connsiteY13" fmla="*/ 18288 h 18288"/>
              <a:gd name="connsiteX14" fmla="*/ 790303 w 4572000"/>
              <a:gd name="connsiteY14" fmla="*/ 18288 h 18288"/>
              <a:gd name="connsiteX15" fmla="*/ 0 w 4572000"/>
              <a:gd name="connsiteY15" fmla="*/ 18288 h 18288"/>
              <a:gd name="connsiteX16" fmla="*/ 0 w 457200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5" name="Content Placeholder 4" descr="A blue squares with white numbers&#10;&#10;AI-generated content may be incorrect.">
            <a:extLst>
              <a:ext uri="{FF2B5EF4-FFF2-40B4-BE49-F238E27FC236}">
                <a16:creationId xmlns:a16="http://schemas.microsoft.com/office/drawing/2014/main" id="{305E40B2-00B6-4C91-56CC-3AC0B99BFA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34" r="1628" b="-1"/>
          <a:stretch>
            <a:fillRect/>
          </a:stretch>
        </p:blipFill>
        <p:spPr>
          <a:xfrm>
            <a:off x="320040" y="2691992"/>
            <a:ext cx="11548872" cy="346931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4E4CA65-EC08-2340-5FB8-495CAD20D706}"/>
              </a:ext>
            </a:extLst>
          </p:cNvPr>
          <p:cNvSpPr txBox="1"/>
          <p:nvPr/>
        </p:nvSpPr>
        <p:spPr>
          <a:xfrm>
            <a:off x="4994910" y="2037201"/>
            <a:ext cx="298998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Step 1: Input array</a:t>
            </a:r>
          </a:p>
        </p:txBody>
      </p:sp>
    </p:spTree>
    <p:extLst>
      <p:ext uri="{BB962C8B-B14F-4D97-AF65-F5344CB8AC3E}">
        <p14:creationId xmlns:p14="http://schemas.microsoft.com/office/powerpoint/2010/main" val="183589281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3AFE8227-C443-417B-BA91-520EB1EF45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92000" cy="6857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E23707-40C7-C4F2-1246-700A0A2A19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43193" y="489507"/>
            <a:ext cx="3091607" cy="1655483"/>
          </a:xfrm>
        </p:spPr>
        <p:txBody>
          <a:bodyPr anchor="b">
            <a:normAutofit/>
          </a:bodyPr>
          <a:lstStyle/>
          <a:p>
            <a:r>
              <a:rPr lang="en-US" sz="4000" dirty="0"/>
              <a:t>Complete Binary Tree</a:t>
            </a:r>
          </a:p>
        </p:txBody>
      </p:sp>
      <p:pic>
        <p:nvPicPr>
          <p:cNvPr id="5" name="Content Placeholder 4" descr="A diagram of numbers and circles&#10;&#10;AI-generated content may be incorrect.">
            <a:extLst>
              <a:ext uri="{FF2B5EF4-FFF2-40B4-BE49-F238E27FC236}">
                <a16:creationId xmlns:a16="http://schemas.microsoft.com/office/drawing/2014/main" id="{73E9F761-6111-4A06-3B7C-964C50D6ED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4" r="1555" b="-1"/>
          <a:stretch>
            <a:fillRect/>
          </a:stretch>
        </p:blipFill>
        <p:spPr>
          <a:xfrm>
            <a:off x="20" y="431"/>
            <a:ext cx="8115280" cy="6408311"/>
          </a:xfrm>
          <a:prstGeom prst="rect">
            <a:avLst/>
          </a:prstGeom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6338F2D3-BFCB-DE38-50EB-87D2AE7DBB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43193" y="2418408"/>
            <a:ext cx="2942813" cy="3540265"/>
          </a:xfrm>
        </p:spPr>
        <p:txBody>
          <a:bodyPr>
            <a:normAutofit/>
          </a:bodyPr>
          <a:lstStyle/>
          <a:p>
            <a:r>
              <a:rPr lang="en-US" sz="2400" dirty="0"/>
              <a:t>Step 2 – Construct the CBT From the input array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07741FC-B544-4A6E-B831-6789D04233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6408741"/>
            <a:ext cx="12191998" cy="457202"/>
          </a:xfrm>
          <a:prstGeom prst="rect">
            <a:avLst/>
          </a:prstGeom>
          <a:gradFill>
            <a:gsLst>
              <a:gs pos="34000">
                <a:srgbClr val="000000">
                  <a:alpha val="96000"/>
                </a:srgbClr>
              </a:gs>
              <a:gs pos="100000">
                <a:schemeClr val="accent1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F0BE7ED-7814-4273-B18A-F26CC03803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6408742"/>
            <a:ext cx="8115300" cy="449258"/>
          </a:xfrm>
          <a:prstGeom prst="rect">
            <a:avLst/>
          </a:prstGeom>
          <a:gradFill>
            <a:gsLst>
              <a:gs pos="28000">
                <a:schemeClr val="accent1">
                  <a:lumMod val="75000"/>
                  <a:alpha val="59000"/>
                </a:schemeClr>
              </a:gs>
              <a:gs pos="100000">
                <a:srgbClr val="000000">
                  <a:alpha val="70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1568837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F3BE96-797E-850A-0080-A73CB257F9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57E9FB8-1309-ED82-0E4C-8038A5DBD03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The </a:t>
                </a:r>
                <a:r>
                  <a:rPr lang="en-US" i="1" dirty="0"/>
                  <a:t>left</a:t>
                </a:r>
                <a:r>
                  <a:rPr lang="en-US" dirty="0"/>
                  <a:t> child of the element at index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is at index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57E9FB8-1309-ED82-0E4C-8038A5DBD03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3143014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21BD96-9085-94FD-B788-FEA117647E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253448-4274-68DC-4564-CFBAA5BE23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68511C3-314E-D8DB-B6A6-5DB1F159CC4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The </a:t>
                </a:r>
                <a:r>
                  <a:rPr lang="en-US" i="1" dirty="0"/>
                  <a:t>left </a:t>
                </a:r>
                <a:r>
                  <a:rPr lang="en-US" dirty="0"/>
                  <a:t>child of the element at index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is at index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endParaRPr lang="en-US" dirty="0"/>
              </a:p>
              <a:p>
                <a:r>
                  <a:rPr lang="en-US" dirty="0"/>
                  <a:t>The </a:t>
                </a:r>
                <a:r>
                  <a:rPr lang="en-US" b="1" dirty="0"/>
                  <a:t>right</a:t>
                </a:r>
                <a:r>
                  <a:rPr lang="en-US" dirty="0"/>
                  <a:t> child of the element at index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is at index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+2</m:t>
                    </m:r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68511C3-314E-D8DB-B6A6-5DB1F159CC4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4001804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17353F-3277-A586-579C-A2E994993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53400" y="1128094"/>
            <a:ext cx="3434180" cy="141527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200"/>
              <a:t>Step 3: “Heapify” – “Bubble up”</a:t>
            </a:r>
          </a:p>
        </p:txBody>
      </p:sp>
      <p:pic>
        <p:nvPicPr>
          <p:cNvPr id="5" name="Content Placeholder 4" descr="A diagram of numbers and circles&#10;&#10;AI-generated content may be incorrect.">
            <a:extLst>
              <a:ext uri="{FF2B5EF4-FFF2-40B4-BE49-F238E27FC236}">
                <a16:creationId xmlns:a16="http://schemas.microsoft.com/office/drawing/2014/main" id="{0B1AFC65-1833-16FC-141B-E6FC01C3360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" b="2096"/>
          <a:stretch>
            <a:fillRect/>
          </a:stretch>
        </p:blipFill>
        <p:spPr>
          <a:xfrm>
            <a:off x="-9886" y="10"/>
            <a:ext cx="7572605" cy="6857990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49EDD1B-F94D-B4E6-ACAA-566B9A26FD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99390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1114FFC-7FAD-8A32-DB1B-03A802F03295}"/>
                  </a:ext>
                </a:extLst>
              </p:cNvPr>
              <p:cNvSpPr txBox="1"/>
              <p:nvPr/>
            </p:nvSpPr>
            <p:spPr>
              <a:xfrm>
                <a:off x="8153400" y="2543364"/>
                <a:ext cx="3434180" cy="3599019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/>
              <a:p>
                <a:pPr marL="0" marR="0" lvl="0" indent="-228600" algn="l" defTabSz="914400" rtl="0" eaLnBrk="1" fontAlgn="auto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Start from the first non-leaf node: </a:t>
                </a:r>
              </a:p>
              <a:p>
                <a:pPr marL="0" marR="0" lvl="0" indent="-228600" algn="l" defTabSz="914400" rtl="0" eaLnBrk="1" fontAlgn="auto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US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index</a:t>
                </a:r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 </a:t>
                </a:r>
                <a:r>
                  <a:rPr kumimoji="0" lang="en-US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=</a:t>
                </a:r>
                <a:r>
                  <a:rPr kumimoji="0" lang="en-US" sz="4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  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0" lang="en-US" sz="4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r>
                          <a:rPr kumimoji="0" lang="en-US" sz="4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𝑛</m:t>
                        </m:r>
                      </m:num>
                      <m:den>
                        <m:r>
                          <a:rPr kumimoji="0" lang="en-US" sz="4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</m:t>
                        </m:r>
                      </m:den>
                    </m:f>
                    <m:r>
                      <a:rPr kumimoji="0" lang="en-US" sz="44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−1</m:t>
                    </m:r>
                  </m:oMath>
                </a14:m>
                <a:endParaRPr kumimoji="0" lang="en-US" sz="4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1114FFC-7FAD-8A32-DB1B-03A802F032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53400" y="2543364"/>
                <a:ext cx="3434180" cy="3599019"/>
              </a:xfrm>
              <a:prstGeom prst="rect">
                <a:avLst/>
              </a:prstGeom>
              <a:blipFill>
                <a:blip r:embed="rId3"/>
                <a:stretch>
                  <a:fillRect l="-4085" t="-22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6221093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diagram of numbers and circles&#10;&#10;AI-generated content may be incorrect.">
            <a:extLst>
              <a:ext uri="{FF2B5EF4-FFF2-40B4-BE49-F238E27FC236}">
                <a16:creationId xmlns:a16="http://schemas.microsoft.com/office/drawing/2014/main" id="{A9679DDA-70B8-F8D5-CC33-FC460BB78DF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46" y="0"/>
            <a:ext cx="7920251" cy="6669685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4ED426E-4AC2-3093-46E4-261681150AE4}"/>
              </a:ext>
            </a:extLst>
          </p:cNvPr>
          <p:cNvSpPr txBox="1"/>
          <p:nvPr/>
        </p:nvSpPr>
        <p:spPr>
          <a:xfrm>
            <a:off x="8159421" y="868680"/>
            <a:ext cx="373920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Swap the element with its biggest child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6CBABAC-D8E7-B685-928C-8A02ED1CA924}"/>
              </a:ext>
            </a:extLst>
          </p:cNvPr>
          <p:cNvSpPr txBox="1"/>
          <p:nvPr/>
        </p:nvSpPr>
        <p:spPr>
          <a:xfrm>
            <a:off x="8159421" y="2640330"/>
            <a:ext cx="25223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Repeat until done</a:t>
            </a:r>
          </a:p>
        </p:txBody>
      </p:sp>
    </p:spTree>
    <p:extLst>
      <p:ext uri="{BB962C8B-B14F-4D97-AF65-F5344CB8AC3E}">
        <p14:creationId xmlns:p14="http://schemas.microsoft.com/office/powerpoint/2010/main" val="319938406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-up of a fractal&#10;&#10;AI-generated content may be incorrect.">
            <a:extLst>
              <a:ext uri="{FF2B5EF4-FFF2-40B4-BE49-F238E27FC236}">
                <a16:creationId xmlns:a16="http://schemas.microsoft.com/office/drawing/2014/main" id="{BF01BE70-C22F-1C53-37DB-E63DC704AD5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553" b="20447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870DEF6-46A2-D4F8-8BE6-91165D93EC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83934" y="1860919"/>
            <a:ext cx="4975280" cy="3108645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819E767-BA52-3ACE-A9D5-8E3F9E4548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90528" y="2299176"/>
            <a:ext cx="4131368" cy="157116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600" dirty="0"/>
              <a:t>Example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22632D6-DED9-FDEC-FD9F-09FF0A4544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203170" y="403477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963612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number in a row&#10;&#10;AI-generated content may be incorrect.">
            <a:extLst>
              <a:ext uri="{FF2B5EF4-FFF2-40B4-BE49-F238E27FC236}">
                <a16:creationId xmlns:a16="http://schemas.microsoft.com/office/drawing/2014/main" id="{EDF2404F-36D0-578D-93B9-A67F33EDFE0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5472" y="1603630"/>
            <a:ext cx="9041055" cy="2644266"/>
          </a:xfrm>
        </p:spPr>
      </p:pic>
    </p:spTree>
    <p:extLst>
      <p:ext uri="{BB962C8B-B14F-4D97-AF65-F5344CB8AC3E}">
        <p14:creationId xmlns:p14="http://schemas.microsoft.com/office/powerpoint/2010/main" val="223182451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diagram of a triangle with circles and numbers&#10;&#10;AI-generated content may be incorrect.">
            <a:extLst>
              <a:ext uri="{FF2B5EF4-FFF2-40B4-BE49-F238E27FC236}">
                <a16:creationId xmlns:a16="http://schemas.microsoft.com/office/drawing/2014/main" id="{C36C9E5A-4BE4-6229-C7C8-6C103D4EACE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8737" y="881023"/>
            <a:ext cx="6894525" cy="5095954"/>
          </a:xfrm>
        </p:spPr>
      </p:pic>
    </p:spTree>
    <p:extLst>
      <p:ext uri="{BB962C8B-B14F-4D97-AF65-F5344CB8AC3E}">
        <p14:creationId xmlns:p14="http://schemas.microsoft.com/office/powerpoint/2010/main" val="213526881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A590B2-5171-C22A-49AD-529AC310A0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390A4A7-89F6-BC08-D5B5-164AF4CDEB2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648737" y="881023"/>
            <a:ext cx="6894525" cy="5095954"/>
          </a:xfrm>
        </p:spPr>
      </p:pic>
    </p:spTree>
    <p:extLst>
      <p:ext uri="{BB962C8B-B14F-4D97-AF65-F5344CB8AC3E}">
        <p14:creationId xmlns:p14="http://schemas.microsoft.com/office/powerpoint/2010/main" val="65823161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33CB24-E632-A12E-53F1-31463B1923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1B5E70D-748D-44DE-6A19-F65798B5B02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301634" y="881023"/>
            <a:ext cx="7588732" cy="5095954"/>
          </a:xfrm>
        </p:spPr>
      </p:pic>
    </p:spTree>
    <p:extLst>
      <p:ext uri="{BB962C8B-B14F-4D97-AF65-F5344CB8AC3E}">
        <p14:creationId xmlns:p14="http://schemas.microsoft.com/office/powerpoint/2010/main" val="260402436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D7A0CE-AFB2-0E53-E1A0-32E59B7ABE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D583F3E-8542-A508-878E-AB92CACBDA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301634" y="881023"/>
            <a:ext cx="7588732" cy="5095954"/>
          </a:xfrm>
        </p:spPr>
      </p:pic>
    </p:spTree>
    <p:extLst>
      <p:ext uri="{BB962C8B-B14F-4D97-AF65-F5344CB8AC3E}">
        <p14:creationId xmlns:p14="http://schemas.microsoft.com/office/powerpoint/2010/main" val="360761390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31D992-640A-B5C0-B75B-A5EA38BFE1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A1DE5E0-5F3B-EF7F-E1C5-6CA1A7FAF84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301634" y="566241"/>
            <a:ext cx="7588732" cy="5725517"/>
          </a:xfrm>
        </p:spPr>
      </p:pic>
    </p:spTree>
    <p:extLst>
      <p:ext uri="{BB962C8B-B14F-4D97-AF65-F5344CB8AC3E}">
        <p14:creationId xmlns:p14="http://schemas.microsoft.com/office/powerpoint/2010/main" val="339996364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95CD6C-C64E-5710-3CE8-389D74B797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8178C28-FDFC-B53A-0B11-19C7E3FC8C0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50917" y="566241"/>
            <a:ext cx="8290166" cy="5725517"/>
          </a:xfrm>
        </p:spPr>
      </p:pic>
    </p:spTree>
    <p:extLst>
      <p:ext uri="{BB962C8B-B14F-4D97-AF65-F5344CB8AC3E}">
        <p14:creationId xmlns:p14="http://schemas.microsoft.com/office/powerpoint/2010/main" val="257649603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CAD497-1BB6-6349-6DC0-C3882258ED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6E53102-E4FF-C144-AE14-34413A6DB2C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50917" y="566241"/>
            <a:ext cx="8290166" cy="5725517"/>
          </a:xfrm>
        </p:spPr>
      </p:pic>
    </p:spTree>
    <p:extLst>
      <p:ext uri="{BB962C8B-B14F-4D97-AF65-F5344CB8AC3E}">
        <p14:creationId xmlns:p14="http://schemas.microsoft.com/office/powerpoint/2010/main" val="221948429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8CE889-F534-7312-7D3D-8FDDA4EFE2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F50D2EC-4471-4368-D5B7-2F77C6A7976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50917" y="566241"/>
            <a:ext cx="8290166" cy="5725517"/>
          </a:xfrm>
        </p:spPr>
      </p:pic>
    </p:spTree>
    <p:extLst>
      <p:ext uri="{BB962C8B-B14F-4D97-AF65-F5344CB8AC3E}">
        <p14:creationId xmlns:p14="http://schemas.microsoft.com/office/powerpoint/2010/main" val="255468208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B9FB78-C356-69E3-7A93-B99B890E11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4C07A43-CB45-EE3C-D063-844689EC19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50917" y="566241"/>
            <a:ext cx="8290166" cy="5725517"/>
          </a:xfrm>
        </p:spPr>
      </p:pic>
    </p:spTree>
    <p:extLst>
      <p:ext uri="{BB962C8B-B14F-4D97-AF65-F5344CB8AC3E}">
        <p14:creationId xmlns:p14="http://schemas.microsoft.com/office/powerpoint/2010/main" val="90051669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0D076E-F367-F101-1157-5E314FA1ED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859E154-F0E4-730C-9444-AA720495CF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50917" y="566241"/>
            <a:ext cx="8290166" cy="5725517"/>
          </a:xfrm>
        </p:spPr>
      </p:pic>
    </p:spTree>
    <p:extLst>
      <p:ext uri="{BB962C8B-B14F-4D97-AF65-F5344CB8AC3E}">
        <p14:creationId xmlns:p14="http://schemas.microsoft.com/office/powerpoint/2010/main" val="387518367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93AAAA-CC12-465C-A647-717BBCCD79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FE3F005-0123-1EDF-5919-85DCB9AE018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50917" y="566241"/>
            <a:ext cx="8290166" cy="5725517"/>
          </a:xfrm>
        </p:spPr>
      </p:pic>
    </p:spTree>
    <p:extLst>
      <p:ext uri="{BB962C8B-B14F-4D97-AF65-F5344CB8AC3E}">
        <p14:creationId xmlns:p14="http://schemas.microsoft.com/office/powerpoint/2010/main" val="113903377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53F97A-6665-9C46-4256-D138C9B1ED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D4A8240-9AD0-F317-2610-5FC8C2E9A4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50917" y="566241"/>
            <a:ext cx="8290166" cy="5725517"/>
          </a:xfrm>
        </p:spPr>
      </p:pic>
    </p:spTree>
    <p:extLst>
      <p:ext uri="{BB962C8B-B14F-4D97-AF65-F5344CB8AC3E}">
        <p14:creationId xmlns:p14="http://schemas.microsoft.com/office/powerpoint/2010/main" val="34715579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69641-A7F6-17B4-E83E-F52115E98D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Priority queue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95E45E-6A9C-6E36-C818-539ED98870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0166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257</TotalTime>
  <Words>531</Words>
  <Application>Microsoft Office PowerPoint</Application>
  <PresentationFormat>Widescreen</PresentationFormat>
  <Paragraphs>119</Paragraphs>
  <Slides>52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52</vt:i4>
      </vt:variant>
    </vt:vector>
  </HeadingPairs>
  <TitlesOfParts>
    <vt:vector size="59" baseType="lpstr">
      <vt:lpstr>Aptos</vt:lpstr>
      <vt:lpstr>Aptos Display</vt:lpstr>
      <vt:lpstr>Arial</vt:lpstr>
      <vt:lpstr>Calibri</vt:lpstr>
      <vt:lpstr>Cambria Math</vt:lpstr>
      <vt:lpstr>Office Theme</vt:lpstr>
      <vt:lpstr>1_Office Theme</vt:lpstr>
      <vt:lpstr>Data Structures and Algorithms I.</vt:lpstr>
      <vt:lpstr>Imagine that you’re building a house</vt:lpstr>
      <vt:lpstr>The blueprint – an algorithm</vt:lpstr>
      <vt:lpstr>The materials – provide the structure</vt:lpstr>
      <vt:lpstr>Even if the blueprint is flawless, low-quality materials can make the house collapse early.</vt:lpstr>
      <vt:lpstr>Data - the building blocks for software</vt:lpstr>
      <vt:lpstr>Building metaphor</vt:lpstr>
      <vt:lpstr>Primitive data types – fixed size in memory</vt:lpstr>
      <vt:lpstr>Compound data types – fixed size in memory</vt:lpstr>
      <vt:lpstr>Material types</vt:lpstr>
      <vt:lpstr>Array – contiguous memory addresses</vt:lpstr>
      <vt:lpstr>Pointer</vt:lpstr>
      <vt:lpstr>Nodes with pointers to other nodes</vt:lpstr>
      <vt:lpstr>Data Structures</vt:lpstr>
      <vt:lpstr>The Stack - LIFO</vt:lpstr>
      <vt:lpstr>Usage - Examples</vt:lpstr>
      <vt:lpstr>Usage - Examples</vt:lpstr>
      <vt:lpstr>Usage - Examples</vt:lpstr>
      <vt:lpstr>Usage - Examples</vt:lpstr>
      <vt:lpstr>The Queue - FIFO</vt:lpstr>
      <vt:lpstr>Usage - Examples</vt:lpstr>
      <vt:lpstr>Usage - Examples</vt:lpstr>
      <vt:lpstr>Usage - Examples</vt:lpstr>
      <vt:lpstr>Exercises</vt:lpstr>
      <vt:lpstr>PowerPoint Presentation</vt:lpstr>
      <vt:lpstr>Linked List</vt:lpstr>
      <vt:lpstr>Binary heap</vt:lpstr>
      <vt:lpstr>2 Types</vt:lpstr>
      <vt:lpstr>Max heap</vt:lpstr>
      <vt:lpstr>Min heap</vt:lpstr>
      <vt:lpstr>Heap properties &amp; functions</vt:lpstr>
      <vt:lpstr>Heapify</vt:lpstr>
      <vt:lpstr>Complete Binary Tree</vt:lpstr>
      <vt:lpstr>How?</vt:lpstr>
      <vt:lpstr>How?</vt:lpstr>
      <vt:lpstr>Step 3: “Heapify” – “Bubble up”</vt:lpstr>
      <vt:lpstr>PowerPoint Presentation</vt:lpstr>
      <vt:lpstr>Example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Priority queue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Nagy Róbert</dc:creator>
  <cp:lastModifiedBy>Nagy Róbert</cp:lastModifiedBy>
  <cp:revision>17</cp:revision>
  <dcterms:created xsi:type="dcterms:W3CDTF">2025-09-04T12:09:15Z</dcterms:created>
  <dcterms:modified xsi:type="dcterms:W3CDTF">2025-09-04T16:26:34Z</dcterms:modified>
</cp:coreProperties>
</file>