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0" r:id="rId5"/>
    <p:sldId id="258" r:id="rId6"/>
    <p:sldId id="261" r:id="rId7"/>
    <p:sldId id="259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C34C8-A50E-48B4-9C88-0CB909173ED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92DCD78-995E-4AD3-9A03-2BE02BC57B55}">
      <dgm:prSet custT="1"/>
      <dgm:spPr/>
      <dgm:t>
        <a:bodyPr/>
        <a:lstStyle/>
        <a:p>
          <a:pPr>
            <a:defRPr cap="all"/>
          </a:pPr>
          <a:r>
            <a:rPr lang="en-US" sz="2000" b="1" dirty="0"/>
            <a:t>Telecommunication networks</a:t>
          </a:r>
        </a:p>
      </dgm:t>
    </dgm:pt>
    <dgm:pt modelId="{5B90DCC7-7C16-462B-81DA-D4DED5DFA693}" type="parTrans" cxnId="{799B0D17-6D3D-4EE4-97AF-B3A06EB93353}">
      <dgm:prSet/>
      <dgm:spPr/>
      <dgm:t>
        <a:bodyPr/>
        <a:lstStyle/>
        <a:p>
          <a:endParaRPr lang="en-US" sz="2000" b="1"/>
        </a:p>
      </dgm:t>
    </dgm:pt>
    <dgm:pt modelId="{DD89640D-14BE-458B-B6B8-0B703B23C435}" type="sibTrans" cxnId="{799B0D17-6D3D-4EE4-97AF-B3A06EB93353}">
      <dgm:prSet/>
      <dgm:spPr/>
      <dgm:t>
        <a:bodyPr/>
        <a:lstStyle/>
        <a:p>
          <a:endParaRPr lang="en-US" sz="2000" b="1"/>
        </a:p>
      </dgm:t>
    </dgm:pt>
    <dgm:pt modelId="{5BB958D4-1C51-4026-8AFA-626617649476}">
      <dgm:prSet custT="1"/>
      <dgm:spPr/>
      <dgm:t>
        <a:bodyPr/>
        <a:lstStyle/>
        <a:p>
          <a:pPr>
            <a:defRPr cap="all"/>
          </a:pPr>
          <a:r>
            <a:rPr lang="en-US" sz="2000" b="1" dirty="0"/>
            <a:t>Transportation networks</a:t>
          </a:r>
        </a:p>
      </dgm:t>
    </dgm:pt>
    <dgm:pt modelId="{5351AA72-B4D7-4EFE-A921-3211E7EFADF0}" type="parTrans" cxnId="{8B4558EE-FD08-417C-B63A-0CEF12ADC070}">
      <dgm:prSet/>
      <dgm:spPr/>
      <dgm:t>
        <a:bodyPr/>
        <a:lstStyle/>
        <a:p>
          <a:endParaRPr lang="en-US" sz="2000" b="1"/>
        </a:p>
      </dgm:t>
    </dgm:pt>
    <dgm:pt modelId="{E8E7CD07-0D7B-4BCF-97F5-C7CE6BD1E543}" type="sibTrans" cxnId="{8B4558EE-FD08-417C-B63A-0CEF12ADC070}">
      <dgm:prSet/>
      <dgm:spPr/>
      <dgm:t>
        <a:bodyPr/>
        <a:lstStyle/>
        <a:p>
          <a:endParaRPr lang="en-US" sz="2000" b="1"/>
        </a:p>
      </dgm:t>
    </dgm:pt>
    <dgm:pt modelId="{3C1F278C-3C53-4562-84A0-626D53D60268}">
      <dgm:prSet custT="1"/>
      <dgm:spPr/>
      <dgm:t>
        <a:bodyPr/>
        <a:lstStyle/>
        <a:p>
          <a:pPr>
            <a:defRPr cap="all"/>
          </a:pPr>
          <a:r>
            <a:rPr lang="en-US" sz="2000" b="1"/>
            <a:t>Water supply networks</a:t>
          </a:r>
        </a:p>
      </dgm:t>
    </dgm:pt>
    <dgm:pt modelId="{2C7CCE1C-8E6B-4DBF-89AF-39892A961B81}" type="parTrans" cxnId="{4AD302E0-2266-44FF-ACD2-ABACB6F2E9FC}">
      <dgm:prSet/>
      <dgm:spPr/>
      <dgm:t>
        <a:bodyPr/>
        <a:lstStyle/>
        <a:p>
          <a:endParaRPr lang="en-US" sz="2000" b="1"/>
        </a:p>
      </dgm:t>
    </dgm:pt>
    <dgm:pt modelId="{F57E2F59-CFFB-4719-B669-610DB2B9203A}" type="sibTrans" cxnId="{4AD302E0-2266-44FF-ACD2-ABACB6F2E9FC}">
      <dgm:prSet/>
      <dgm:spPr/>
      <dgm:t>
        <a:bodyPr/>
        <a:lstStyle/>
        <a:p>
          <a:endParaRPr lang="en-US" sz="2000" b="1"/>
        </a:p>
      </dgm:t>
    </dgm:pt>
    <dgm:pt modelId="{2E036750-ACCC-4000-B571-002F3BC3AC28}">
      <dgm:prSet custT="1"/>
      <dgm:spPr/>
      <dgm:t>
        <a:bodyPr/>
        <a:lstStyle/>
        <a:p>
          <a:pPr>
            <a:defRPr cap="all"/>
          </a:pPr>
          <a:r>
            <a:rPr lang="en-US" sz="2000" b="1"/>
            <a:t>Electrical grids</a:t>
          </a:r>
        </a:p>
      </dgm:t>
    </dgm:pt>
    <dgm:pt modelId="{25C2E08C-39BA-4566-965B-9F132CA35878}" type="parTrans" cxnId="{EDCB0E09-A1F7-454D-BD3D-AF1BE2F2A56C}">
      <dgm:prSet/>
      <dgm:spPr/>
      <dgm:t>
        <a:bodyPr/>
        <a:lstStyle/>
        <a:p>
          <a:endParaRPr lang="en-US" sz="2000" b="1"/>
        </a:p>
      </dgm:t>
    </dgm:pt>
    <dgm:pt modelId="{FEC0AD7A-9912-4784-877A-49782F3AA09B}" type="sibTrans" cxnId="{EDCB0E09-A1F7-454D-BD3D-AF1BE2F2A56C}">
      <dgm:prSet/>
      <dgm:spPr/>
      <dgm:t>
        <a:bodyPr/>
        <a:lstStyle/>
        <a:p>
          <a:endParaRPr lang="en-US" sz="2000" b="1"/>
        </a:p>
      </dgm:t>
    </dgm:pt>
    <dgm:pt modelId="{A75AC3D6-37CE-49FB-B97E-9C915BFDED07}" type="pres">
      <dgm:prSet presAssocID="{8CFC34C8-A50E-48B4-9C88-0CB909173EDE}" presName="root" presStyleCnt="0">
        <dgm:presLayoutVars>
          <dgm:dir/>
          <dgm:resizeHandles val="exact"/>
        </dgm:presLayoutVars>
      </dgm:prSet>
      <dgm:spPr/>
    </dgm:pt>
    <dgm:pt modelId="{EB717744-5F90-4E11-A80B-214B93F1B43D}" type="pres">
      <dgm:prSet presAssocID="{092DCD78-995E-4AD3-9A03-2BE02BC57B55}" presName="compNode" presStyleCnt="0"/>
      <dgm:spPr/>
    </dgm:pt>
    <dgm:pt modelId="{848010E0-1476-4AC0-8B58-F324FB3A9E9F}" type="pres">
      <dgm:prSet presAssocID="{092DCD78-995E-4AD3-9A03-2BE02BC57B5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4EA6D1-DAE1-4902-A3B4-4F813DDAE5F6}" type="pres">
      <dgm:prSet presAssocID="{092DCD78-995E-4AD3-9A03-2BE02BC57B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phone"/>
        </a:ext>
      </dgm:extLst>
    </dgm:pt>
    <dgm:pt modelId="{8A7E4068-AAC8-4497-9542-4C2587DA8645}" type="pres">
      <dgm:prSet presAssocID="{092DCD78-995E-4AD3-9A03-2BE02BC57B55}" presName="spaceRect" presStyleCnt="0"/>
      <dgm:spPr/>
    </dgm:pt>
    <dgm:pt modelId="{DECDDAD5-5578-4620-8D22-4AAB47EA3C9E}" type="pres">
      <dgm:prSet presAssocID="{092DCD78-995E-4AD3-9A03-2BE02BC57B55}" presName="textRect" presStyleLbl="revTx" presStyleIdx="0" presStyleCnt="4" custScaleX="130619">
        <dgm:presLayoutVars>
          <dgm:chMax val="1"/>
          <dgm:chPref val="1"/>
        </dgm:presLayoutVars>
      </dgm:prSet>
      <dgm:spPr/>
    </dgm:pt>
    <dgm:pt modelId="{B9A9B1BF-1919-4588-995F-EC9DA8A17469}" type="pres">
      <dgm:prSet presAssocID="{DD89640D-14BE-458B-B6B8-0B703B23C435}" presName="sibTrans" presStyleCnt="0"/>
      <dgm:spPr/>
    </dgm:pt>
    <dgm:pt modelId="{8BD47C88-76F7-413E-A3EB-2F921D1A44D3}" type="pres">
      <dgm:prSet presAssocID="{5BB958D4-1C51-4026-8AFA-626617649476}" presName="compNode" presStyleCnt="0"/>
      <dgm:spPr/>
    </dgm:pt>
    <dgm:pt modelId="{480F1437-F17C-4C58-BB96-74A31B5EEC24}" type="pres">
      <dgm:prSet presAssocID="{5BB958D4-1C51-4026-8AFA-62661764947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5AE9C67-4E0E-4985-9906-4AC3B4D148D7}" type="pres">
      <dgm:prSet presAssocID="{5BB958D4-1C51-4026-8AFA-62661764947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5D1FE0E7-F845-41A9-9C50-128BB6268FED}" type="pres">
      <dgm:prSet presAssocID="{5BB958D4-1C51-4026-8AFA-626617649476}" presName="spaceRect" presStyleCnt="0"/>
      <dgm:spPr/>
    </dgm:pt>
    <dgm:pt modelId="{22DFA8EF-47F3-4F8A-99F8-DA75587DD7FC}" type="pres">
      <dgm:prSet presAssocID="{5BB958D4-1C51-4026-8AFA-626617649476}" presName="textRect" presStyleLbl="revTx" presStyleIdx="1" presStyleCnt="4" custScaleX="108389">
        <dgm:presLayoutVars>
          <dgm:chMax val="1"/>
          <dgm:chPref val="1"/>
        </dgm:presLayoutVars>
      </dgm:prSet>
      <dgm:spPr/>
    </dgm:pt>
    <dgm:pt modelId="{CB502CB1-7EEB-4DDA-B2A9-7C34ED9A119C}" type="pres">
      <dgm:prSet presAssocID="{E8E7CD07-0D7B-4BCF-97F5-C7CE6BD1E543}" presName="sibTrans" presStyleCnt="0"/>
      <dgm:spPr/>
    </dgm:pt>
    <dgm:pt modelId="{D6209A4E-AF3E-4DE0-BCCB-D480A5426D81}" type="pres">
      <dgm:prSet presAssocID="{3C1F278C-3C53-4562-84A0-626D53D60268}" presName="compNode" presStyleCnt="0"/>
      <dgm:spPr/>
    </dgm:pt>
    <dgm:pt modelId="{267C0D64-11C1-4551-9398-AA8C265A7738}" type="pres">
      <dgm:prSet presAssocID="{3C1F278C-3C53-4562-84A0-626D53D6026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08317F6-2BD6-4EE7-9FEB-BD7B1CE6C712}" type="pres">
      <dgm:prSet presAssocID="{3C1F278C-3C53-4562-84A0-626D53D602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58942A1D-6A69-411A-9E1F-5DC1CEC12A05}" type="pres">
      <dgm:prSet presAssocID="{3C1F278C-3C53-4562-84A0-626D53D60268}" presName="spaceRect" presStyleCnt="0"/>
      <dgm:spPr/>
    </dgm:pt>
    <dgm:pt modelId="{B2A79036-0833-4C61-A093-E6ADF08C982E}" type="pres">
      <dgm:prSet presAssocID="{3C1F278C-3C53-4562-84A0-626D53D60268}" presName="textRect" presStyleLbl="revTx" presStyleIdx="2" presStyleCnt="4">
        <dgm:presLayoutVars>
          <dgm:chMax val="1"/>
          <dgm:chPref val="1"/>
        </dgm:presLayoutVars>
      </dgm:prSet>
      <dgm:spPr/>
    </dgm:pt>
    <dgm:pt modelId="{C67ABE4F-A472-47CB-B217-16EE82E5D477}" type="pres">
      <dgm:prSet presAssocID="{F57E2F59-CFFB-4719-B669-610DB2B9203A}" presName="sibTrans" presStyleCnt="0"/>
      <dgm:spPr/>
    </dgm:pt>
    <dgm:pt modelId="{808DC293-CFA6-485B-AB91-502963A9D023}" type="pres">
      <dgm:prSet presAssocID="{2E036750-ACCC-4000-B571-002F3BC3AC28}" presName="compNode" presStyleCnt="0"/>
      <dgm:spPr/>
    </dgm:pt>
    <dgm:pt modelId="{67948D8F-FC72-45F1-AF58-5E53B551EA4F}" type="pres">
      <dgm:prSet presAssocID="{2E036750-ACCC-4000-B571-002F3BC3AC2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F282795-EC3B-4111-B09C-20F9131F061D}" type="pres">
      <dgm:prSet presAssocID="{2E036750-ACCC-4000-B571-002F3BC3AC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AEDFF65C-4C3E-4D48-9551-7CB8450956EB}" type="pres">
      <dgm:prSet presAssocID="{2E036750-ACCC-4000-B571-002F3BC3AC28}" presName="spaceRect" presStyleCnt="0"/>
      <dgm:spPr/>
    </dgm:pt>
    <dgm:pt modelId="{C77FEB97-8E1B-4699-83F9-F9EAA5AC5DF4}" type="pres">
      <dgm:prSet presAssocID="{2E036750-ACCC-4000-B571-002F3BC3AC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CB0E09-A1F7-454D-BD3D-AF1BE2F2A56C}" srcId="{8CFC34C8-A50E-48B4-9C88-0CB909173EDE}" destId="{2E036750-ACCC-4000-B571-002F3BC3AC28}" srcOrd="3" destOrd="0" parTransId="{25C2E08C-39BA-4566-965B-9F132CA35878}" sibTransId="{FEC0AD7A-9912-4784-877A-49782F3AA09B}"/>
    <dgm:cxn modelId="{799B0D17-6D3D-4EE4-97AF-B3A06EB93353}" srcId="{8CFC34C8-A50E-48B4-9C88-0CB909173EDE}" destId="{092DCD78-995E-4AD3-9A03-2BE02BC57B55}" srcOrd="0" destOrd="0" parTransId="{5B90DCC7-7C16-462B-81DA-D4DED5DFA693}" sibTransId="{DD89640D-14BE-458B-B6B8-0B703B23C435}"/>
    <dgm:cxn modelId="{A0529D19-3C2E-404D-ADF3-DA5EE6171DE9}" type="presOf" srcId="{8CFC34C8-A50E-48B4-9C88-0CB909173EDE}" destId="{A75AC3D6-37CE-49FB-B97E-9C915BFDED07}" srcOrd="0" destOrd="0" presId="urn:microsoft.com/office/officeart/2018/5/layout/IconLeafLabelList"/>
    <dgm:cxn modelId="{54E9CF40-4DBE-4B2E-B962-581038E511CA}" type="presOf" srcId="{092DCD78-995E-4AD3-9A03-2BE02BC57B55}" destId="{DECDDAD5-5578-4620-8D22-4AAB47EA3C9E}" srcOrd="0" destOrd="0" presId="urn:microsoft.com/office/officeart/2018/5/layout/IconLeafLabelList"/>
    <dgm:cxn modelId="{9125C771-78F4-423D-960A-AB4F6A349DFD}" type="presOf" srcId="{3C1F278C-3C53-4562-84A0-626D53D60268}" destId="{B2A79036-0833-4C61-A093-E6ADF08C982E}" srcOrd="0" destOrd="0" presId="urn:microsoft.com/office/officeart/2018/5/layout/IconLeafLabelList"/>
    <dgm:cxn modelId="{81A4108B-8E31-493C-9D70-C4A1D265218B}" type="presOf" srcId="{5BB958D4-1C51-4026-8AFA-626617649476}" destId="{22DFA8EF-47F3-4F8A-99F8-DA75587DD7FC}" srcOrd="0" destOrd="0" presId="urn:microsoft.com/office/officeart/2018/5/layout/IconLeafLabelList"/>
    <dgm:cxn modelId="{B0A40FB8-047F-4AAE-80B8-CE0D97DE34F4}" type="presOf" srcId="{2E036750-ACCC-4000-B571-002F3BC3AC28}" destId="{C77FEB97-8E1B-4699-83F9-F9EAA5AC5DF4}" srcOrd="0" destOrd="0" presId="urn:microsoft.com/office/officeart/2018/5/layout/IconLeafLabelList"/>
    <dgm:cxn modelId="{4AD302E0-2266-44FF-ACD2-ABACB6F2E9FC}" srcId="{8CFC34C8-A50E-48B4-9C88-0CB909173EDE}" destId="{3C1F278C-3C53-4562-84A0-626D53D60268}" srcOrd="2" destOrd="0" parTransId="{2C7CCE1C-8E6B-4DBF-89AF-39892A961B81}" sibTransId="{F57E2F59-CFFB-4719-B669-610DB2B9203A}"/>
    <dgm:cxn modelId="{8B4558EE-FD08-417C-B63A-0CEF12ADC070}" srcId="{8CFC34C8-A50E-48B4-9C88-0CB909173EDE}" destId="{5BB958D4-1C51-4026-8AFA-626617649476}" srcOrd="1" destOrd="0" parTransId="{5351AA72-B4D7-4EFE-A921-3211E7EFADF0}" sibTransId="{E8E7CD07-0D7B-4BCF-97F5-C7CE6BD1E543}"/>
    <dgm:cxn modelId="{E11F69A8-8082-4CD2-8DD8-DD3D2C3F53ED}" type="presParOf" srcId="{A75AC3D6-37CE-49FB-B97E-9C915BFDED07}" destId="{EB717744-5F90-4E11-A80B-214B93F1B43D}" srcOrd="0" destOrd="0" presId="urn:microsoft.com/office/officeart/2018/5/layout/IconLeafLabelList"/>
    <dgm:cxn modelId="{15BA9CF2-AD95-48EB-98CF-B3A455FE5E50}" type="presParOf" srcId="{EB717744-5F90-4E11-A80B-214B93F1B43D}" destId="{848010E0-1476-4AC0-8B58-F324FB3A9E9F}" srcOrd="0" destOrd="0" presId="urn:microsoft.com/office/officeart/2018/5/layout/IconLeafLabelList"/>
    <dgm:cxn modelId="{9B88BBE9-84A0-4B93-B7C7-3F86613C9A66}" type="presParOf" srcId="{EB717744-5F90-4E11-A80B-214B93F1B43D}" destId="{514EA6D1-DAE1-4902-A3B4-4F813DDAE5F6}" srcOrd="1" destOrd="0" presId="urn:microsoft.com/office/officeart/2018/5/layout/IconLeafLabelList"/>
    <dgm:cxn modelId="{6DA109C4-BDED-4A6A-9A92-7FD27ED891DA}" type="presParOf" srcId="{EB717744-5F90-4E11-A80B-214B93F1B43D}" destId="{8A7E4068-AAC8-4497-9542-4C2587DA8645}" srcOrd="2" destOrd="0" presId="urn:microsoft.com/office/officeart/2018/5/layout/IconLeafLabelList"/>
    <dgm:cxn modelId="{C39A952B-5051-4D06-93CC-4E3FD3A6F0E6}" type="presParOf" srcId="{EB717744-5F90-4E11-A80B-214B93F1B43D}" destId="{DECDDAD5-5578-4620-8D22-4AAB47EA3C9E}" srcOrd="3" destOrd="0" presId="urn:microsoft.com/office/officeart/2018/5/layout/IconLeafLabelList"/>
    <dgm:cxn modelId="{D6B0B4A8-E237-4ED8-BE09-EC2A9276E7E7}" type="presParOf" srcId="{A75AC3D6-37CE-49FB-B97E-9C915BFDED07}" destId="{B9A9B1BF-1919-4588-995F-EC9DA8A17469}" srcOrd="1" destOrd="0" presId="urn:microsoft.com/office/officeart/2018/5/layout/IconLeafLabelList"/>
    <dgm:cxn modelId="{5CE0208E-11F1-4950-9FDC-62AB1DF2BB9E}" type="presParOf" srcId="{A75AC3D6-37CE-49FB-B97E-9C915BFDED07}" destId="{8BD47C88-76F7-413E-A3EB-2F921D1A44D3}" srcOrd="2" destOrd="0" presId="urn:microsoft.com/office/officeart/2018/5/layout/IconLeafLabelList"/>
    <dgm:cxn modelId="{A60BC47C-0AA0-407C-9A66-5BCABE85BC3C}" type="presParOf" srcId="{8BD47C88-76F7-413E-A3EB-2F921D1A44D3}" destId="{480F1437-F17C-4C58-BB96-74A31B5EEC24}" srcOrd="0" destOrd="0" presId="urn:microsoft.com/office/officeart/2018/5/layout/IconLeafLabelList"/>
    <dgm:cxn modelId="{34046D0D-5C0C-4150-9811-A717CBCF67CD}" type="presParOf" srcId="{8BD47C88-76F7-413E-A3EB-2F921D1A44D3}" destId="{45AE9C67-4E0E-4985-9906-4AC3B4D148D7}" srcOrd="1" destOrd="0" presId="urn:microsoft.com/office/officeart/2018/5/layout/IconLeafLabelList"/>
    <dgm:cxn modelId="{2FB24148-2B11-403B-8338-E8F47D072765}" type="presParOf" srcId="{8BD47C88-76F7-413E-A3EB-2F921D1A44D3}" destId="{5D1FE0E7-F845-41A9-9C50-128BB6268FED}" srcOrd="2" destOrd="0" presId="urn:microsoft.com/office/officeart/2018/5/layout/IconLeafLabelList"/>
    <dgm:cxn modelId="{9256E86D-357A-4265-9690-8B9D5DB8447E}" type="presParOf" srcId="{8BD47C88-76F7-413E-A3EB-2F921D1A44D3}" destId="{22DFA8EF-47F3-4F8A-99F8-DA75587DD7FC}" srcOrd="3" destOrd="0" presId="urn:microsoft.com/office/officeart/2018/5/layout/IconLeafLabelList"/>
    <dgm:cxn modelId="{569B791B-B830-42D4-9A49-4AA32BD616FB}" type="presParOf" srcId="{A75AC3D6-37CE-49FB-B97E-9C915BFDED07}" destId="{CB502CB1-7EEB-4DDA-B2A9-7C34ED9A119C}" srcOrd="3" destOrd="0" presId="urn:microsoft.com/office/officeart/2018/5/layout/IconLeafLabelList"/>
    <dgm:cxn modelId="{1EA0EEDA-C5EE-4C79-9804-F205C22ABB73}" type="presParOf" srcId="{A75AC3D6-37CE-49FB-B97E-9C915BFDED07}" destId="{D6209A4E-AF3E-4DE0-BCCB-D480A5426D81}" srcOrd="4" destOrd="0" presId="urn:microsoft.com/office/officeart/2018/5/layout/IconLeafLabelList"/>
    <dgm:cxn modelId="{9D02C1AC-4BFE-4E9D-B596-FFC7E7356679}" type="presParOf" srcId="{D6209A4E-AF3E-4DE0-BCCB-D480A5426D81}" destId="{267C0D64-11C1-4551-9398-AA8C265A7738}" srcOrd="0" destOrd="0" presId="urn:microsoft.com/office/officeart/2018/5/layout/IconLeafLabelList"/>
    <dgm:cxn modelId="{11AEE17E-6299-4B18-A40A-6044FE2AADBD}" type="presParOf" srcId="{D6209A4E-AF3E-4DE0-BCCB-D480A5426D81}" destId="{C08317F6-2BD6-4EE7-9FEB-BD7B1CE6C712}" srcOrd="1" destOrd="0" presId="urn:microsoft.com/office/officeart/2018/5/layout/IconLeafLabelList"/>
    <dgm:cxn modelId="{F77C6645-BEE0-4BF8-9F13-B39CE43FF4E5}" type="presParOf" srcId="{D6209A4E-AF3E-4DE0-BCCB-D480A5426D81}" destId="{58942A1D-6A69-411A-9E1F-5DC1CEC12A05}" srcOrd="2" destOrd="0" presId="urn:microsoft.com/office/officeart/2018/5/layout/IconLeafLabelList"/>
    <dgm:cxn modelId="{AA56887A-62AE-4257-84E0-9C304CBE65C5}" type="presParOf" srcId="{D6209A4E-AF3E-4DE0-BCCB-D480A5426D81}" destId="{B2A79036-0833-4C61-A093-E6ADF08C982E}" srcOrd="3" destOrd="0" presId="urn:microsoft.com/office/officeart/2018/5/layout/IconLeafLabelList"/>
    <dgm:cxn modelId="{90D756E5-6378-4458-BF0B-58E127F38F81}" type="presParOf" srcId="{A75AC3D6-37CE-49FB-B97E-9C915BFDED07}" destId="{C67ABE4F-A472-47CB-B217-16EE82E5D477}" srcOrd="5" destOrd="0" presId="urn:microsoft.com/office/officeart/2018/5/layout/IconLeafLabelList"/>
    <dgm:cxn modelId="{731FFED1-2201-44DF-9B34-855129DCD910}" type="presParOf" srcId="{A75AC3D6-37CE-49FB-B97E-9C915BFDED07}" destId="{808DC293-CFA6-485B-AB91-502963A9D023}" srcOrd="6" destOrd="0" presId="urn:microsoft.com/office/officeart/2018/5/layout/IconLeafLabelList"/>
    <dgm:cxn modelId="{E7AAF916-8D07-4911-B8B4-4E8F566EBAC2}" type="presParOf" srcId="{808DC293-CFA6-485B-AB91-502963A9D023}" destId="{67948D8F-FC72-45F1-AF58-5E53B551EA4F}" srcOrd="0" destOrd="0" presId="urn:microsoft.com/office/officeart/2018/5/layout/IconLeafLabelList"/>
    <dgm:cxn modelId="{AFF1B4B7-C992-4165-A414-F8A6F8010AEE}" type="presParOf" srcId="{808DC293-CFA6-485B-AB91-502963A9D023}" destId="{DF282795-EC3B-4111-B09C-20F9131F061D}" srcOrd="1" destOrd="0" presId="urn:microsoft.com/office/officeart/2018/5/layout/IconLeafLabelList"/>
    <dgm:cxn modelId="{2FC67F03-9002-4495-86D7-D61E51DDDBE5}" type="presParOf" srcId="{808DC293-CFA6-485B-AB91-502963A9D023}" destId="{AEDFF65C-4C3E-4D48-9551-7CB8450956EB}" srcOrd="2" destOrd="0" presId="urn:microsoft.com/office/officeart/2018/5/layout/IconLeafLabelList"/>
    <dgm:cxn modelId="{0F237AEA-A822-4B41-AAA6-84493F1B8F9C}" type="presParOf" srcId="{808DC293-CFA6-485B-AB91-502963A9D023}" destId="{C77FEB97-8E1B-4699-83F9-F9EAA5AC5DF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010E0-1476-4AC0-8B58-F324FB3A9E9F}">
      <dsp:nvSpPr>
        <dsp:cNvPr id="0" name=""/>
        <dsp:cNvSpPr/>
      </dsp:nvSpPr>
      <dsp:spPr>
        <a:xfrm>
          <a:off x="1065205" y="891054"/>
          <a:ext cx="1271999" cy="12719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EA6D1-DAE1-4902-A3B4-4F813DDAE5F6}">
      <dsp:nvSpPr>
        <dsp:cNvPr id="0" name=""/>
        <dsp:cNvSpPr/>
      </dsp:nvSpPr>
      <dsp:spPr>
        <a:xfrm>
          <a:off x="1336287" y="1162136"/>
          <a:ext cx="729835" cy="72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DDAD5-5578-4620-8D22-4AAB47EA3C9E}">
      <dsp:nvSpPr>
        <dsp:cNvPr id="0" name=""/>
        <dsp:cNvSpPr/>
      </dsp:nvSpPr>
      <dsp:spPr>
        <a:xfrm>
          <a:off x="339342" y="2559250"/>
          <a:ext cx="272372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 dirty="0"/>
            <a:t>Telecommunication networks</a:t>
          </a:r>
        </a:p>
      </dsp:txBody>
      <dsp:txXfrm>
        <a:off x="339342" y="2559250"/>
        <a:ext cx="2723725" cy="742500"/>
      </dsp:txXfrm>
    </dsp:sp>
    <dsp:sp modelId="{480F1437-F17C-4C58-BB96-74A31B5EEC24}">
      <dsp:nvSpPr>
        <dsp:cNvPr id="0" name=""/>
        <dsp:cNvSpPr/>
      </dsp:nvSpPr>
      <dsp:spPr>
        <a:xfrm>
          <a:off x="3922074" y="891054"/>
          <a:ext cx="1271999" cy="12719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E9C67-4E0E-4985-9906-4AC3B4D148D7}">
      <dsp:nvSpPr>
        <dsp:cNvPr id="0" name=""/>
        <dsp:cNvSpPr/>
      </dsp:nvSpPr>
      <dsp:spPr>
        <a:xfrm>
          <a:off x="4193155" y="1162136"/>
          <a:ext cx="729835" cy="72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FA8EF-47F3-4F8A-99F8-DA75587DD7FC}">
      <dsp:nvSpPr>
        <dsp:cNvPr id="0" name=""/>
        <dsp:cNvSpPr/>
      </dsp:nvSpPr>
      <dsp:spPr>
        <a:xfrm>
          <a:off x="3427985" y="2559250"/>
          <a:ext cx="22601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 dirty="0"/>
            <a:t>Transportation networks</a:t>
          </a:r>
        </a:p>
      </dsp:txBody>
      <dsp:txXfrm>
        <a:off x="3427985" y="2559250"/>
        <a:ext cx="2260175" cy="742500"/>
      </dsp:txXfrm>
    </dsp:sp>
    <dsp:sp modelId="{267C0D64-11C1-4551-9398-AA8C265A7738}">
      <dsp:nvSpPr>
        <dsp:cNvPr id="0" name=""/>
        <dsp:cNvSpPr/>
      </dsp:nvSpPr>
      <dsp:spPr>
        <a:xfrm>
          <a:off x="6459702" y="891054"/>
          <a:ext cx="1271999" cy="12719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317F6-2BD6-4EE7-9FEB-BD7B1CE6C712}">
      <dsp:nvSpPr>
        <dsp:cNvPr id="0" name=""/>
        <dsp:cNvSpPr/>
      </dsp:nvSpPr>
      <dsp:spPr>
        <a:xfrm>
          <a:off x="6730784" y="1162136"/>
          <a:ext cx="729835" cy="72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79036-0833-4C61-A093-E6ADF08C982E}">
      <dsp:nvSpPr>
        <dsp:cNvPr id="0" name=""/>
        <dsp:cNvSpPr/>
      </dsp:nvSpPr>
      <dsp:spPr>
        <a:xfrm>
          <a:off x="6053079" y="2559250"/>
          <a:ext cx="208524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Water supply networks</a:t>
          </a:r>
        </a:p>
      </dsp:txBody>
      <dsp:txXfrm>
        <a:off x="6053079" y="2559250"/>
        <a:ext cx="2085244" cy="742500"/>
      </dsp:txXfrm>
    </dsp:sp>
    <dsp:sp modelId="{67948D8F-FC72-45F1-AF58-5E53B551EA4F}">
      <dsp:nvSpPr>
        <dsp:cNvPr id="0" name=""/>
        <dsp:cNvSpPr/>
      </dsp:nvSpPr>
      <dsp:spPr>
        <a:xfrm>
          <a:off x="8909864" y="891054"/>
          <a:ext cx="1271999" cy="12719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282795-EC3B-4111-B09C-20F9131F061D}">
      <dsp:nvSpPr>
        <dsp:cNvPr id="0" name=""/>
        <dsp:cNvSpPr/>
      </dsp:nvSpPr>
      <dsp:spPr>
        <a:xfrm>
          <a:off x="9180946" y="1162136"/>
          <a:ext cx="729835" cy="729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FEB97-8E1B-4699-83F9-F9EAA5AC5DF4}">
      <dsp:nvSpPr>
        <dsp:cNvPr id="0" name=""/>
        <dsp:cNvSpPr/>
      </dsp:nvSpPr>
      <dsp:spPr>
        <a:xfrm>
          <a:off x="8503241" y="2559250"/>
          <a:ext cx="208524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Electrical grids</a:t>
          </a:r>
        </a:p>
      </dsp:txBody>
      <dsp:txXfrm>
        <a:off x="8503241" y="2559250"/>
        <a:ext cx="2085244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1033-E2EC-D69E-E515-26959AC8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24555-E0FE-4BAD-740B-4F986FBFB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F61CD-A89E-4F63-85BC-7B8B619F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DE6E-B70D-01A4-751F-EFF666CB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B76B-347B-18C1-4477-DED71D9F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8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5065-0673-BA0E-4BF9-175743AA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F9AA6-9E9F-E098-ADAA-A5BE524F2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23FB9-532C-1377-FD29-BEAB349F6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C3DC9-A344-DEEC-3478-F3ED419A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19D47-B65B-5EF5-2E05-9A183CAF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8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15BD-0340-FD44-ADBB-44C21053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C7890-1D6B-0138-8569-A210CFB17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86155-4D81-1DF0-2109-C7CE9AFB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73798-8ABA-D485-D1FD-0A8F4972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E875-D6D5-F6C8-62DF-95CA6076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83DC-9F54-C1F5-49FC-2BA653C1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F684B-19C4-80D9-59EE-DB9282017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D54A6-EE80-2080-7FB2-E86622C32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980A-29EB-2CDF-5AB3-2026445A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F82FD-53F0-097D-B754-FA73BFCF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4B192-2397-EB52-C251-139F28D9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3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C9C4-E61E-0534-271B-84E5BC50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6709D-D270-4F25-318D-5075B509F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EB9C3-688D-37D4-6C55-0E1AE8230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92AC7-0827-12B5-0AAE-2968C36B5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CDF6D-862B-0B53-3512-8FAA04CD1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8AA5E9-3E82-7F96-4BC2-05F80B8C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E3ED4-D57B-24DE-79C9-4D06C6EE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A55E0-2B27-B4DC-2C17-97F40776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4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87B1-EA7C-F53F-25E1-53CC0032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001E3-6508-CC56-C19C-1B1259E9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A1F17-8E46-5B90-8CA8-01F0C72F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A5FA6-047D-7856-E6EA-C24D2D88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73252-AE28-04F8-BF85-D7D0AD0B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6A591-D40E-7746-B126-E026E40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49101-66AF-39BA-3F7C-30D0E6D3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3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9C43-2883-7E89-AF77-857A47CB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9F1A-06E9-F0FD-09DB-DC767ED1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AC787-739D-FBC5-826B-225DD8E1C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8225A-A32E-035B-E0BF-E308A665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AC81-81CE-2733-F6BA-C6CC2C35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E3FE6-20E5-EA23-26FC-B2FBCF18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7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8EEA-60E4-E7A3-04E4-BF0042D9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F3413-430E-EB4D-B7A0-FAB123B1F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4ABA3-5F9B-DD42-58B9-E790C6D7A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0E6AF-8172-B52C-DBE2-1EBC85BA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724E-7ECA-2083-D8E7-A2980C2F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4730D-3F48-18AC-43EB-ABCCF4B9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2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B81C-97A4-A968-5D52-8A219D77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15DFC-D5A5-A4F7-F6BD-BFAF5FDF7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2F06-972C-64A1-75BD-078A189A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204F-9A8F-108B-DB5E-CD05E6D7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EE620-4663-56DE-5B3D-86EF082D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6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6466A-4009-7F87-FE98-B4B0CDA82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F3B8F-060E-24C9-62EE-E475AE1CE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23CB7-7B25-5E6F-58BF-2FED9C4C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B6BF-19FB-F916-DFAE-C9196D16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DA890-08DF-7BF2-B64C-86720AF4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03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57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4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85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3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44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24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0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331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2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66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18FFC-13A0-B609-8222-39B51A89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425BF-DD17-84CC-126E-AECA9950C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A38DB-6E67-DA52-E496-06DD5992F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4AE41-8EDF-47E8-B64C-F9046FF5481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0F0F0-B6B1-5C9F-BFE7-566F654B7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B52D-4C32-36EC-9A1A-4F8B3AA02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222A4-CD77-4F72-ABB1-F131A0948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5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6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Spanning_tree#/media/File:4x4_grid_spanning_tree.sv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Minimum_spanning_tree#/media/File:Minimum_spanning_tree.sv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ZBQLXgSGf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prims-minimum-spanning-tree-mst-greedy-algo-5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/>
              <a:t>Data Structures and Algorithms I.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hu-HU" dirty="0"/>
              <a:t>University of </a:t>
            </a:r>
            <a:r>
              <a:rPr lang="en-US" dirty="0"/>
              <a:t>Szeged – Robert Nagy</a:t>
            </a:r>
          </a:p>
          <a:p>
            <a:r>
              <a:rPr lang="en-US" dirty="0"/>
              <a:t>2025/26. Autumn Semester</a:t>
            </a:r>
          </a:p>
          <a:p>
            <a:endParaRPr lang="hu-HU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B619E-C942-353A-4BAF-B8BFAD35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10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5B1EA-0821-8C22-CBC2-FED189949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Weighted, undirected graph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099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5073F-4CC5-9F40-B756-559C8D3D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Spanning tree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52A2D-B94C-C009-4AB6-721EC1330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597" y="624585"/>
            <a:ext cx="5608830" cy="56088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531B6-A91C-D015-1694-5397FBDB7ED6}"/>
              </a:ext>
            </a:extLst>
          </p:cNvPr>
          <p:cNvSpPr txBox="1"/>
          <p:nvPr/>
        </p:nvSpPr>
        <p:spPr>
          <a:xfrm>
            <a:off x="398086" y="115100"/>
            <a:ext cx="8545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https://en.wikipedia.org/wiki/Spanning_tree#/media/File:4x4_grid_spanning_tree.svg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97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E255E-DC00-28FE-BCB9-92EE88384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9390" y="528905"/>
            <a:ext cx="7696200" cy="62082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D38F3E-8511-F755-102B-638F1FFF2CCE}"/>
              </a:ext>
            </a:extLst>
          </p:cNvPr>
          <p:cNvSpPr txBox="1"/>
          <p:nvPr/>
        </p:nvSpPr>
        <p:spPr>
          <a:xfrm>
            <a:off x="0" y="0"/>
            <a:ext cx="969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https://en.wikipedia.org/wiki/Minimum_spanning_tree#/media/File:Minimum_spanning_tree.svg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6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F05D4-C676-563B-919A-F919150C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Real world usage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6461F5-9001-F6DC-62CA-DBB50A269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12739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97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7980-0723-48A3-F073-CBE2FB75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A689-AF30-79A6-0D83-999F392EA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Sort the edges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48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CAB3-EC47-195E-1AA3-AE5AD028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8D2E-55CC-3770-55D2-15B44D09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0357-05F0-1535-8062-A1AA4604C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Sort the edges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the cheapest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2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B0E9-5CD4-F186-7B18-9C817FF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21CA-9B37-4BCD-5DE5-E54E6274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517A-6769-2550-EC77-1E990707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Sort the edges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the cheapest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building disjoint sets until they become one single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3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E42D37-254E-E008-262F-C962F0430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C321C8-72AB-55C0-74A6-29C6BD88AEF4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3550F-0B23-7074-DA2B-CBA8276257AB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1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E4CF-430B-806E-EA21-A6D6619B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56CFE-A743-101A-A271-EC0E0655B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0E2A08-8C29-1643-1E96-EFB12F0A691C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4E499-0587-1316-418A-F14FC9C57DC2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0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8A08-2772-AF5D-FFB5-C1C22564D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ACDF9-64D1-7808-5FEA-7AEA8CC5E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33C523-CD72-917E-75E5-C140211DDF10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7861FD-BEF3-8DFB-8D6C-3B2746A9BDCD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71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DC67-2744-FCF7-A3E8-E4483058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553C58-962D-19DF-783A-1B95276DA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4EA117-A59B-AAF6-12EC-1F328D3D6173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4CBFE1-2289-DA12-361F-7D52FB8CF195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9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575C-1987-1F3B-5EE3-ADD51AAF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93A0E-B4C4-9B69-CCC1-0230223DD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B73229-7D04-0510-B278-1758FEA47022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281310-9BFF-2997-67F5-38767873167C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15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0B04-9B0E-C917-F6D3-7DF7B59E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B15CB3-5C62-1A56-8D88-5DF6EB0A5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AF630D-2195-5225-7513-E7282B8EF287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8F793-8623-10D7-6691-E71501968F0B}"/>
              </a:ext>
            </a:extLst>
          </p:cNvPr>
          <p:cNvSpPr/>
          <p:nvPr/>
        </p:nvSpPr>
        <p:spPr>
          <a:xfrm>
            <a:off x="6637867" y="569862"/>
            <a:ext cx="2472267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56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6681-D07A-A3DB-01B9-98CC3CFB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C5B9AF-2407-A20B-5A6B-39BAACC93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282ED8-D622-CD03-AB49-3A8CA1A07BB9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4077F-38D4-0CC3-1898-59DBA3ECE660}"/>
              </a:ext>
            </a:extLst>
          </p:cNvPr>
          <p:cNvSpPr/>
          <p:nvPr/>
        </p:nvSpPr>
        <p:spPr>
          <a:xfrm>
            <a:off x="6637867" y="569862"/>
            <a:ext cx="2810933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54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5E98-6420-E7F3-C0B9-F5FEBB45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17EB76-B0F8-77A6-9274-D92D9D4B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CAC723-FB02-5268-9144-D55003629EB2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751760-8B95-D2DA-A38C-881D03F807CB}"/>
              </a:ext>
            </a:extLst>
          </p:cNvPr>
          <p:cNvSpPr/>
          <p:nvPr/>
        </p:nvSpPr>
        <p:spPr>
          <a:xfrm>
            <a:off x="6637867" y="569862"/>
            <a:ext cx="2810933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42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1F14-5552-4366-B460-D7B490F7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96083E-0EAC-B2C8-165B-6D43955AB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132" y="569862"/>
            <a:ext cx="10575735" cy="60647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3F89E-CE66-B86D-2018-0DDAAE6F69B3}"/>
              </a:ext>
            </a:extLst>
          </p:cNvPr>
          <p:cNvSpPr txBox="1"/>
          <p:nvPr/>
        </p:nvSpPr>
        <p:spPr>
          <a:xfrm>
            <a:off x="3531034" y="170110"/>
            <a:ext cx="512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https://www.youtube.com/watch?v=JZBQLXgSGfs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148C6-87C4-8A4E-EC29-AFFC73FC7E1A}"/>
              </a:ext>
            </a:extLst>
          </p:cNvPr>
          <p:cNvSpPr/>
          <p:nvPr/>
        </p:nvSpPr>
        <p:spPr>
          <a:xfrm>
            <a:off x="6637867" y="569862"/>
            <a:ext cx="2810933" cy="386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5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AA5A-37D9-74BF-E736-B01B8AF7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9F7C0-68BD-7A1B-880A-099840BF0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https://www.geeksforgeeks.org/dsa/</a:t>
            </a:r>
            <a:r>
              <a:rPr lang="en-US">
                <a:hlinkClick r:id="rId2"/>
              </a:rPr>
              <a:t>prims-minimum-spanning-tree-mst-greedy-algo-5/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255</Words>
  <Application>Microsoft Office PowerPoint</Application>
  <PresentationFormat>Widescreen</PresentationFormat>
  <Paragraphs>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1_Office Theme</vt:lpstr>
      <vt:lpstr>Data Structures and Algorithms I.</vt:lpstr>
      <vt:lpstr>Minimum spanning tree</vt:lpstr>
      <vt:lpstr>Spanning tree</vt:lpstr>
      <vt:lpstr>PowerPoint Presentation</vt:lpstr>
      <vt:lpstr>Real world usage</vt:lpstr>
      <vt:lpstr>Kruskal’s algorithm</vt:lpstr>
      <vt:lpstr>Kruskal’s algorithm</vt:lpstr>
      <vt:lpstr>Kruskal’s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Prim’s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5</cp:revision>
  <dcterms:created xsi:type="dcterms:W3CDTF">2025-09-06T22:19:17Z</dcterms:created>
  <dcterms:modified xsi:type="dcterms:W3CDTF">2025-09-14T17:19:54Z</dcterms:modified>
</cp:coreProperties>
</file>