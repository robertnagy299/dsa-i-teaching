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60" r:id="rId5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1033-E2EC-D69E-E515-26959AC8E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424555-E0FE-4BAD-740B-4F986FBFBA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FF61CD-A89E-4F63-85BC-7B8B619FE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0DE6E-B70D-01A4-751F-EFF666CBF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0B76B-347B-18C1-4477-DED71D9F6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589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B5065-0673-BA0E-4BF9-175743AAD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F9AA6-9E9F-E098-ADAA-A5BE524F2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23FB9-532C-1377-FD29-BEAB349F6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6C3DC9-A344-DEEC-3478-F3ED419A5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019D47-B65B-5EF5-2E05-9A183CAF0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787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915BD-0340-FD44-ADBB-44C210536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C7890-1D6B-0138-8569-A210CFB17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F86155-4D81-1DF0-2109-C7CE9AFB3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73798-8ABA-D485-D1FD-0A8F49723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4FE875-D6D5-F6C8-62DF-95CA6076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570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83DC-9F54-C1F5-49FC-2BA653C10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F684B-19C4-80D9-59EE-DB928201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8D54A6-EE80-2080-7FB2-E86622C323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33980A-29EB-2CDF-5AB3-2026445A9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7F82FD-53F0-097D-B754-FA73BFCF5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44B192-2397-EB52-C251-139F28D9A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3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0C9C4-E61E-0534-271B-84E5BC504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96709D-D270-4F25-318D-5075B509F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7EB9C3-688D-37D4-6C55-0E1AE82301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B92AC7-0827-12B5-0AAE-2968C36B55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ECDF6D-862B-0B53-3512-8FAA04CD1E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8AA5E9-3E82-7F96-4BC2-05F80B8CD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5E3ED4-D57B-24DE-79C9-4D06C6EE5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6A55E0-2B27-B4DC-2C17-97F407766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747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B87B1-EA7C-F53F-25E1-53CC0032E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2001E3-6508-CC56-C19C-1B1259E91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6A1F17-8E46-5B90-8CA8-01F0C72F4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EA5FA6-047D-7856-E6EA-C24D2D88E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0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773252-AE28-04F8-BF85-D7D0AD0BE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36A591-D40E-7746-B126-E026E40EE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149101-66AF-39BA-3F7C-30D0E6D3C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631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59C43-2883-7E89-AF77-857A47CB4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69F1A-06E9-F0FD-09DB-DC767ED1F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AC787-739D-FBC5-826B-225DD8E1C9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E8225A-A32E-035B-E0BF-E308A6656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87AC81-81CE-2733-F6BA-C6CC2C352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1E3FE6-20E5-EA23-26FC-B2FBCF18B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72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28EEA-60E4-E7A3-04E4-BF0042D95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F3413-430E-EB4D-B7A0-FAB123B1FF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64ABA3-5F9B-DD42-58B9-E790C6D7AF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F0E6AF-8172-B52C-DBE2-1EBC85BA4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A724E-7ECA-2083-D8E7-A2980C2FA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D4730D-3F48-18AC-43EB-ABCCF4B9B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522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7B81C-97A4-A968-5D52-8A219D77C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C15DFC-D5A5-A4F7-F6BD-BFAF5FDF7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82F06-972C-64A1-75BD-078A189AA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7204F-9A8F-108B-DB5E-CD05E6D7D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EE620-4663-56DE-5B3D-86EF082D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362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46466A-4009-7F87-FE98-B4B0CDA828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1F3B8F-060E-24C9-62EE-E475AE1CE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23CB7-7B25-5E6F-58BF-2FED9C4C5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CB6BF-19FB-F916-DFAE-C9196D16A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DA890-08DF-7BF2-B64C-86720AF41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603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8576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4749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6856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4322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6443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0249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408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1331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20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8664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245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F18FFC-13A0-B609-8222-39B51A89C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425BF-DD17-84CC-126E-AECA9950CD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A38DB-6E67-DA52-E496-06DD5992F8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84AE41-8EDF-47E8-B64C-F9046FF5481A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0F0F0-B6B1-5C9F-BFE7-566F654B7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BB52D-4C32-36EC-9A1A-4F8B3AA02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551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86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en.wikipedia.org/wiki/Spanning_tree#/media/File:4x4_grid_spanning_tree.svg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en.wikipedia.org/wiki/Minimum_spanning_tree#/media/File:Minimum_spanning_tree.svg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" name="Rectangle 103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US"/>
              <a:t>Data Structures and Algorithms I.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hu-HU" dirty="0"/>
              <a:t>University of </a:t>
            </a:r>
            <a:r>
              <a:rPr lang="en-US" dirty="0"/>
              <a:t>Szeged – Robert Nagy</a:t>
            </a:r>
          </a:p>
          <a:p>
            <a:r>
              <a:rPr lang="en-US" dirty="0"/>
              <a:t>2025/26. Autumn Semester</a:t>
            </a:r>
          </a:p>
          <a:p>
            <a:endParaRPr lang="hu-HU" dirty="0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5" name="Freeform: Shape 11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</p:spPr>
      </p:pic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AB619E-C942-353A-4BAF-B8BFAD35C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6100"/>
              <a:t>Minimum spanning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5B1EA-0821-8C22-CBC2-FED1899491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 dirty="0"/>
              <a:t>Weighted, undirected graph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90993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180DE06-7362-4888-AADA-7AADD57AC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5073F-4CC5-9F40-B756-559C8D3DE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1384" y="679730"/>
            <a:ext cx="4171994" cy="393272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Spanning tree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2218698" y="2733627"/>
            <a:ext cx="1340409" cy="5777807"/>
            <a:chOff x="329184" y="2"/>
            <a:chExt cx="524256" cy="577780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2"/>
              <a:ext cx="524256" cy="566677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23" y="372533"/>
            <a:ext cx="6116779" cy="606872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1D52A2D-B94C-C009-4AB6-721EC133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2597" y="624585"/>
            <a:ext cx="5608830" cy="56088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531B6-A91C-D015-1694-5397FBDB7ED6}"/>
              </a:ext>
            </a:extLst>
          </p:cNvPr>
          <p:cNvSpPr txBox="1"/>
          <p:nvPr/>
        </p:nvSpPr>
        <p:spPr>
          <a:xfrm>
            <a:off x="398086" y="115100"/>
            <a:ext cx="8545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https://en.wikipedia.org/wiki/Spanning_tree#/media/File:4x4_grid_spanning_tree.svg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9793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7E255E-DC00-28FE-BCB9-92EE883840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9390" y="528905"/>
            <a:ext cx="7696200" cy="620826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D38F3E-8511-F755-102B-638F1FFF2CCE}"/>
              </a:ext>
            </a:extLst>
          </p:cNvPr>
          <p:cNvSpPr txBox="1"/>
          <p:nvPr/>
        </p:nvSpPr>
        <p:spPr>
          <a:xfrm>
            <a:off x="0" y="0"/>
            <a:ext cx="96940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https://en.wikipedia.org/wiki/Minimum_spanning_tree#/media/File:Minimum_spanning_tree.svg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60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57980-0723-48A3-F073-CBE2FB752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Kruskal’s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EA689-AF30-79A6-0D83-999F392EA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488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81</Words>
  <Application>Microsoft Office PowerPoint</Application>
  <PresentationFormat>Widescreen</PresentationFormat>
  <Paragraphs>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1_Office Theme</vt:lpstr>
      <vt:lpstr>Data Structures and Algorithms I.</vt:lpstr>
      <vt:lpstr>Minimum spanning tree</vt:lpstr>
      <vt:lpstr>Spanning tree</vt:lpstr>
      <vt:lpstr>PowerPoint Presentation</vt:lpstr>
      <vt:lpstr>Kruskal’s algorithm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2</cp:revision>
  <dcterms:created xsi:type="dcterms:W3CDTF">2025-09-06T22:19:17Z</dcterms:created>
  <dcterms:modified xsi:type="dcterms:W3CDTF">2025-09-06T22:49:41Z</dcterms:modified>
</cp:coreProperties>
</file>