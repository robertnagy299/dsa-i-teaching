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3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60" r:id="rId5"/>
    <p:sldId id="258" r:id="rId6"/>
    <p:sldId id="261" r:id="rId7"/>
    <p:sldId id="259" r:id="rId8"/>
    <p:sldId id="262" r:id="rId9"/>
    <p:sldId id="263" r:id="rId10"/>
    <p:sldId id="264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313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9" r:id="rId32"/>
    <p:sldId id="288" r:id="rId33"/>
    <p:sldId id="290" r:id="rId34"/>
    <p:sldId id="291" r:id="rId35"/>
    <p:sldId id="293" r:id="rId36"/>
    <p:sldId id="292" r:id="rId37"/>
    <p:sldId id="294" r:id="rId38"/>
    <p:sldId id="295" r:id="rId39"/>
    <p:sldId id="296" r:id="rId40"/>
    <p:sldId id="297" r:id="rId41"/>
    <p:sldId id="298" r:id="rId42"/>
    <p:sldId id="300" r:id="rId43"/>
    <p:sldId id="301" r:id="rId44"/>
    <p:sldId id="302" r:id="rId45"/>
    <p:sldId id="303" r:id="rId46"/>
    <p:sldId id="304" r:id="rId47"/>
    <p:sldId id="305" r:id="rId48"/>
    <p:sldId id="306" r:id="rId49"/>
    <p:sldId id="307" r:id="rId50"/>
    <p:sldId id="309" r:id="rId51"/>
    <p:sldId id="310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image" Target="../media/image340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image" Target="../media/image4.sv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FC34C8-A50E-48B4-9C88-0CB909173EDE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92DCD78-995E-4AD3-9A03-2BE02BC57B55}">
      <dgm:prSet custT="1"/>
      <dgm:spPr/>
      <dgm:t>
        <a:bodyPr/>
        <a:lstStyle/>
        <a:p>
          <a:pPr>
            <a:defRPr cap="all"/>
          </a:pPr>
          <a:r>
            <a:rPr lang="en-US" sz="2000" b="1" dirty="0"/>
            <a:t>Telecommunication networks</a:t>
          </a:r>
        </a:p>
      </dgm:t>
    </dgm:pt>
    <dgm:pt modelId="{5B90DCC7-7C16-462B-81DA-D4DED5DFA693}" type="parTrans" cxnId="{799B0D17-6D3D-4EE4-97AF-B3A06EB93353}">
      <dgm:prSet/>
      <dgm:spPr/>
      <dgm:t>
        <a:bodyPr/>
        <a:lstStyle/>
        <a:p>
          <a:endParaRPr lang="en-US" sz="2000" b="1"/>
        </a:p>
      </dgm:t>
    </dgm:pt>
    <dgm:pt modelId="{DD89640D-14BE-458B-B6B8-0B703B23C435}" type="sibTrans" cxnId="{799B0D17-6D3D-4EE4-97AF-B3A06EB93353}">
      <dgm:prSet/>
      <dgm:spPr/>
      <dgm:t>
        <a:bodyPr/>
        <a:lstStyle/>
        <a:p>
          <a:endParaRPr lang="en-US" sz="2000" b="1"/>
        </a:p>
      </dgm:t>
    </dgm:pt>
    <dgm:pt modelId="{5BB958D4-1C51-4026-8AFA-626617649476}">
      <dgm:prSet custT="1"/>
      <dgm:spPr/>
      <dgm:t>
        <a:bodyPr/>
        <a:lstStyle/>
        <a:p>
          <a:pPr>
            <a:defRPr cap="all"/>
          </a:pPr>
          <a:r>
            <a:rPr lang="en-US" sz="2000" b="1" dirty="0"/>
            <a:t>Transportation networks</a:t>
          </a:r>
        </a:p>
      </dgm:t>
    </dgm:pt>
    <dgm:pt modelId="{5351AA72-B4D7-4EFE-A921-3211E7EFADF0}" type="parTrans" cxnId="{8B4558EE-FD08-417C-B63A-0CEF12ADC070}">
      <dgm:prSet/>
      <dgm:spPr/>
      <dgm:t>
        <a:bodyPr/>
        <a:lstStyle/>
        <a:p>
          <a:endParaRPr lang="en-US" sz="2000" b="1"/>
        </a:p>
      </dgm:t>
    </dgm:pt>
    <dgm:pt modelId="{E8E7CD07-0D7B-4BCF-97F5-C7CE6BD1E543}" type="sibTrans" cxnId="{8B4558EE-FD08-417C-B63A-0CEF12ADC070}">
      <dgm:prSet/>
      <dgm:spPr/>
      <dgm:t>
        <a:bodyPr/>
        <a:lstStyle/>
        <a:p>
          <a:endParaRPr lang="en-US" sz="2000" b="1"/>
        </a:p>
      </dgm:t>
    </dgm:pt>
    <dgm:pt modelId="{3C1F278C-3C53-4562-84A0-626D53D60268}">
      <dgm:prSet custT="1"/>
      <dgm:spPr/>
      <dgm:t>
        <a:bodyPr/>
        <a:lstStyle/>
        <a:p>
          <a:pPr>
            <a:defRPr cap="all"/>
          </a:pPr>
          <a:r>
            <a:rPr lang="en-US" sz="2000" b="1"/>
            <a:t>Water supply networks</a:t>
          </a:r>
        </a:p>
      </dgm:t>
    </dgm:pt>
    <dgm:pt modelId="{2C7CCE1C-8E6B-4DBF-89AF-39892A961B81}" type="parTrans" cxnId="{4AD302E0-2266-44FF-ACD2-ABACB6F2E9FC}">
      <dgm:prSet/>
      <dgm:spPr/>
      <dgm:t>
        <a:bodyPr/>
        <a:lstStyle/>
        <a:p>
          <a:endParaRPr lang="en-US" sz="2000" b="1"/>
        </a:p>
      </dgm:t>
    </dgm:pt>
    <dgm:pt modelId="{F57E2F59-CFFB-4719-B669-610DB2B9203A}" type="sibTrans" cxnId="{4AD302E0-2266-44FF-ACD2-ABACB6F2E9FC}">
      <dgm:prSet/>
      <dgm:spPr/>
      <dgm:t>
        <a:bodyPr/>
        <a:lstStyle/>
        <a:p>
          <a:endParaRPr lang="en-US" sz="2000" b="1"/>
        </a:p>
      </dgm:t>
    </dgm:pt>
    <dgm:pt modelId="{2E036750-ACCC-4000-B571-002F3BC3AC28}">
      <dgm:prSet custT="1"/>
      <dgm:spPr/>
      <dgm:t>
        <a:bodyPr/>
        <a:lstStyle/>
        <a:p>
          <a:pPr>
            <a:defRPr cap="all"/>
          </a:pPr>
          <a:r>
            <a:rPr lang="en-US" sz="2000" b="1"/>
            <a:t>Electrical grids</a:t>
          </a:r>
        </a:p>
      </dgm:t>
    </dgm:pt>
    <dgm:pt modelId="{25C2E08C-39BA-4566-965B-9F132CA35878}" type="parTrans" cxnId="{EDCB0E09-A1F7-454D-BD3D-AF1BE2F2A56C}">
      <dgm:prSet/>
      <dgm:spPr/>
      <dgm:t>
        <a:bodyPr/>
        <a:lstStyle/>
        <a:p>
          <a:endParaRPr lang="en-US" sz="2000" b="1"/>
        </a:p>
      </dgm:t>
    </dgm:pt>
    <dgm:pt modelId="{FEC0AD7A-9912-4784-877A-49782F3AA09B}" type="sibTrans" cxnId="{EDCB0E09-A1F7-454D-BD3D-AF1BE2F2A56C}">
      <dgm:prSet/>
      <dgm:spPr/>
      <dgm:t>
        <a:bodyPr/>
        <a:lstStyle/>
        <a:p>
          <a:endParaRPr lang="en-US" sz="2000" b="1"/>
        </a:p>
      </dgm:t>
    </dgm:pt>
    <dgm:pt modelId="{A75AC3D6-37CE-49FB-B97E-9C915BFDED07}" type="pres">
      <dgm:prSet presAssocID="{8CFC34C8-A50E-48B4-9C88-0CB909173EDE}" presName="root" presStyleCnt="0">
        <dgm:presLayoutVars>
          <dgm:dir/>
          <dgm:resizeHandles val="exact"/>
        </dgm:presLayoutVars>
      </dgm:prSet>
      <dgm:spPr/>
    </dgm:pt>
    <dgm:pt modelId="{EB717744-5F90-4E11-A80B-214B93F1B43D}" type="pres">
      <dgm:prSet presAssocID="{092DCD78-995E-4AD3-9A03-2BE02BC57B55}" presName="compNode" presStyleCnt="0"/>
      <dgm:spPr/>
    </dgm:pt>
    <dgm:pt modelId="{848010E0-1476-4AC0-8B58-F324FB3A9E9F}" type="pres">
      <dgm:prSet presAssocID="{092DCD78-995E-4AD3-9A03-2BE02BC57B55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514EA6D1-DAE1-4902-A3B4-4F813DDAE5F6}" type="pres">
      <dgm:prSet presAssocID="{092DCD78-995E-4AD3-9A03-2BE02BC57B55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phone"/>
        </a:ext>
      </dgm:extLst>
    </dgm:pt>
    <dgm:pt modelId="{8A7E4068-AAC8-4497-9542-4C2587DA8645}" type="pres">
      <dgm:prSet presAssocID="{092DCD78-995E-4AD3-9A03-2BE02BC57B55}" presName="spaceRect" presStyleCnt="0"/>
      <dgm:spPr/>
    </dgm:pt>
    <dgm:pt modelId="{DECDDAD5-5578-4620-8D22-4AAB47EA3C9E}" type="pres">
      <dgm:prSet presAssocID="{092DCD78-995E-4AD3-9A03-2BE02BC57B55}" presName="textRect" presStyleLbl="revTx" presStyleIdx="0" presStyleCnt="4" custScaleX="130619">
        <dgm:presLayoutVars>
          <dgm:chMax val="1"/>
          <dgm:chPref val="1"/>
        </dgm:presLayoutVars>
      </dgm:prSet>
      <dgm:spPr/>
    </dgm:pt>
    <dgm:pt modelId="{B9A9B1BF-1919-4588-995F-EC9DA8A17469}" type="pres">
      <dgm:prSet presAssocID="{DD89640D-14BE-458B-B6B8-0B703B23C435}" presName="sibTrans" presStyleCnt="0"/>
      <dgm:spPr/>
    </dgm:pt>
    <dgm:pt modelId="{8BD47C88-76F7-413E-A3EB-2F921D1A44D3}" type="pres">
      <dgm:prSet presAssocID="{5BB958D4-1C51-4026-8AFA-626617649476}" presName="compNode" presStyleCnt="0"/>
      <dgm:spPr/>
    </dgm:pt>
    <dgm:pt modelId="{480F1437-F17C-4C58-BB96-74A31B5EEC24}" type="pres">
      <dgm:prSet presAssocID="{5BB958D4-1C51-4026-8AFA-62661764947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45AE9C67-4E0E-4985-9906-4AC3B4D148D7}" type="pres">
      <dgm:prSet presAssocID="{5BB958D4-1C51-4026-8AFA-626617649476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"/>
        </a:ext>
      </dgm:extLst>
    </dgm:pt>
    <dgm:pt modelId="{5D1FE0E7-F845-41A9-9C50-128BB6268FED}" type="pres">
      <dgm:prSet presAssocID="{5BB958D4-1C51-4026-8AFA-626617649476}" presName="spaceRect" presStyleCnt="0"/>
      <dgm:spPr/>
    </dgm:pt>
    <dgm:pt modelId="{22DFA8EF-47F3-4F8A-99F8-DA75587DD7FC}" type="pres">
      <dgm:prSet presAssocID="{5BB958D4-1C51-4026-8AFA-626617649476}" presName="textRect" presStyleLbl="revTx" presStyleIdx="1" presStyleCnt="4" custScaleX="108389">
        <dgm:presLayoutVars>
          <dgm:chMax val="1"/>
          <dgm:chPref val="1"/>
        </dgm:presLayoutVars>
      </dgm:prSet>
      <dgm:spPr/>
    </dgm:pt>
    <dgm:pt modelId="{CB502CB1-7EEB-4DDA-B2A9-7C34ED9A119C}" type="pres">
      <dgm:prSet presAssocID="{E8E7CD07-0D7B-4BCF-97F5-C7CE6BD1E543}" presName="sibTrans" presStyleCnt="0"/>
      <dgm:spPr/>
    </dgm:pt>
    <dgm:pt modelId="{D6209A4E-AF3E-4DE0-BCCB-D480A5426D81}" type="pres">
      <dgm:prSet presAssocID="{3C1F278C-3C53-4562-84A0-626D53D60268}" presName="compNode" presStyleCnt="0"/>
      <dgm:spPr/>
    </dgm:pt>
    <dgm:pt modelId="{267C0D64-11C1-4551-9398-AA8C265A7738}" type="pres">
      <dgm:prSet presAssocID="{3C1F278C-3C53-4562-84A0-626D53D60268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08317F6-2BD6-4EE7-9FEB-BD7B1CE6C712}" type="pres">
      <dgm:prSet presAssocID="{3C1F278C-3C53-4562-84A0-626D53D60268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ter"/>
        </a:ext>
      </dgm:extLst>
    </dgm:pt>
    <dgm:pt modelId="{58942A1D-6A69-411A-9E1F-5DC1CEC12A05}" type="pres">
      <dgm:prSet presAssocID="{3C1F278C-3C53-4562-84A0-626D53D60268}" presName="spaceRect" presStyleCnt="0"/>
      <dgm:spPr/>
    </dgm:pt>
    <dgm:pt modelId="{B2A79036-0833-4C61-A093-E6ADF08C982E}" type="pres">
      <dgm:prSet presAssocID="{3C1F278C-3C53-4562-84A0-626D53D60268}" presName="textRect" presStyleLbl="revTx" presStyleIdx="2" presStyleCnt="4">
        <dgm:presLayoutVars>
          <dgm:chMax val="1"/>
          <dgm:chPref val="1"/>
        </dgm:presLayoutVars>
      </dgm:prSet>
      <dgm:spPr/>
    </dgm:pt>
    <dgm:pt modelId="{C67ABE4F-A472-47CB-B217-16EE82E5D477}" type="pres">
      <dgm:prSet presAssocID="{F57E2F59-CFFB-4719-B669-610DB2B9203A}" presName="sibTrans" presStyleCnt="0"/>
      <dgm:spPr/>
    </dgm:pt>
    <dgm:pt modelId="{808DC293-CFA6-485B-AB91-502963A9D023}" type="pres">
      <dgm:prSet presAssocID="{2E036750-ACCC-4000-B571-002F3BC3AC28}" presName="compNode" presStyleCnt="0"/>
      <dgm:spPr/>
    </dgm:pt>
    <dgm:pt modelId="{67948D8F-FC72-45F1-AF58-5E53B551EA4F}" type="pres">
      <dgm:prSet presAssocID="{2E036750-ACCC-4000-B571-002F3BC3AC28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F282795-EC3B-4111-B09C-20F9131F061D}" type="pres">
      <dgm:prSet presAssocID="{2E036750-ACCC-4000-B571-002F3BC3AC28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AEDFF65C-4C3E-4D48-9551-7CB8450956EB}" type="pres">
      <dgm:prSet presAssocID="{2E036750-ACCC-4000-B571-002F3BC3AC28}" presName="spaceRect" presStyleCnt="0"/>
      <dgm:spPr/>
    </dgm:pt>
    <dgm:pt modelId="{C77FEB97-8E1B-4699-83F9-F9EAA5AC5DF4}" type="pres">
      <dgm:prSet presAssocID="{2E036750-ACCC-4000-B571-002F3BC3AC2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EDCB0E09-A1F7-454D-BD3D-AF1BE2F2A56C}" srcId="{8CFC34C8-A50E-48B4-9C88-0CB909173EDE}" destId="{2E036750-ACCC-4000-B571-002F3BC3AC28}" srcOrd="3" destOrd="0" parTransId="{25C2E08C-39BA-4566-965B-9F132CA35878}" sibTransId="{FEC0AD7A-9912-4784-877A-49782F3AA09B}"/>
    <dgm:cxn modelId="{799B0D17-6D3D-4EE4-97AF-B3A06EB93353}" srcId="{8CFC34C8-A50E-48B4-9C88-0CB909173EDE}" destId="{092DCD78-995E-4AD3-9A03-2BE02BC57B55}" srcOrd="0" destOrd="0" parTransId="{5B90DCC7-7C16-462B-81DA-D4DED5DFA693}" sibTransId="{DD89640D-14BE-458B-B6B8-0B703B23C435}"/>
    <dgm:cxn modelId="{A0529D19-3C2E-404D-ADF3-DA5EE6171DE9}" type="presOf" srcId="{8CFC34C8-A50E-48B4-9C88-0CB909173EDE}" destId="{A75AC3D6-37CE-49FB-B97E-9C915BFDED07}" srcOrd="0" destOrd="0" presId="urn:microsoft.com/office/officeart/2018/5/layout/IconLeafLabelList"/>
    <dgm:cxn modelId="{54E9CF40-4DBE-4B2E-B962-581038E511CA}" type="presOf" srcId="{092DCD78-995E-4AD3-9A03-2BE02BC57B55}" destId="{DECDDAD5-5578-4620-8D22-4AAB47EA3C9E}" srcOrd="0" destOrd="0" presId="urn:microsoft.com/office/officeart/2018/5/layout/IconLeafLabelList"/>
    <dgm:cxn modelId="{9125C771-78F4-423D-960A-AB4F6A349DFD}" type="presOf" srcId="{3C1F278C-3C53-4562-84A0-626D53D60268}" destId="{B2A79036-0833-4C61-A093-E6ADF08C982E}" srcOrd="0" destOrd="0" presId="urn:microsoft.com/office/officeart/2018/5/layout/IconLeafLabelList"/>
    <dgm:cxn modelId="{81A4108B-8E31-493C-9D70-C4A1D265218B}" type="presOf" srcId="{5BB958D4-1C51-4026-8AFA-626617649476}" destId="{22DFA8EF-47F3-4F8A-99F8-DA75587DD7FC}" srcOrd="0" destOrd="0" presId="urn:microsoft.com/office/officeart/2018/5/layout/IconLeafLabelList"/>
    <dgm:cxn modelId="{B0A40FB8-047F-4AAE-80B8-CE0D97DE34F4}" type="presOf" srcId="{2E036750-ACCC-4000-B571-002F3BC3AC28}" destId="{C77FEB97-8E1B-4699-83F9-F9EAA5AC5DF4}" srcOrd="0" destOrd="0" presId="urn:microsoft.com/office/officeart/2018/5/layout/IconLeafLabelList"/>
    <dgm:cxn modelId="{4AD302E0-2266-44FF-ACD2-ABACB6F2E9FC}" srcId="{8CFC34C8-A50E-48B4-9C88-0CB909173EDE}" destId="{3C1F278C-3C53-4562-84A0-626D53D60268}" srcOrd="2" destOrd="0" parTransId="{2C7CCE1C-8E6B-4DBF-89AF-39892A961B81}" sibTransId="{F57E2F59-CFFB-4719-B669-610DB2B9203A}"/>
    <dgm:cxn modelId="{8B4558EE-FD08-417C-B63A-0CEF12ADC070}" srcId="{8CFC34C8-A50E-48B4-9C88-0CB909173EDE}" destId="{5BB958D4-1C51-4026-8AFA-626617649476}" srcOrd="1" destOrd="0" parTransId="{5351AA72-B4D7-4EFE-A921-3211E7EFADF0}" sibTransId="{E8E7CD07-0D7B-4BCF-97F5-C7CE6BD1E543}"/>
    <dgm:cxn modelId="{E11F69A8-8082-4CD2-8DD8-DD3D2C3F53ED}" type="presParOf" srcId="{A75AC3D6-37CE-49FB-B97E-9C915BFDED07}" destId="{EB717744-5F90-4E11-A80B-214B93F1B43D}" srcOrd="0" destOrd="0" presId="urn:microsoft.com/office/officeart/2018/5/layout/IconLeafLabelList"/>
    <dgm:cxn modelId="{15BA9CF2-AD95-48EB-98CF-B3A455FE5E50}" type="presParOf" srcId="{EB717744-5F90-4E11-A80B-214B93F1B43D}" destId="{848010E0-1476-4AC0-8B58-F324FB3A9E9F}" srcOrd="0" destOrd="0" presId="urn:microsoft.com/office/officeart/2018/5/layout/IconLeafLabelList"/>
    <dgm:cxn modelId="{9B88BBE9-84A0-4B93-B7C7-3F86613C9A66}" type="presParOf" srcId="{EB717744-5F90-4E11-A80B-214B93F1B43D}" destId="{514EA6D1-DAE1-4902-A3B4-4F813DDAE5F6}" srcOrd="1" destOrd="0" presId="urn:microsoft.com/office/officeart/2018/5/layout/IconLeafLabelList"/>
    <dgm:cxn modelId="{6DA109C4-BDED-4A6A-9A92-7FD27ED891DA}" type="presParOf" srcId="{EB717744-5F90-4E11-A80B-214B93F1B43D}" destId="{8A7E4068-AAC8-4497-9542-4C2587DA8645}" srcOrd="2" destOrd="0" presId="urn:microsoft.com/office/officeart/2018/5/layout/IconLeafLabelList"/>
    <dgm:cxn modelId="{C39A952B-5051-4D06-93CC-4E3FD3A6F0E6}" type="presParOf" srcId="{EB717744-5F90-4E11-A80B-214B93F1B43D}" destId="{DECDDAD5-5578-4620-8D22-4AAB47EA3C9E}" srcOrd="3" destOrd="0" presId="urn:microsoft.com/office/officeart/2018/5/layout/IconLeafLabelList"/>
    <dgm:cxn modelId="{D6B0B4A8-E237-4ED8-BE09-EC2A9276E7E7}" type="presParOf" srcId="{A75AC3D6-37CE-49FB-B97E-9C915BFDED07}" destId="{B9A9B1BF-1919-4588-995F-EC9DA8A17469}" srcOrd="1" destOrd="0" presId="urn:microsoft.com/office/officeart/2018/5/layout/IconLeafLabelList"/>
    <dgm:cxn modelId="{5CE0208E-11F1-4950-9FDC-62AB1DF2BB9E}" type="presParOf" srcId="{A75AC3D6-37CE-49FB-B97E-9C915BFDED07}" destId="{8BD47C88-76F7-413E-A3EB-2F921D1A44D3}" srcOrd="2" destOrd="0" presId="urn:microsoft.com/office/officeart/2018/5/layout/IconLeafLabelList"/>
    <dgm:cxn modelId="{A60BC47C-0AA0-407C-9A66-5BCABE85BC3C}" type="presParOf" srcId="{8BD47C88-76F7-413E-A3EB-2F921D1A44D3}" destId="{480F1437-F17C-4C58-BB96-74A31B5EEC24}" srcOrd="0" destOrd="0" presId="urn:microsoft.com/office/officeart/2018/5/layout/IconLeafLabelList"/>
    <dgm:cxn modelId="{34046D0D-5C0C-4150-9811-A717CBCF67CD}" type="presParOf" srcId="{8BD47C88-76F7-413E-A3EB-2F921D1A44D3}" destId="{45AE9C67-4E0E-4985-9906-4AC3B4D148D7}" srcOrd="1" destOrd="0" presId="urn:microsoft.com/office/officeart/2018/5/layout/IconLeafLabelList"/>
    <dgm:cxn modelId="{2FB24148-2B11-403B-8338-E8F47D072765}" type="presParOf" srcId="{8BD47C88-76F7-413E-A3EB-2F921D1A44D3}" destId="{5D1FE0E7-F845-41A9-9C50-128BB6268FED}" srcOrd="2" destOrd="0" presId="urn:microsoft.com/office/officeart/2018/5/layout/IconLeafLabelList"/>
    <dgm:cxn modelId="{9256E86D-357A-4265-9690-8B9D5DB8447E}" type="presParOf" srcId="{8BD47C88-76F7-413E-A3EB-2F921D1A44D3}" destId="{22DFA8EF-47F3-4F8A-99F8-DA75587DD7FC}" srcOrd="3" destOrd="0" presId="urn:microsoft.com/office/officeart/2018/5/layout/IconLeafLabelList"/>
    <dgm:cxn modelId="{569B791B-B830-42D4-9A49-4AA32BD616FB}" type="presParOf" srcId="{A75AC3D6-37CE-49FB-B97E-9C915BFDED07}" destId="{CB502CB1-7EEB-4DDA-B2A9-7C34ED9A119C}" srcOrd="3" destOrd="0" presId="urn:microsoft.com/office/officeart/2018/5/layout/IconLeafLabelList"/>
    <dgm:cxn modelId="{1EA0EEDA-C5EE-4C79-9804-F205C22ABB73}" type="presParOf" srcId="{A75AC3D6-37CE-49FB-B97E-9C915BFDED07}" destId="{D6209A4E-AF3E-4DE0-BCCB-D480A5426D81}" srcOrd="4" destOrd="0" presId="urn:microsoft.com/office/officeart/2018/5/layout/IconLeafLabelList"/>
    <dgm:cxn modelId="{9D02C1AC-4BFE-4E9D-B596-FFC7E7356679}" type="presParOf" srcId="{D6209A4E-AF3E-4DE0-BCCB-D480A5426D81}" destId="{267C0D64-11C1-4551-9398-AA8C265A7738}" srcOrd="0" destOrd="0" presId="urn:microsoft.com/office/officeart/2018/5/layout/IconLeafLabelList"/>
    <dgm:cxn modelId="{11AEE17E-6299-4B18-A40A-6044FE2AADBD}" type="presParOf" srcId="{D6209A4E-AF3E-4DE0-BCCB-D480A5426D81}" destId="{C08317F6-2BD6-4EE7-9FEB-BD7B1CE6C712}" srcOrd="1" destOrd="0" presId="urn:microsoft.com/office/officeart/2018/5/layout/IconLeafLabelList"/>
    <dgm:cxn modelId="{F77C6645-BEE0-4BF8-9F13-B39CE43FF4E5}" type="presParOf" srcId="{D6209A4E-AF3E-4DE0-BCCB-D480A5426D81}" destId="{58942A1D-6A69-411A-9E1F-5DC1CEC12A05}" srcOrd="2" destOrd="0" presId="urn:microsoft.com/office/officeart/2018/5/layout/IconLeafLabelList"/>
    <dgm:cxn modelId="{AA56887A-62AE-4257-84E0-9C304CBE65C5}" type="presParOf" srcId="{D6209A4E-AF3E-4DE0-BCCB-D480A5426D81}" destId="{B2A79036-0833-4C61-A093-E6ADF08C982E}" srcOrd="3" destOrd="0" presId="urn:microsoft.com/office/officeart/2018/5/layout/IconLeafLabelList"/>
    <dgm:cxn modelId="{90D756E5-6378-4458-BF0B-58E127F38F81}" type="presParOf" srcId="{A75AC3D6-37CE-49FB-B97E-9C915BFDED07}" destId="{C67ABE4F-A472-47CB-B217-16EE82E5D477}" srcOrd="5" destOrd="0" presId="urn:microsoft.com/office/officeart/2018/5/layout/IconLeafLabelList"/>
    <dgm:cxn modelId="{731FFED1-2201-44DF-9B34-855129DCD910}" type="presParOf" srcId="{A75AC3D6-37CE-49FB-B97E-9C915BFDED07}" destId="{808DC293-CFA6-485B-AB91-502963A9D023}" srcOrd="6" destOrd="0" presId="urn:microsoft.com/office/officeart/2018/5/layout/IconLeafLabelList"/>
    <dgm:cxn modelId="{E7AAF916-8D07-4911-B8B4-4E8F566EBAC2}" type="presParOf" srcId="{808DC293-CFA6-485B-AB91-502963A9D023}" destId="{67948D8F-FC72-45F1-AF58-5E53B551EA4F}" srcOrd="0" destOrd="0" presId="urn:microsoft.com/office/officeart/2018/5/layout/IconLeafLabelList"/>
    <dgm:cxn modelId="{AFF1B4B7-C992-4165-A414-F8A6F8010AEE}" type="presParOf" srcId="{808DC293-CFA6-485B-AB91-502963A9D023}" destId="{DF282795-EC3B-4111-B09C-20F9131F061D}" srcOrd="1" destOrd="0" presId="urn:microsoft.com/office/officeart/2018/5/layout/IconLeafLabelList"/>
    <dgm:cxn modelId="{2FC67F03-9002-4495-86D7-D61E51DDDBE5}" type="presParOf" srcId="{808DC293-CFA6-485B-AB91-502963A9D023}" destId="{AEDFF65C-4C3E-4D48-9551-7CB8450956EB}" srcOrd="2" destOrd="0" presId="urn:microsoft.com/office/officeart/2018/5/layout/IconLeafLabelList"/>
    <dgm:cxn modelId="{0F237AEA-A822-4B41-AAA6-84493F1B8F9C}" type="presParOf" srcId="{808DC293-CFA6-485B-AB91-502963A9D023}" destId="{C77FEB97-8E1B-4699-83F9-F9EAA5AC5DF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4385C4-7DCB-4466-9084-55A1619F0A11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9DF15A-5AAC-4109-8E17-AF500353EB84}">
      <dgm:prSet/>
      <dgm:spPr/>
      <dgm:t>
        <a:bodyPr/>
        <a:lstStyle/>
        <a:p>
          <a:r>
            <a:rPr lang="en-US" dirty="0"/>
            <a:t>Prim’s algorithm</a:t>
          </a:r>
        </a:p>
      </dgm:t>
    </dgm:pt>
    <dgm:pt modelId="{209F7A84-1648-45C9-856E-2DB18BC8690B}" type="parTrans" cxnId="{F133693D-60EA-4F75-87BC-FDAE67383A15}">
      <dgm:prSet/>
      <dgm:spPr/>
      <dgm:t>
        <a:bodyPr/>
        <a:lstStyle/>
        <a:p>
          <a:endParaRPr lang="en-US"/>
        </a:p>
      </dgm:t>
    </dgm:pt>
    <dgm:pt modelId="{B737E800-1613-4589-9ACD-C1C86FF5764E}" type="sibTrans" cxnId="{F133693D-60EA-4F75-87BC-FDAE67383A15}">
      <dgm:prSet/>
      <dgm:spPr/>
      <dgm:t>
        <a:bodyPr/>
        <a:lstStyle/>
        <a:p>
          <a:endParaRPr lang="en-US"/>
        </a:p>
      </dgm:t>
    </dgm:pt>
    <dgm:pt modelId="{7653745F-0722-4F95-BB23-950FCDB38DDE}">
      <dgm:prSet custT="1"/>
      <dgm:spPr/>
      <dgm:t>
        <a:bodyPr/>
        <a:lstStyle/>
        <a:p>
          <a:r>
            <a:rPr lang="en-US" sz="3200" b="1" dirty="0"/>
            <a:t>Priority queue </a:t>
          </a:r>
          <a:r>
            <a:rPr lang="en-US" sz="3200" dirty="0"/>
            <a:t>data structure</a:t>
          </a:r>
        </a:p>
      </dgm:t>
    </dgm:pt>
    <dgm:pt modelId="{89C02F8D-C70E-45F4-B903-10123092F8D7}" type="parTrans" cxnId="{156ED257-2664-41EE-87F9-B5D98125EAA2}">
      <dgm:prSet/>
      <dgm:spPr/>
      <dgm:t>
        <a:bodyPr/>
        <a:lstStyle/>
        <a:p>
          <a:endParaRPr lang="en-US"/>
        </a:p>
      </dgm:t>
    </dgm:pt>
    <dgm:pt modelId="{774950D5-F90D-4FEB-8808-CE6210C56062}" type="sibTrans" cxnId="{156ED257-2664-41EE-87F9-B5D98125EAA2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38409C4F-F91C-4935-90E8-EB934F0B1D42}">
          <dgm:prSet custT="1"/>
          <dgm:spPr/>
          <dgm:t>
            <a:bodyPr/>
            <a:lstStyle/>
            <a:p>
              <a:r>
                <a:rPr lang="en-US" sz="3200" dirty="0"/>
                <a:t>Faster for </a:t>
              </a:r>
              <a:r>
                <a:rPr lang="en-US" sz="3200" b="1" dirty="0"/>
                <a:t>dense graphs (</a:t>
              </a:r>
              <a14:m>
                <m:oMath xmlns:m="http://schemas.openxmlformats.org/officeDocument/2006/math">
                  <m:r>
                    <a:rPr lang="en-US" sz="3200" b="1" i="1" smtClean="0">
                      <a:latin typeface="Cambria Math" panose="02040503050406030204" pitchFamily="18" charset="0"/>
                    </a:rPr>
                    <m:t>𝑬</m:t>
                  </m:r>
                  <m:r>
                    <a:rPr lang="en-US" sz="3200" b="1" i="1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≈</m:t>
                  </m:r>
                  <m:sSup>
                    <m:sSupPr>
                      <m:ctrlP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</m:ctrlPr>
                    </m:sSupPr>
                    <m:e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e>
                    <m:sup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</m:sup>
                  </m:sSup>
                </m:oMath>
              </a14:m>
              <a:r>
                <a:rPr lang="en-US" sz="3200" b="1" dirty="0"/>
                <a:t>)</a:t>
              </a:r>
            </a:p>
          </dgm:t>
        </dgm:pt>
      </mc:Choice>
      <mc:Fallback xmlns="">
        <dgm:pt modelId="{38409C4F-F91C-4935-90E8-EB934F0B1D42}">
          <dgm:prSet custT="1"/>
          <dgm:spPr/>
          <dgm:t>
            <a:bodyPr/>
            <a:lstStyle/>
            <a:p>
              <a:r>
                <a:rPr lang="en-US" sz="3200" dirty="0"/>
                <a:t>Faster for </a:t>
              </a:r>
              <a:r>
                <a:rPr lang="en-US" sz="3200" b="1" dirty="0"/>
                <a:t>dense graphs (</a:t>
              </a:r>
              <a:r>
                <a:rPr lang="en-US" sz="3200" b="1" i="0">
                  <a:latin typeface="Cambria Math" panose="02040503050406030204" pitchFamily="18" charset="0"/>
                </a:rPr>
                <a:t>𝑬</a:t>
              </a:r>
              <a:r>
                <a:rPr lang="en-US" sz="3200" b="1" i="0">
                  <a:latin typeface="Cambria Math" panose="02040503050406030204" pitchFamily="18" charset="0"/>
                  <a:ea typeface="Cambria Math" panose="02040503050406030204" pitchFamily="18" charset="0"/>
                </a:rPr>
                <a:t>≈𝑽^𝟐</a:t>
              </a:r>
              <a:r>
                <a:rPr lang="en-US" sz="3200" b="1" dirty="0"/>
                <a:t>)</a:t>
              </a:r>
            </a:p>
          </dgm:t>
        </dgm:pt>
      </mc:Fallback>
    </mc:AlternateContent>
    <dgm:pt modelId="{63740E8B-922A-4600-88FE-9897D3BD7659}" type="parTrans" cxnId="{4582C525-1F64-4E9C-A946-E095F2696CD9}">
      <dgm:prSet/>
      <dgm:spPr/>
      <dgm:t>
        <a:bodyPr/>
        <a:lstStyle/>
        <a:p>
          <a:endParaRPr lang="en-US"/>
        </a:p>
      </dgm:t>
    </dgm:pt>
    <dgm:pt modelId="{50DB3FB8-C156-423F-B96B-BA31A656B8E4}" type="sibTrans" cxnId="{4582C525-1F64-4E9C-A946-E095F2696CD9}">
      <dgm:prSet/>
      <dgm:spPr/>
      <dgm:t>
        <a:bodyPr/>
        <a:lstStyle/>
        <a:p>
          <a:endParaRPr lang="en-US"/>
        </a:p>
      </dgm:t>
    </dgm:pt>
    <dgm:pt modelId="{85DC057B-C9CB-42E6-8309-8D7F57F02E82}">
      <dgm:prSet/>
      <dgm:spPr/>
      <dgm:t>
        <a:bodyPr/>
        <a:lstStyle/>
        <a:p>
          <a:r>
            <a:rPr lang="en-US" dirty="0"/>
            <a:t>Kruskal’s algorithm</a:t>
          </a:r>
        </a:p>
      </dgm:t>
    </dgm:pt>
    <dgm:pt modelId="{C491B2C7-23AD-4974-B294-B86041F4C6B2}" type="parTrans" cxnId="{1C081BFF-5DC3-4FE0-B605-72F93946AC6C}">
      <dgm:prSet/>
      <dgm:spPr/>
      <dgm:t>
        <a:bodyPr/>
        <a:lstStyle/>
        <a:p>
          <a:endParaRPr lang="en-US"/>
        </a:p>
      </dgm:t>
    </dgm:pt>
    <dgm:pt modelId="{2E687EE5-0585-4F6E-A4B5-CDBF9FE70F23}" type="sibTrans" cxnId="{1C081BFF-5DC3-4FE0-B605-72F93946AC6C}">
      <dgm:prSet/>
      <dgm:spPr/>
      <dgm:t>
        <a:bodyPr/>
        <a:lstStyle/>
        <a:p>
          <a:endParaRPr lang="en-US"/>
        </a:p>
      </dgm:t>
    </dgm:pt>
    <dgm:pt modelId="{D9875F65-79CC-405B-B4D2-C5F36D9DEFFF}">
      <dgm:prSet custT="1"/>
      <dgm:spPr/>
      <dgm:t>
        <a:bodyPr/>
        <a:lstStyle/>
        <a:p>
          <a:r>
            <a:rPr lang="en-US" sz="3200" b="1" dirty="0"/>
            <a:t>Disjoint set </a:t>
          </a:r>
          <a:r>
            <a:rPr lang="en-US" sz="3200" dirty="0"/>
            <a:t>data structure</a:t>
          </a:r>
        </a:p>
      </dgm:t>
    </dgm:pt>
    <dgm:pt modelId="{34DD0A60-ADF8-4ECD-B5FE-85155AA15016}" type="parTrans" cxnId="{8781CC3F-6CF3-4907-BE73-AAAFA5B45965}">
      <dgm:prSet/>
      <dgm:spPr/>
      <dgm:t>
        <a:bodyPr/>
        <a:lstStyle/>
        <a:p>
          <a:endParaRPr lang="en-US"/>
        </a:p>
      </dgm:t>
    </dgm:pt>
    <dgm:pt modelId="{D5741691-D4EB-4F31-9FCB-6C7E93EC7158}" type="sibTrans" cxnId="{8781CC3F-6CF3-4907-BE73-AAAFA5B45965}">
      <dgm:prSet/>
      <dgm:spPr/>
      <dgm:t>
        <a:bodyPr/>
        <a:lstStyle/>
        <a:p>
          <a:endParaRPr lang="en-US"/>
        </a:p>
      </dgm:t>
    </dgm:pt>
    <dgm:pt modelId="{70A5FACF-D043-46D2-B528-B21C2BEF872E}">
      <dgm:prSet custT="1"/>
      <dgm:spPr/>
      <dgm:t>
        <a:bodyPr/>
        <a:lstStyle/>
        <a:p>
          <a:r>
            <a:rPr lang="en-US" sz="3200" dirty="0"/>
            <a:t>Faster </a:t>
          </a:r>
          <a:r>
            <a:rPr lang="en-US" sz="3200" b="0" dirty="0"/>
            <a:t>for</a:t>
          </a:r>
          <a:r>
            <a:rPr lang="en-US" sz="3200" b="1" dirty="0"/>
            <a:t> sparse graphs</a:t>
          </a:r>
        </a:p>
      </dgm:t>
    </dgm:pt>
    <dgm:pt modelId="{1770FDEF-BA4A-40F4-8482-18F84D91C2B1}" type="parTrans" cxnId="{88872915-DFE3-4EF6-9148-2AF3EBF60DD5}">
      <dgm:prSet/>
      <dgm:spPr/>
      <dgm:t>
        <a:bodyPr/>
        <a:lstStyle/>
        <a:p>
          <a:endParaRPr lang="en-US"/>
        </a:p>
      </dgm:t>
    </dgm:pt>
    <dgm:pt modelId="{A902CA57-4DBF-4AA6-B2D4-C0F5D1623FCF}" type="sibTrans" cxnId="{88872915-DFE3-4EF6-9148-2AF3EBF60DD5}">
      <dgm:prSet/>
      <dgm:spPr/>
      <dgm:t>
        <a:bodyPr/>
        <a:lstStyle/>
        <a:p>
          <a:endParaRPr lang="en-US"/>
        </a:p>
      </dgm:t>
    </dgm:pt>
    <dgm:pt modelId="{71ABB878-495B-4A82-85CB-45E68EBA65B0}" type="pres">
      <dgm:prSet presAssocID="{764385C4-7DCB-4466-9084-55A1619F0A11}" presName="linear" presStyleCnt="0">
        <dgm:presLayoutVars>
          <dgm:dir/>
          <dgm:animLvl val="lvl"/>
          <dgm:resizeHandles val="exact"/>
        </dgm:presLayoutVars>
      </dgm:prSet>
      <dgm:spPr/>
    </dgm:pt>
    <dgm:pt modelId="{7361FB4F-5B04-47C4-8E30-35F5B7D39E3F}" type="pres">
      <dgm:prSet presAssocID="{F79DF15A-5AAC-4109-8E17-AF500353EB84}" presName="parentLin" presStyleCnt="0"/>
      <dgm:spPr/>
    </dgm:pt>
    <dgm:pt modelId="{CF71BE67-2F4D-4B9D-BD7F-0EB4B609B8E1}" type="pres">
      <dgm:prSet presAssocID="{F79DF15A-5AAC-4109-8E17-AF500353EB84}" presName="parentLeftMargin" presStyleLbl="node1" presStyleIdx="0" presStyleCnt="2"/>
      <dgm:spPr/>
    </dgm:pt>
    <dgm:pt modelId="{796B69CF-5244-413F-907A-192AA31A6DBC}" type="pres">
      <dgm:prSet presAssocID="{F79DF15A-5AAC-4109-8E17-AF500353EB8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5DD675-3BC0-46B5-96AB-8BA3F473D198}" type="pres">
      <dgm:prSet presAssocID="{F79DF15A-5AAC-4109-8E17-AF500353EB84}" presName="negativeSpace" presStyleCnt="0"/>
      <dgm:spPr/>
    </dgm:pt>
    <dgm:pt modelId="{493E538C-1464-451C-A918-E4B2C82F1C53}" type="pres">
      <dgm:prSet presAssocID="{F79DF15A-5AAC-4109-8E17-AF500353EB84}" presName="childText" presStyleLbl="conFgAcc1" presStyleIdx="0" presStyleCnt="2">
        <dgm:presLayoutVars>
          <dgm:bulletEnabled val="1"/>
        </dgm:presLayoutVars>
      </dgm:prSet>
      <dgm:spPr/>
    </dgm:pt>
    <dgm:pt modelId="{D432E018-FF2C-446A-A35D-472270E82CE9}" type="pres">
      <dgm:prSet presAssocID="{B737E800-1613-4589-9ACD-C1C86FF5764E}" presName="spaceBetweenRectangles" presStyleCnt="0"/>
      <dgm:spPr/>
    </dgm:pt>
    <dgm:pt modelId="{C204C9B1-20CF-4A36-A122-A317FC56F8CB}" type="pres">
      <dgm:prSet presAssocID="{85DC057B-C9CB-42E6-8309-8D7F57F02E82}" presName="parentLin" presStyleCnt="0"/>
      <dgm:spPr/>
    </dgm:pt>
    <dgm:pt modelId="{EDFACC5F-157E-4449-8C39-38B82887EF93}" type="pres">
      <dgm:prSet presAssocID="{85DC057B-C9CB-42E6-8309-8D7F57F02E82}" presName="parentLeftMargin" presStyleLbl="node1" presStyleIdx="0" presStyleCnt="2"/>
      <dgm:spPr/>
    </dgm:pt>
    <dgm:pt modelId="{08D44FB7-BEF5-4125-AF41-115EE49B3BE8}" type="pres">
      <dgm:prSet presAssocID="{85DC057B-C9CB-42E6-8309-8D7F57F02E8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971C670-4783-45A6-A1C6-0B312A0BCEAA}" type="pres">
      <dgm:prSet presAssocID="{85DC057B-C9CB-42E6-8309-8D7F57F02E82}" presName="negativeSpace" presStyleCnt="0"/>
      <dgm:spPr/>
    </dgm:pt>
    <dgm:pt modelId="{22AC4078-0F3F-429E-8ECD-5F426AEAC6A7}" type="pres">
      <dgm:prSet presAssocID="{85DC057B-C9CB-42E6-8309-8D7F57F02E8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6491F0B-4BF0-4FFC-BA1E-F0F4CE765B9D}" type="presOf" srcId="{38409C4F-F91C-4935-90E8-EB934F0B1D42}" destId="{493E538C-1464-451C-A918-E4B2C82F1C53}" srcOrd="0" destOrd="1" presId="urn:microsoft.com/office/officeart/2005/8/layout/list1"/>
    <dgm:cxn modelId="{88872915-DFE3-4EF6-9148-2AF3EBF60DD5}" srcId="{85DC057B-C9CB-42E6-8309-8D7F57F02E82}" destId="{70A5FACF-D043-46D2-B528-B21C2BEF872E}" srcOrd="1" destOrd="0" parTransId="{1770FDEF-BA4A-40F4-8482-18F84D91C2B1}" sibTransId="{A902CA57-4DBF-4AA6-B2D4-C0F5D1623FCF}"/>
    <dgm:cxn modelId="{4582C525-1F64-4E9C-A946-E095F2696CD9}" srcId="{F79DF15A-5AAC-4109-8E17-AF500353EB84}" destId="{38409C4F-F91C-4935-90E8-EB934F0B1D42}" srcOrd="1" destOrd="0" parTransId="{63740E8B-922A-4600-88FE-9897D3BD7659}" sibTransId="{50DB3FB8-C156-423F-B96B-BA31A656B8E4}"/>
    <dgm:cxn modelId="{F133693D-60EA-4F75-87BC-FDAE67383A15}" srcId="{764385C4-7DCB-4466-9084-55A1619F0A11}" destId="{F79DF15A-5AAC-4109-8E17-AF500353EB84}" srcOrd="0" destOrd="0" parTransId="{209F7A84-1648-45C9-856E-2DB18BC8690B}" sibTransId="{B737E800-1613-4589-9ACD-C1C86FF5764E}"/>
    <dgm:cxn modelId="{8781CC3F-6CF3-4907-BE73-AAAFA5B45965}" srcId="{85DC057B-C9CB-42E6-8309-8D7F57F02E82}" destId="{D9875F65-79CC-405B-B4D2-C5F36D9DEFFF}" srcOrd="0" destOrd="0" parTransId="{34DD0A60-ADF8-4ECD-B5FE-85155AA15016}" sibTransId="{D5741691-D4EB-4F31-9FCB-6C7E93EC7158}"/>
    <dgm:cxn modelId="{3B66605E-DAF0-4195-9745-68A60E288CF4}" type="presOf" srcId="{D9875F65-79CC-405B-B4D2-C5F36D9DEFFF}" destId="{22AC4078-0F3F-429E-8ECD-5F426AEAC6A7}" srcOrd="0" destOrd="0" presId="urn:microsoft.com/office/officeart/2005/8/layout/list1"/>
    <dgm:cxn modelId="{7278486E-7946-4FF0-A3D0-6B5CD7481616}" type="presOf" srcId="{85DC057B-C9CB-42E6-8309-8D7F57F02E82}" destId="{EDFACC5F-157E-4449-8C39-38B82887EF93}" srcOrd="0" destOrd="0" presId="urn:microsoft.com/office/officeart/2005/8/layout/list1"/>
    <dgm:cxn modelId="{69F04B54-14D6-4A81-81DE-1B8B91AD56C2}" type="presOf" srcId="{764385C4-7DCB-4466-9084-55A1619F0A11}" destId="{71ABB878-495B-4A82-85CB-45E68EBA65B0}" srcOrd="0" destOrd="0" presId="urn:microsoft.com/office/officeart/2005/8/layout/list1"/>
    <dgm:cxn modelId="{156ED257-2664-41EE-87F9-B5D98125EAA2}" srcId="{F79DF15A-5AAC-4109-8E17-AF500353EB84}" destId="{7653745F-0722-4F95-BB23-950FCDB38DDE}" srcOrd="0" destOrd="0" parTransId="{89C02F8D-C70E-45F4-B903-10123092F8D7}" sibTransId="{774950D5-F90D-4FEB-8808-CE6210C56062}"/>
    <dgm:cxn modelId="{7E2AD784-B240-4512-9C25-B0B0AF7C8E34}" type="presOf" srcId="{7653745F-0722-4F95-BB23-950FCDB38DDE}" destId="{493E538C-1464-451C-A918-E4B2C82F1C53}" srcOrd="0" destOrd="0" presId="urn:microsoft.com/office/officeart/2005/8/layout/list1"/>
    <dgm:cxn modelId="{7ED168AB-4C0D-409E-94E9-32C43E1501DB}" type="presOf" srcId="{85DC057B-C9CB-42E6-8309-8D7F57F02E82}" destId="{08D44FB7-BEF5-4125-AF41-115EE49B3BE8}" srcOrd="1" destOrd="0" presId="urn:microsoft.com/office/officeart/2005/8/layout/list1"/>
    <dgm:cxn modelId="{8DB26AAE-EAA7-4B60-B44E-BB2873C17E80}" type="presOf" srcId="{70A5FACF-D043-46D2-B528-B21C2BEF872E}" destId="{22AC4078-0F3F-429E-8ECD-5F426AEAC6A7}" srcOrd="0" destOrd="1" presId="urn:microsoft.com/office/officeart/2005/8/layout/list1"/>
    <dgm:cxn modelId="{7679A8BE-7A8B-436C-826A-78D00CE426F7}" type="presOf" srcId="{F79DF15A-5AAC-4109-8E17-AF500353EB84}" destId="{796B69CF-5244-413F-907A-192AA31A6DBC}" srcOrd="1" destOrd="0" presId="urn:microsoft.com/office/officeart/2005/8/layout/list1"/>
    <dgm:cxn modelId="{F1EEE9D8-9A5D-4E58-AA58-EE41338B8258}" type="presOf" srcId="{F79DF15A-5AAC-4109-8E17-AF500353EB84}" destId="{CF71BE67-2F4D-4B9D-BD7F-0EB4B609B8E1}" srcOrd="0" destOrd="0" presId="urn:microsoft.com/office/officeart/2005/8/layout/list1"/>
    <dgm:cxn modelId="{1C081BFF-5DC3-4FE0-B605-72F93946AC6C}" srcId="{764385C4-7DCB-4466-9084-55A1619F0A11}" destId="{85DC057B-C9CB-42E6-8309-8D7F57F02E82}" srcOrd="1" destOrd="0" parTransId="{C491B2C7-23AD-4974-B294-B86041F4C6B2}" sibTransId="{2E687EE5-0585-4F6E-A4B5-CDBF9FE70F23}"/>
    <dgm:cxn modelId="{C8F887C8-89AB-4A7D-A355-35F72CDD1C8C}" type="presParOf" srcId="{71ABB878-495B-4A82-85CB-45E68EBA65B0}" destId="{7361FB4F-5B04-47C4-8E30-35F5B7D39E3F}" srcOrd="0" destOrd="0" presId="urn:microsoft.com/office/officeart/2005/8/layout/list1"/>
    <dgm:cxn modelId="{A0A422E8-711B-425E-8EFB-4BDC35A9A478}" type="presParOf" srcId="{7361FB4F-5B04-47C4-8E30-35F5B7D39E3F}" destId="{CF71BE67-2F4D-4B9D-BD7F-0EB4B609B8E1}" srcOrd="0" destOrd="0" presId="urn:microsoft.com/office/officeart/2005/8/layout/list1"/>
    <dgm:cxn modelId="{CE9A46AD-3881-4C6B-AA21-039F87C8073D}" type="presParOf" srcId="{7361FB4F-5B04-47C4-8E30-35F5B7D39E3F}" destId="{796B69CF-5244-413F-907A-192AA31A6DBC}" srcOrd="1" destOrd="0" presId="urn:microsoft.com/office/officeart/2005/8/layout/list1"/>
    <dgm:cxn modelId="{7B7D4E33-59F5-42A7-9207-B129679EF3D9}" type="presParOf" srcId="{71ABB878-495B-4A82-85CB-45E68EBA65B0}" destId="{415DD675-3BC0-46B5-96AB-8BA3F473D198}" srcOrd="1" destOrd="0" presId="urn:microsoft.com/office/officeart/2005/8/layout/list1"/>
    <dgm:cxn modelId="{EB96E90D-1EE2-4C62-9983-94558836E4F2}" type="presParOf" srcId="{71ABB878-495B-4A82-85CB-45E68EBA65B0}" destId="{493E538C-1464-451C-A918-E4B2C82F1C53}" srcOrd="2" destOrd="0" presId="urn:microsoft.com/office/officeart/2005/8/layout/list1"/>
    <dgm:cxn modelId="{047E583E-CF18-4099-9D4C-4642C5D2B86C}" type="presParOf" srcId="{71ABB878-495B-4A82-85CB-45E68EBA65B0}" destId="{D432E018-FF2C-446A-A35D-472270E82CE9}" srcOrd="3" destOrd="0" presId="urn:microsoft.com/office/officeart/2005/8/layout/list1"/>
    <dgm:cxn modelId="{22B1ECD4-8353-4575-91AF-971A4A34A9B0}" type="presParOf" srcId="{71ABB878-495B-4A82-85CB-45E68EBA65B0}" destId="{C204C9B1-20CF-4A36-A122-A317FC56F8CB}" srcOrd="4" destOrd="0" presId="urn:microsoft.com/office/officeart/2005/8/layout/list1"/>
    <dgm:cxn modelId="{18B2B5E6-5916-49C7-AFBE-8073E47B9667}" type="presParOf" srcId="{C204C9B1-20CF-4A36-A122-A317FC56F8CB}" destId="{EDFACC5F-157E-4449-8C39-38B82887EF93}" srcOrd="0" destOrd="0" presId="urn:microsoft.com/office/officeart/2005/8/layout/list1"/>
    <dgm:cxn modelId="{80933E42-7689-4EFD-99F2-1E76BD665987}" type="presParOf" srcId="{C204C9B1-20CF-4A36-A122-A317FC56F8CB}" destId="{08D44FB7-BEF5-4125-AF41-115EE49B3BE8}" srcOrd="1" destOrd="0" presId="urn:microsoft.com/office/officeart/2005/8/layout/list1"/>
    <dgm:cxn modelId="{A5DA2E3C-82FC-4CA9-8443-49A57A59A39C}" type="presParOf" srcId="{71ABB878-495B-4A82-85CB-45E68EBA65B0}" destId="{3971C670-4783-45A6-A1C6-0B312A0BCEAA}" srcOrd="5" destOrd="0" presId="urn:microsoft.com/office/officeart/2005/8/layout/list1"/>
    <dgm:cxn modelId="{F91A952E-2F70-4731-A711-BDEBA98359C3}" type="presParOf" srcId="{71ABB878-495B-4A82-85CB-45E68EBA65B0}" destId="{22AC4078-0F3F-429E-8ECD-5F426AEAC6A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4385C4-7DCB-4466-9084-55A1619F0A11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9DF15A-5AAC-4109-8E17-AF500353EB84}">
      <dgm:prSet/>
      <dgm:spPr/>
      <dgm:t>
        <a:bodyPr/>
        <a:lstStyle/>
        <a:p>
          <a:r>
            <a:rPr lang="en-US" dirty="0"/>
            <a:t>Prim’s algorithm</a:t>
          </a:r>
        </a:p>
      </dgm:t>
    </dgm:pt>
    <dgm:pt modelId="{209F7A84-1648-45C9-856E-2DB18BC8690B}" type="parTrans" cxnId="{F133693D-60EA-4F75-87BC-FDAE67383A15}">
      <dgm:prSet/>
      <dgm:spPr/>
      <dgm:t>
        <a:bodyPr/>
        <a:lstStyle/>
        <a:p>
          <a:endParaRPr lang="en-US"/>
        </a:p>
      </dgm:t>
    </dgm:pt>
    <dgm:pt modelId="{B737E800-1613-4589-9ACD-C1C86FF5764E}" type="sibTrans" cxnId="{F133693D-60EA-4F75-87BC-FDAE67383A15}">
      <dgm:prSet/>
      <dgm:spPr/>
      <dgm:t>
        <a:bodyPr/>
        <a:lstStyle/>
        <a:p>
          <a:endParaRPr lang="en-US"/>
        </a:p>
      </dgm:t>
    </dgm:pt>
    <dgm:pt modelId="{7653745F-0722-4F95-BB23-950FCDB38DDE}">
      <dgm:prSet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89C02F8D-C70E-45F4-B903-10123092F8D7}" type="parTrans" cxnId="{156ED257-2664-41EE-87F9-B5D98125EAA2}">
      <dgm:prSet/>
      <dgm:spPr/>
      <dgm:t>
        <a:bodyPr/>
        <a:lstStyle/>
        <a:p>
          <a:endParaRPr lang="en-US"/>
        </a:p>
      </dgm:t>
    </dgm:pt>
    <dgm:pt modelId="{774950D5-F90D-4FEB-8808-CE6210C56062}" type="sibTrans" cxnId="{156ED257-2664-41EE-87F9-B5D98125EAA2}">
      <dgm:prSet/>
      <dgm:spPr/>
      <dgm:t>
        <a:bodyPr/>
        <a:lstStyle/>
        <a:p>
          <a:endParaRPr lang="en-US"/>
        </a:p>
      </dgm:t>
    </dgm:pt>
    <dgm:pt modelId="{38409C4F-F91C-4935-90E8-EB934F0B1D42}">
      <dgm:prSet custT="1"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63740E8B-922A-4600-88FE-9897D3BD7659}" type="parTrans" cxnId="{4582C525-1F64-4E9C-A946-E095F2696CD9}">
      <dgm:prSet/>
      <dgm:spPr/>
      <dgm:t>
        <a:bodyPr/>
        <a:lstStyle/>
        <a:p>
          <a:endParaRPr lang="en-US"/>
        </a:p>
      </dgm:t>
    </dgm:pt>
    <dgm:pt modelId="{50DB3FB8-C156-423F-B96B-BA31A656B8E4}" type="sibTrans" cxnId="{4582C525-1F64-4E9C-A946-E095F2696CD9}">
      <dgm:prSet/>
      <dgm:spPr/>
      <dgm:t>
        <a:bodyPr/>
        <a:lstStyle/>
        <a:p>
          <a:endParaRPr lang="en-US"/>
        </a:p>
      </dgm:t>
    </dgm:pt>
    <dgm:pt modelId="{85DC057B-C9CB-42E6-8309-8D7F57F02E82}">
      <dgm:prSet/>
      <dgm:spPr/>
      <dgm:t>
        <a:bodyPr/>
        <a:lstStyle/>
        <a:p>
          <a:r>
            <a:rPr lang="en-US" dirty="0"/>
            <a:t>Kruskal’s algorithm</a:t>
          </a:r>
        </a:p>
      </dgm:t>
    </dgm:pt>
    <dgm:pt modelId="{C491B2C7-23AD-4974-B294-B86041F4C6B2}" type="parTrans" cxnId="{1C081BFF-5DC3-4FE0-B605-72F93946AC6C}">
      <dgm:prSet/>
      <dgm:spPr/>
      <dgm:t>
        <a:bodyPr/>
        <a:lstStyle/>
        <a:p>
          <a:endParaRPr lang="en-US"/>
        </a:p>
      </dgm:t>
    </dgm:pt>
    <dgm:pt modelId="{2E687EE5-0585-4F6E-A4B5-CDBF9FE70F23}" type="sibTrans" cxnId="{1C081BFF-5DC3-4FE0-B605-72F93946AC6C}">
      <dgm:prSet/>
      <dgm:spPr/>
      <dgm:t>
        <a:bodyPr/>
        <a:lstStyle/>
        <a:p>
          <a:endParaRPr lang="en-US"/>
        </a:p>
      </dgm:t>
    </dgm:pt>
    <dgm:pt modelId="{D9875F65-79CC-405B-B4D2-C5F36D9DEFFF}">
      <dgm:prSet custT="1"/>
      <dgm:spPr/>
      <dgm:t>
        <a:bodyPr/>
        <a:lstStyle/>
        <a:p>
          <a:r>
            <a:rPr lang="en-US" sz="3200" b="1" dirty="0"/>
            <a:t>Disjoint set </a:t>
          </a:r>
          <a:r>
            <a:rPr lang="en-US" sz="3200" dirty="0"/>
            <a:t>data structure</a:t>
          </a:r>
        </a:p>
      </dgm:t>
    </dgm:pt>
    <dgm:pt modelId="{34DD0A60-ADF8-4ECD-B5FE-85155AA15016}" type="parTrans" cxnId="{8781CC3F-6CF3-4907-BE73-AAAFA5B45965}">
      <dgm:prSet/>
      <dgm:spPr/>
      <dgm:t>
        <a:bodyPr/>
        <a:lstStyle/>
        <a:p>
          <a:endParaRPr lang="en-US"/>
        </a:p>
      </dgm:t>
    </dgm:pt>
    <dgm:pt modelId="{D5741691-D4EB-4F31-9FCB-6C7E93EC7158}" type="sibTrans" cxnId="{8781CC3F-6CF3-4907-BE73-AAAFA5B45965}">
      <dgm:prSet/>
      <dgm:spPr/>
      <dgm:t>
        <a:bodyPr/>
        <a:lstStyle/>
        <a:p>
          <a:endParaRPr lang="en-US"/>
        </a:p>
      </dgm:t>
    </dgm:pt>
    <dgm:pt modelId="{70A5FACF-D043-46D2-B528-B21C2BEF872E}">
      <dgm:prSet custT="1"/>
      <dgm:spPr/>
      <dgm:t>
        <a:bodyPr/>
        <a:lstStyle/>
        <a:p>
          <a:r>
            <a:rPr lang="en-US" sz="3200" dirty="0"/>
            <a:t>Faster </a:t>
          </a:r>
          <a:r>
            <a:rPr lang="en-US" sz="3200" b="0" dirty="0"/>
            <a:t>for</a:t>
          </a:r>
          <a:r>
            <a:rPr lang="en-US" sz="3200" b="1" dirty="0"/>
            <a:t> sparse graphs</a:t>
          </a:r>
        </a:p>
      </dgm:t>
    </dgm:pt>
    <dgm:pt modelId="{1770FDEF-BA4A-40F4-8482-18F84D91C2B1}" type="parTrans" cxnId="{88872915-DFE3-4EF6-9148-2AF3EBF60DD5}">
      <dgm:prSet/>
      <dgm:spPr/>
      <dgm:t>
        <a:bodyPr/>
        <a:lstStyle/>
        <a:p>
          <a:endParaRPr lang="en-US"/>
        </a:p>
      </dgm:t>
    </dgm:pt>
    <dgm:pt modelId="{A902CA57-4DBF-4AA6-B2D4-C0F5D1623FCF}" type="sibTrans" cxnId="{88872915-DFE3-4EF6-9148-2AF3EBF60DD5}">
      <dgm:prSet/>
      <dgm:spPr/>
      <dgm:t>
        <a:bodyPr/>
        <a:lstStyle/>
        <a:p>
          <a:endParaRPr lang="en-US"/>
        </a:p>
      </dgm:t>
    </dgm:pt>
    <dgm:pt modelId="{71ABB878-495B-4A82-85CB-45E68EBA65B0}" type="pres">
      <dgm:prSet presAssocID="{764385C4-7DCB-4466-9084-55A1619F0A11}" presName="linear" presStyleCnt="0">
        <dgm:presLayoutVars>
          <dgm:dir/>
          <dgm:animLvl val="lvl"/>
          <dgm:resizeHandles val="exact"/>
        </dgm:presLayoutVars>
      </dgm:prSet>
      <dgm:spPr/>
    </dgm:pt>
    <dgm:pt modelId="{7361FB4F-5B04-47C4-8E30-35F5B7D39E3F}" type="pres">
      <dgm:prSet presAssocID="{F79DF15A-5AAC-4109-8E17-AF500353EB84}" presName="parentLin" presStyleCnt="0"/>
      <dgm:spPr/>
    </dgm:pt>
    <dgm:pt modelId="{CF71BE67-2F4D-4B9D-BD7F-0EB4B609B8E1}" type="pres">
      <dgm:prSet presAssocID="{F79DF15A-5AAC-4109-8E17-AF500353EB84}" presName="parentLeftMargin" presStyleLbl="node1" presStyleIdx="0" presStyleCnt="2"/>
      <dgm:spPr/>
    </dgm:pt>
    <dgm:pt modelId="{796B69CF-5244-413F-907A-192AA31A6DBC}" type="pres">
      <dgm:prSet presAssocID="{F79DF15A-5AAC-4109-8E17-AF500353EB8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5DD675-3BC0-46B5-96AB-8BA3F473D198}" type="pres">
      <dgm:prSet presAssocID="{F79DF15A-5AAC-4109-8E17-AF500353EB84}" presName="negativeSpace" presStyleCnt="0"/>
      <dgm:spPr/>
    </dgm:pt>
    <dgm:pt modelId="{493E538C-1464-451C-A918-E4B2C82F1C53}" type="pres">
      <dgm:prSet presAssocID="{F79DF15A-5AAC-4109-8E17-AF500353EB84}" presName="childText" presStyleLbl="conFgAcc1" presStyleIdx="0" presStyleCnt="2">
        <dgm:presLayoutVars>
          <dgm:bulletEnabled val="1"/>
        </dgm:presLayoutVars>
      </dgm:prSet>
      <dgm:spPr/>
    </dgm:pt>
    <dgm:pt modelId="{D432E018-FF2C-446A-A35D-472270E82CE9}" type="pres">
      <dgm:prSet presAssocID="{B737E800-1613-4589-9ACD-C1C86FF5764E}" presName="spaceBetweenRectangles" presStyleCnt="0"/>
      <dgm:spPr/>
    </dgm:pt>
    <dgm:pt modelId="{C204C9B1-20CF-4A36-A122-A317FC56F8CB}" type="pres">
      <dgm:prSet presAssocID="{85DC057B-C9CB-42E6-8309-8D7F57F02E82}" presName="parentLin" presStyleCnt="0"/>
      <dgm:spPr/>
    </dgm:pt>
    <dgm:pt modelId="{EDFACC5F-157E-4449-8C39-38B82887EF93}" type="pres">
      <dgm:prSet presAssocID="{85DC057B-C9CB-42E6-8309-8D7F57F02E82}" presName="parentLeftMargin" presStyleLbl="node1" presStyleIdx="0" presStyleCnt="2"/>
      <dgm:spPr/>
    </dgm:pt>
    <dgm:pt modelId="{08D44FB7-BEF5-4125-AF41-115EE49B3BE8}" type="pres">
      <dgm:prSet presAssocID="{85DC057B-C9CB-42E6-8309-8D7F57F02E8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971C670-4783-45A6-A1C6-0B312A0BCEAA}" type="pres">
      <dgm:prSet presAssocID="{85DC057B-C9CB-42E6-8309-8D7F57F02E82}" presName="negativeSpace" presStyleCnt="0"/>
      <dgm:spPr/>
    </dgm:pt>
    <dgm:pt modelId="{22AC4078-0F3F-429E-8ECD-5F426AEAC6A7}" type="pres">
      <dgm:prSet presAssocID="{85DC057B-C9CB-42E6-8309-8D7F57F02E8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6491F0B-4BF0-4FFC-BA1E-F0F4CE765B9D}" type="presOf" srcId="{38409C4F-F91C-4935-90E8-EB934F0B1D42}" destId="{493E538C-1464-451C-A918-E4B2C82F1C53}" srcOrd="0" destOrd="1" presId="urn:microsoft.com/office/officeart/2005/8/layout/list1"/>
    <dgm:cxn modelId="{88872915-DFE3-4EF6-9148-2AF3EBF60DD5}" srcId="{85DC057B-C9CB-42E6-8309-8D7F57F02E82}" destId="{70A5FACF-D043-46D2-B528-B21C2BEF872E}" srcOrd="1" destOrd="0" parTransId="{1770FDEF-BA4A-40F4-8482-18F84D91C2B1}" sibTransId="{A902CA57-4DBF-4AA6-B2D4-C0F5D1623FCF}"/>
    <dgm:cxn modelId="{4582C525-1F64-4E9C-A946-E095F2696CD9}" srcId="{F79DF15A-5AAC-4109-8E17-AF500353EB84}" destId="{38409C4F-F91C-4935-90E8-EB934F0B1D42}" srcOrd="1" destOrd="0" parTransId="{63740E8B-922A-4600-88FE-9897D3BD7659}" sibTransId="{50DB3FB8-C156-423F-B96B-BA31A656B8E4}"/>
    <dgm:cxn modelId="{F133693D-60EA-4F75-87BC-FDAE67383A15}" srcId="{764385C4-7DCB-4466-9084-55A1619F0A11}" destId="{F79DF15A-5AAC-4109-8E17-AF500353EB84}" srcOrd="0" destOrd="0" parTransId="{209F7A84-1648-45C9-856E-2DB18BC8690B}" sibTransId="{B737E800-1613-4589-9ACD-C1C86FF5764E}"/>
    <dgm:cxn modelId="{8781CC3F-6CF3-4907-BE73-AAAFA5B45965}" srcId="{85DC057B-C9CB-42E6-8309-8D7F57F02E82}" destId="{D9875F65-79CC-405B-B4D2-C5F36D9DEFFF}" srcOrd="0" destOrd="0" parTransId="{34DD0A60-ADF8-4ECD-B5FE-85155AA15016}" sibTransId="{D5741691-D4EB-4F31-9FCB-6C7E93EC7158}"/>
    <dgm:cxn modelId="{3B66605E-DAF0-4195-9745-68A60E288CF4}" type="presOf" srcId="{D9875F65-79CC-405B-B4D2-C5F36D9DEFFF}" destId="{22AC4078-0F3F-429E-8ECD-5F426AEAC6A7}" srcOrd="0" destOrd="0" presId="urn:microsoft.com/office/officeart/2005/8/layout/list1"/>
    <dgm:cxn modelId="{7278486E-7946-4FF0-A3D0-6B5CD7481616}" type="presOf" srcId="{85DC057B-C9CB-42E6-8309-8D7F57F02E82}" destId="{EDFACC5F-157E-4449-8C39-38B82887EF93}" srcOrd="0" destOrd="0" presId="urn:microsoft.com/office/officeart/2005/8/layout/list1"/>
    <dgm:cxn modelId="{69F04B54-14D6-4A81-81DE-1B8B91AD56C2}" type="presOf" srcId="{764385C4-7DCB-4466-9084-55A1619F0A11}" destId="{71ABB878-495B-4A82-85CB-45E68EBA65B0}" srcOrd="0" destOrd="0" presId="urn:microsoft.com/office/officeart/2005/8/layout/list1"/>
    <dgm:cxn modelId="{156ED257-2664-41EE-87F9-B5D98125EAA2}" srcId="{F79DF15A-5AAC-4109-8E17-AF500353EB84}" destId="{7653745F-0722-4F95-BB23-950FCDB38DDE}" srcOrd="0" destOrd="0" parTransId="{89C02F8D-C70E-45F4-B903-10123092F8D7}" sibTransId="{774950D5-F90D-4FEB-8808-CE6210C56062}"/>
    <dgm:cxn modelId="{7E2AD784-B240-4512-9C25-B0B0AF7C8E34}" type="presOf" srcId="{7653745F-0722-4F95-BB23-950FCDB38DDE}" destId="{493E538C-1464-451C-A918-E4B2C82F1C53}" srcOrd="0" destOrd="0" presId="urn:microsoft.com/office/officeart/2005/8/layout/list1"/>
    <dgm:cxn modelId="{7ED168AB-4C0D-409E-94E9-32C43E1501DB}" type="presOf" srcId="{85DC057B-C9CB-42E6-8309-8D7F57F02E82}" destId="{08D44FB7-BEF5-4125-AF41-115EE49B3BE8}" srcOrd="1" destOrd="0" presId="urn:microsoft.com/office/officeart/2005/8/layout/list1"/>
    <dgm:cxn modelId="{8DB26AAE-EAA7-4B60-B44E-BB2873C17E80}" type="presOf" srcId="{70A5FACF-D043-46D2-B528-B21C2BEF872E}" destId="{22AC4078-0F3F-429E-8ECD-5F426AEAC6A7}" srcOrd="0" destOrd="1" presId="urn:microsoft.com/office/officeart/2005/8/layout/list1"/>
    <dgm:cxn modelId="{7679A8BE-7A8B-436C-826A-78D00CE426F7}" type="presOf" srcId="{F79DF15A-5AAC-4109-8E17-AF500353EB84}" destId="{796B69CF-5244-413F-907A-192AA31A6DBC}" srcOrd="1" destOrd="0" presId="urn:microsoft.com/office/officeart/2005/8/layout/list1"/>
    <dgm:cxn modelId="{F1EEE9D8-9A5D-4E58-AA58-EE41338B8258}" type="presOf" srcId="{F79DF15A-5AAC-4109-8E17-AF500353EB84}" destId="{CF71BE67-2F4D-4B9D-BD7F-0EB4B609B8E1}" srcOrd="0" destOrd="0" presId="urn:microsoft.com/office/officeart/2005/8/layout/list1"/>
    <dgm:cxn modelId="{1C081BFF-5DC3-4FE0-B605-72F93946AC6C}" srcId="{764385C4-7DCB-4466-9084-55A1619F0A11}" destId="{85DC057B-C9CB-42E6-8309-8D7F57F02E82}" srcOrd="1" destOrd="0" parTransId="{C491B2C7-23AD-4974-B294-B86041F4C6B2}" sibTransId="{2E687EE5-0585-4F6E-A4B5-CDBF9FE70F23}"/>
    <dgm:cxn modelId="{C8F887C8-89AB-4A7D-A355-35F72CDD1C8C}" type="presParOf" srcId="{71ABB878-495B-4A82-85CB-45E68EBA65B0}" destId="{7361FB4F-5B04-47C4-8E30-35F5B7D39E3F}" srcOrd="0" destOrd="0" presId="urn:microsoft.com/office/officeart/2005/8/layout/list1"/>
    <dgm:cxn modelId="{A0A422E8-711B-425E-8EFB-4BDC35A9A478}" type="presParOf" srcId="{7361FB4F-5B04-47C4-8E30-35F5B7D39E3F}" destId="{CF71BE67-2F4D-4B9D-BD7F-0EB4B609B8E1}" srcOrd="0" destOrd="0" presId="urn:microsoft.com/office/officeart/2005/8/layout/list1"/>
    <dgm:cxn modelId="{CE9A46AD-3881-4C6B-AA21-039F87C8073D}" type="presParOf" srcId="{7361FB4F-5B04-47C4-8E30-35F5B7D39E3F}" destId="{796B69CF-5244-413F-907A-192AA31A6DBC}" srcOrd="1" destOrd="0" presId="urn:microsoft.com/office/officeart/2005/8/layout/list1"/>
    <dgm:cxn modelId="{7B7D4E33-59F5-42A7-9207-B129679EF3D9}" type="presParOf" srcId="{71ABB878-495B-4A82-85CB-45E68EBA65B0}" destId="{415DD675-3BC0-46B5-96AB-8BA3F473D198}" srcOrd="1" destOrd="0" presId="urn:microsoft.com/office/officeart/2005/8/layout/list1"/>
    <dgm:cxn modelId="{EB96E90D-1EE2-4C62-9983-94558836E4F2}" type="presParOf" srcId="{71ABB878-495B-4A82-85CB-45E68EBA65B0}" destId="{493E538C-1464-451C-A918-E4B2C82F1C53}" srcOrd="2" destOrd="0" presId="urn:microsoft.com/office/officeart/2005/8/layout/list1"/>
    <dgm:cxn modelId="{047E583E-CF18-4099-9D4C-4642C5D2B86C}" type="presParOf" srcId="{71ABB878-495B-4A82-85CB-45E68EBA65B0}" destId="{D432E018-FF2C-446A-A35D-472270E82CE9}" srcOrd="3" destOrd="0" presId="urn:microsoft.com/office/officeart/2005/8/layout/list1"/>
    <dgm:cxn modelId="{22B1ECD4-8353-4575-91AF-971A4A34A9B0}" type="presParOf" srcId="{71ABB878-495B-4A82-85CB-45E68EBA65B0}" destId="{C204C9B1-20CF-4A36-A122-A317FC56F8CB}" srcOrd="4" destOrd="0" presId="urn:microsoft.com/office/officeart/2005/8/layout/list1"/>
    <dgm:cxn modelId="{18B2B5E6-5916-49C7-AFBE-8073E47B9667}" type="presParOf" srcId="{C204C9B1-20CF-4A36-A122-A317FC56F8CB}" destId="{EDFACC5F-157E-4449-8C39-38B82887EF93}" srcOrd="0" destOrd="0" presId="urn:microsoft.com/office/officeart/2005/8/layout/list1"/>
    <dgm:cxn modelId="{80933E42-7689-4EFD-99F2-1E76BD665987}" type="presParOf" srcId="{C204C9B1-20CF-4A36-A122-A317FC56F8CB}" destId="{08D44FB7-BEF5-4125-AF41-115EE49B3BE8}" srcOrd="1" destOrd="0" presId="urn:microsoft.com/office/officeart/2005/8/layout/list1"/>
    <dgm:cxn modelId="{A5DA2E3C-82FC-4CA9-8443-49A57A59A39C}" type="presParOf" srcId="{71ABB878-495B-4A82-85CB-45E68EBA65B0}" destId="{3971C670-4783-45A6-A1C6-0B312A0BCEAA}" srcOrd="5" destOrd="0" presId="urn:microsoft.com/office/officeart/2005/8/layout/list1"/>
    <dgm:cxn modelId="{F91A952E-2F70-4731-A711-BDEBA98359C3}" type="presParOf" srcId="{71ABB878-495B-4A82-85CB-45E68EBA65B0}" destId="{22AC4078-0F3F-429E-8ECD-5F426AEAC6A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8010E0-1476-4AC0-8B58-F324FB3A9E9F}">
      <dsp:nvSpPr>
        <dsp:cNvPr id="0" name=""/>
        <dsp:cNvSpPr/>
      </dsp:nvSpPr>
      <dsp:spPr>
        <a:xfrm>
          <a:off x="1065205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4EA6D1-DAE1-4902-A3B4-4F813DDAE5F6}">
      <dsp:nvSpPr>
        <dsp:cNvPr id="0" name=""/>
        <dsp:cNvSpPr/>
      </dsp:nvSpPr>
      <dsp:spPr>
        <a:xfrm>
          <a:off x="1336287" y="1162136"/>
          <a:ext cx="729835" cy="729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CDDAD5-5578-4620-8D22-4AAB47EA3C9E}">
      <dsp:nvSpPr>
        <dsp:cNvPr id="0" name=""/>
        <dsp:cNvSpPr/>
      </dsp:nvSpPr>
      <dsp:spPr>
        <a:xfrm>
          <a:off x="339342" y="2559250"/>
          <a:ext cx="272372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 dirty="0"/>
            <a:t>Telecommunication networks</a:t>
          </a:r>
        </a:p>
      </dsp:txBody>
      <dsp:txXfrm>
        <a:off x="339342" y="2559250"/>
        <a:ext cx="2723725" cy="742500"/>
      </dsp:txXfrm>
    </dsp:sp>
    <dsp:sp modelId="{480F1437-F17C-4C58-BB96-74A31B5EEC24}">
      <dsp:nvSpPr>
        <dsp:cNvPr id="0" name=""/>
        <dsp:cNvSpPr/>
      </dsp:nvSpPr>
      <dsp:spPr>
        <a:xfrm>
          <a:off x="3922074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AE9C67-4E0E-4985-9906-4AC3B4D148D7}">
      <dsp:nvSpPr>
        <dsp:cNvPr id="0" name=""/>
        <dsp:cNvSpPr/>
      </dsp:nvSpPr>
      <dsp:spPr>
        <a:xfrm>
          <a:off x="4193155" y="1162136"/>
          <a:ext cx="729835" cy="729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DFA8EF-47F3-4F8A-99F8-DA75587DD7FC}">
      <dsp:nvSpPr>
        <dsp:cNvPr id="0" name=""/>
        <dsp:cNvSpPr/>
      </dsp:nvSpPr>
      <dsp:spPr>
        <a:xfrm>
          <a:off x="3427985" y="2559250"/>
          <a:ext cx="22601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 dirty="0"/>
            <a:t>Transportation networks</a:t>
          </a:r>
        </a:p>
      </dsp:txBody>
      <dsp:txXfrm>
        <a:off x="3427985" y="2559250"/>
        <a:ext cx="2260175" cy="742500"/>
      </dsp:txXfrm>
    </dsp:sp>
    <dsp:sp modelId="{267C0D64-11C1-4551-9398-AA8C265A7738}">
      <dsp:nvSpPr>
        <dsp:cNvPr id="0" name=""/>
        <dsp:cNvSpPr/>
      </dsp:nvSpPr>
      <dsp:spPr>
        <a:xfrm>
          <a:off x="6459702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8317F6-2BD6-4EE7-9FEB-BD7B1CE6C712}">
      <dsp:nvSpPr>
        <dsp:cNvPr id="0" name=""/>
        <dsp:cNvSpPr/>
      </dsp:nvSpPr>
      <dsp:spPr>
        <a:xfrm>
          <a:off x="6730784" y="1162136"/>
          <a:ext cx="729835" cy="729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79036-0833-4C61-A093-E6ADF08C982E}">
      <dsp:nvSpPr>
        <dsp:cNvPr id="0" name=""/>
        <dsp:cNvSpPr/>
      </dsp:nvSpPr>
      <dsp:spPr>
        <a:xfrm>
          <a:off x="6053079" y="2559250"/>
          <a:ext cx="2085244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/>
            <a:t>Water supply networks</a:t>
          </a:r>
        </a:p>
      </dsp:txBody>
      <dsp:txXfrm>
        <a:off x="6053079" y="2559250"/>
        <a:ext cx="2085244" cy="742500"/>
      </dsp:txXfrm>
    </dsp:sp>
    <dsp:sp modelId="{67948D8F-FC72-45F1-AF58-5E53B551EA4F}">
      <dsp:nvSpPr>
        <dsp:cNvPr id="0" name=""/>
        <dsp:cNvSpPr/>
      </dsp:nvSpPr>
      <dsp:spPr>
        <a:xfrm>
          <a:off x="8909864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282795-EC3B-4111-B09C-20F9131F061D}">
      <dsp:nvSpPr>
        <dsp:cNvPr id="0" name=""/>
        <dsp:cNvSpPr/>
      </dsp:nvSpPr>
      <dsp:spPr>
        <a:xfrm>
          <a:off x="9180946" y="1162136"/>
          <a:ext cx="729835" cy="729835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7FEB97-8E1B-4699-83F9-F9EAA5AC5DF4}">
      <dsp:nvSpPr>
        <dsp:cNvPr id="0" name=""/>
        <dsp:cNvSpPr/>
      </dsp:nvSpPr>
      <dsp:spPr>
        <a:xfrm>
          <a:off x="8503241" y="2559250"/>
          <a:ext cx="2085244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/>
            <a:t>Electrical grids</a:t>
          </a:r>
        </a:p>
      </dsp:txBody>
      <dsp:txXfrm>
        <a:off x="8503241" y="2559250"/>
        <a:ext cx="2085244" cy="7425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3E538C-1464-451C-A918-E4B2C82F1C53}">
      <dsp:nvSpPr>
        <dsp:cNvPr id="0" name=""/>
        <dsp:cNvSpPr/>
      </dsp:nvSpPr>
      <dsp:spPr>
        <a:xfrm>
          <a:off x="0" y="589459"/>
          <a:ext cx="7286948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5548" tIns="791464" rIns="565548" bIns="227584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Priority queue </a:t>
          </a:r>
          <a:r>
            <a:rPr lang="en-US" sz="3200" kern="1200" dirty="0"/>
            <a:t>data structure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Faster for </a:t>
          </a:r>
          <a:r>
            <a:rPr lang="en-US" sz="3200" b="1" kern="1200" dirty="0"/>
            <a:t>dense graphs (</a:t>
          </a:r>
          <a14:m xmlns:a14="http://schemas.microsoft.com/office/drawing/2010/main">
            <m:oMath xmlns:m="http://schemas.openxmlformats.org/officeDocument/2006/math">
              <m:r>
                <a:rPr lang="en-US" sz="3200" b="1" i="1" kern="1200" smtClean="0">
                  <a:latin typeface="Cambria Math" panose="02040503050406030204" pitchFamily="18" charset="0"/>
                </a:rPr>
                <m:t>𝑬</m:t>
              </m:r>
              <m:r>
                <a:rPr lang="en-US" sz="3200" b="1" i="1" kern="1200" smtClean="0">
                  <a:latin typeface="Cambria Math" panose="02040503050406030204" pitchFamily="18" charset="0"/>
                  <a:ea typeface="Cambria Math" panose="02040503050406030204" pitchFamily="18" charset="0"/>
                </a:rPr>
                <m:t>≈</m:t>
              </m:r>
              <m:sSup>
                <m:sSupPr>
                  <m:ctrlP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</m:ctrlPr>
                </m:sSupPr>
                <m:e>
                  <m: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𝑽</m:t>
                  </m:r>
                </m:e>
                <m:sup>
                  <m: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𝟐</m:t>
                  </m:r>
                </m:sup>
              </m:sSup>
            </m:oMath>
          </a14:m>
          <a:r>
            <a:rPr lang="en-US" sz="3200" b="1" kern="1200" dirty="0"/>
            <a:t>)</a:t>
          </a:r>
        </a:p>
      </dsp:txBody>
      <dsp:txXfrm>
        <a:off x="0" y="589459"/>
        <a:ext cx="7286948" cy="2034900"/>
      </dsp:txXfrm>
    </dsp:sp>
    <dsp:sp modelId="{796B69CF-5244-413F-907A-192AA31A6DBC}">
      <dsp:nvSpPr>
        <dsp:cNvPr id="0" name=""/>
        <dsp:cNvSpPr/>
      </dsp:nvSpPr>
      <dsp:spPr>
        <a:xfrm>
          <a:off x="364347" y="28579"/>
          <a:ext cx="5100863" cy="1121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2800" tIns="0" rIns="192800" bIns="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Prim’s algorithm</a:t>
          </a:r>
        </a:p>
      </dsp:txBody>
      <dsp:txXfrm>
        <a:off x="419107" y="83339"/>
        <a:ext cx="4991343" cy="1012240"/>
      </dsp:txXfrm>
    </dsp:sp>
    <dsp:sp modelId="{22AC4078-0F3F-429E-8ECD-5F426AEAC6A7}">
      <dsp:nvSpPr>
        <dsp:cNvPr id="0" name=""/>
        <dsp:cNvSpPr/>
      </dsp:nvSpPr>
      <dsp:spPr>
        <a:xfrm>
          <a:off x="0" y="3390440"/>
          <a:ext cx="7286948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5548" tIns="791464" rIns="565548" bIns="227584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Disjoint set </a:t>
          </a:r>
          <a:r>
            <a:rPr lang="en-US" sz="3200" kern="1200" dirty="0"/>
            <a:t>data structure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Faster </a:t>
          </a:r>
          <a:r>
            <a:rPr lang="en-US" sz="3200" b="0" kern="1200" dirty="0"/>
            <a:t>for</a:t>
          </a:r>
          <a:r>
            <a:rPr lang="en-US" sz="3200" b="1" kern="1200" dirty="0"/>
            <a:t> sparse graphs</a:t>
          </a:r>
        </a:p>
      </dsp:txBody>
      <dsp:txXfrm>
        <a:off x="0" y="3390440"/>
        <a:ext cx="7286948" cy="2034900"/>
      </dsp:txXfrm>
    </dsp:sp>
    <dsp:sp modelId="{08D44FB7-BEF5-4125-AF41-115EE49B3BE8}">
      <dsp:nvSpPr>
        <dsp:cNvPr id="0" name=""/>
        <dsp:cNvSpPr/>
      </dsp:nvSpPr>
      <dsp:spPr>
        <a:xfrm>
          <a:off x="364347" y="2829559"/>
          <a:ext cx="5100863" cy="11217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2800" tIns="0" rIns="192800" bIns="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Kruskal’s algorithm</a:t>
          </a:r>
        </a:p>
      </dsp:txBody>
      <dsp:txXfrm>
        <a:off x="419107" y="2884319"/>
        <a:ext cx="4991343" cy="1012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1033-E2EC-D69E-E515-26959AC8E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24555-E0FE-4BAD-740B-4F986FBFB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F61CD-A89E-4F63-85BC-7B8B619FE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0DE6E-B70D-01A4-751F-EFF666CBF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6B-347B-18C1-4477-DED71D9F6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589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B5065-0673-BA0E-4BF9-175743AA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F9AA6-9E9F-E098-ADAA-A5BE524F2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23FB9-532C-1377-FD29-BEAB349F6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C3DC9-A344-DEEC-3478-F3ED419A5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19D47-B65B-5EF5-2E05-9A183CAF0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78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915BD-0340-FD44-ADBB-44C210536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C7890-1D6B-0138-8569-A210CFB17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F86155-4D81-1DF0-2109-C7CE9AFB3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73798-8ABA-D485-D1FD-0A8F4972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FE875-D6D5-F6C8-62DF-95CA6076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7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83DC-9F54-C1F5-49FC-2BA653C1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F684B-19C4-80D9-59EE-DB928201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D54A6-EE80-2080-7FB2-E86622C32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3980A-29EB-2CDF-5AB3-2026445A9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7F82FD-53F0-097D-B754-FA73BFCF5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44B192-2397-EB52-C251-139F28D9A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0C9C4-E61E-0534-271B-84E5BC50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96709D-D270-4F25-318D-5075B509F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7EB9C3-688D-37D4-6C55-0E1AE8230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92AC7-0827-12B5-0AAE-2968C36B55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ECDF6D-862B-0B53-3512-8FAA04CD1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8AA5E9-3E82-7F96-4BC2-05F80B8CD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E3ED4-D57B-24DE-79C9-4D06C6EE5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6A55E0-2B27-B4DC-2C17-97F40776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74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B87B1-EA7C-F53F-25E1-53CC0032E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2001E3-6508-CC56-C19C-1B1259E91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6A1F17-8E46-5B90-8CA8-01F0C72F4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A5FA6-047D-7856-E6EA-C24D2D88E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773252-AE28-04F8-BF85-D7D0AD0BE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36A591-D40E-7746-B126-E026E40EE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49101-66AF-39BA-3F7C-30D0E6D3C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1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59C43-2883-7E89-AF77-857A47CB4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69F1A-06E9-F0FD-09DB-DC767ED1F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AC787-739D-FBC5-826B-225DD8E1C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8225A-A32E-035B-E0BF-E308A6656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7AC81-81CE-2733-F6BA-C6CC2C35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E3FE6-20E5-EA23-26FC-B2FBCF18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2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28EEA-60E4-E7A3-04E4-BF0042D95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F3413-430E-EB4D-B7A0-FAB123B1FF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64ABA3-5F9B-DD42-58B9-E790C6D7A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0E6AF-8172-B52C-DBE2-1EBC85BA4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A724E-7ECA-2083-D8E7-A2980C2FA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D4730D-3F48-18AC-43EB-ABCCF4B9B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2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B81C-97A4-A968-5D52-8A219D77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15DFC-D5A5-A4F7-F6BD-BFAF5FDF7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82F06-972C-64A1-75BD-078A189AA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204F-9A8F-108B-DB5E-CD05E6D7D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EE620-4663-56DE-5B3D-86EF082D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62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46466A-4009-7F87-FE98-B4B0CDA82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F3B8F-060E-24C9-62EE-E475AE1CE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23CB7-7B25-5E6F-58BF-2FED9C4C5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CB6BF-19FB-F916-DFAE-C9196D16A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DA890-08DF-7BF2-B64C-86720AF4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603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857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749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85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2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644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249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08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331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20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866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4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F18FFC-13A0-B609-8222-39B51A89C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425BF-DD17-84CC-126E-AECA9950C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A38DB-6E67-DA52-E496-06DD5992F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4AE41-8EDF-47E8-B64C-F9046FF5481A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0F0F0-B6B1-5C9F-BFE7-566F654B7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BB52D-4C32-36EC-9A1A-4F8B3AA02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55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4/2/2026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6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panning_tree#/media/File:4x4_grid_spanning_tree.svg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inimum_spanning_tree#/media/File:Minimum_spanning_tree.svg" TargetMode="Externa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jsmMtJpPnhU&amp;t=300s" TargetMode="Externa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prims-minimum-spanning-tree-mst-greedy-algo-5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bZkzH5x0SKU" TargetMode="Externa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mIQ29cUGiE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lyw4FaxrwHg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Spring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AB619E-C942-353A-4BAF-B8BFAD35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100"/>
              <a:t>Minimum spanning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5B1EA-0821-8C22-CBC2-FED189949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Weighted, undirected graph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9099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180DE06-7362-4888-AADA-7AADD57AC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5073F-4CC5-9F40-B756-559C8D3D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1384" y="679730"/>
            <a:ext cx="4171994" cy="39327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Spanning tree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2218698" y="2733627"/>
            <a:ext cx="1340409" cy="5777807"/>
            <a:chOff x="329184" y="2"/>
            <a:chExt cx="524256" cy="577780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2"/>
              <a:ext cx="524256" cy="566677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23" y="372533"/>
            <a:ext cx="6116779" cy="606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D52A2D-B94C-C009-4AB6-721EC133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42597" y="624585"/>
            <a:ext cx="5608830" cy="56088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531B6-A91C-D015-1694-5397FBDB7ED6}"/>
              </a:ext>
            </a:extLst>
          </p:cNvPr>
          <p:cNvSpPr txBox="1"/>
          <p:nvPr/>
        </p:nvSpPr>
        <p:spPr>
          <a:xfrm>
            <a:off x="398086" y="115100"/>
            <a:ext cx="8545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https://en.wikipedia.org/wiki/Spanning_tree#/media/File:4x4_grid_spanning_tree.svg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979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7E255E-DC00-28FE-BCB9-92EE88384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89390" y="528905"/>
            <a:ext cx="7696200" cy="620826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D38F3E-8511-F755-102B-638F1FFF2CCE}"/>
              </a:ext>
            </a:extLst>
          </p:cNvPr>
          <p:cNvSpPr txBox="1"/>
          <p:nvPr/>
        </p:nvSpPr>
        <p:spPr>
          <a:xfrm>
            <a:off x="0" y="0"/>
            <a:ext cx="96940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https://en.wikipedia.org/wiki/Minimum_spanning_tree#/media/File:Minimum_spanning_tree.svg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60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F05D4-C676-563B-919A-F919150C8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Real world usage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6461F5-9001-F6DC-62CA-DBB50A269A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127391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3979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7980-0723-48A3-F073-CBE2FB752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EA689-AF30-79A6-0D83-999F392EA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488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3CAB3-EC47-195E-1AA3-AE5AD028A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8D2E-55CC-3770-55D2-15B44D092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0357-05F0-1535-8062-A1AA4604C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the cheapest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825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CB0E9-5CD4-F186-7B18-9C817FF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A21CA-9B37-4BCD-5DE5-E54E6274C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517A-6769-2550-EC77-1E9907073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the cheapest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Keep building disjoint sets until they become one single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939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E42D37-254E-E008-262F-C962F04301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C321C8-72AB-55C0-74A6-29C6BD88AEF4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3550F-0B23-7074-DA2B-CBA8276257AB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017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6E4CF-430B-806E-EA21-A6D6619BA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B56CFE-A743-101A-A271-EC0E0655BF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0E2A08-8C29-1643-1E96-EFB12F0A691C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04E499-0587-1316-418A-F14FC9C57DC2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300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8A08-2772-AF5D-FFB5-C1C22564D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CACDF9-64D1-7808-5FEA-7AEA8CC5EE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33C523-CD72-917E-75E5-C140211DDF10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7861FD-BEF3-8DFB-8D6C-3B2746A9BDCD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5DC67-2744-FCF7-A3E8-E44830587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553C58-962D-19DF-783A-1B95276DA3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4EA117-A59B-AAF6-12EC-1F328D3D6173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4CBFE1-2289-DA12-361F-7D52FB8CF195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79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575C-1987-1F3B-5EE3-ADD51AAF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493A0E-B4C4-9B69-CCC1-0230223DD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73229-7D04-0510-B278-1758FEA47022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281310-9BFF-2997-67F5-38767873167C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15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D0B04-9B0E-C917-F6D3-7DF7B59E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B15CB3-5C62-1A56-8D88-5DF6EB0A5F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AF630D-2195-5225-7513-E7282B8EF287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28F793-8623-10D7-6691-E71501968F0B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56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D6681-D07A-A3DB-01B9-98CC3CFB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C5B9AF-2407-A20B-5A6B-39BAACC93F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282ED8-D622-CD03-AB49-3A8CA1A07BB9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54077F-38D4-0CC3-1898-59DBA3ECE660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54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A5E98-6420-E7F3-C0B9-F5FEBB45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17EB76-B0F8-77A6-9274-D92D9D4B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CAC723-FB02-5268-9144-D55003629EB2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751760-8B95-D2DA-A38C-881D03F807CB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24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B1F14-5552-4366-B460-D7B490F7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96083E-0EAC-B2C8-165B-6D43955AB8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53F89E-CE66-B86D-2018-0DDAAE6F69B3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2148C6-87C4-8A4E-EC29-AFFC73FC7E1A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657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364EA-5A13-E574-D7A2-F5222508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1DB9C2-FD79-248D-DF26-8B889DB96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https://www.youtube.com/watch?v=jsmMtJpPnhU&amp;t=300s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12877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8B559-AA3F-725B-0BC5-C2C084B6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DAF7B-0C13-6F72-EE40-1CD937C97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830" y="83707"/>
            <a:ext cx="10515600" cy="827904"/>
          </a:xfrm>
        </p:spPr>
        <p:txBody>
          <a:bodyPr/>
          <a:lstStyle/>
          <a:p>
            <a:r>
              <a:rPr lang="en-US" dirty="0"/>
              <a:t>Prim’s algorithm – another example</a:t>
            </a:r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3E241356-B78B-5252-7E5A-A884C390E4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55" y="1222058"/>
            <a:ext cx="11187289" cy="5138283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739CF5-604C-AA0A-8597-82BD36389CEB}"/>
              </a:ext>
            </a:extLst>
          </p:cNvPr>
          <p:cNvSpPr txBox="1"/>
          <p:nvPr/>
        </p:nvSpPr>
        <p:spPr>
          <a:xfrm>
            <a:off x="163830" y="743669"/>
            <a:ext cx="881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https://www.geeksforgeeks.org/dsa/prims-minimum-spanning-tree-mst-greedy-algo-5/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3490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algorithm&#10;&#10;AI-generated content may be incorrect.">
            <a:extLst>
              <a:ext uri="{FF2B5EF4-FFF2-40B4-BE49-F238E27FC236}">
                <a16:creationId xmlns:a16="http://schemas.microsoft.com/office/drawing/2014/main" id="{ABB91611-D9A1-D71C-7445-9F8B6E5B2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E735EF3-22E3-1DEA-5657-BAC147A1F591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11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7917F-5B65-93E9-BF97-70F2C0622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F8808C-BAF6-CECA-3AD4-3D0B98B77B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0CA75D-0BDD-6D99-6A84-BBA679696B26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668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D474-CC64-0755-22EC-DFECEB308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B1E3D2-9785-DADD-F52F-54C342D2EB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8A2826-2C27-B203-1483-BE90F7E6269F}"/>
              </a:ext>
            </a:extLst>
          </p:cNvPr>
          <p:cNvSpPr/>
          <p:nvPr/>
        </p:nvSpPr>
        <p:spPr>
          <a:xfrm>
            <a:off x="457200" y="571500"/>
            <a:ext cx="10275570" cy="914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8702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4C1BA-19E7-9BE5-06D4-486AE3F91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175E59-6FF5-4151-E511-015C8A5C5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40B6B57-2549-5089-AB29-556BFCC7CF8B}"/>
              </a:ext>
            </a:extLst>
          </p:cNvPr>
          <p:cNvSpPr/>
          <p:nvPr/>
        </p:nvSpPr>
        <p:spPr>
          <a:xfrm>
            <a:off x="457200" y="571500"/>
            <a:ext cx="10275570" cy="9829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248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E342-CB5C-0FC7-857F-2AF8B5725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5AB442-C9A0-68F6-BC91-0301DA5EC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584A337-B718-A0EC-F7C5-1DF54D652BD2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32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F37D7-25CE-3BCF-83C9-D8AE8173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755C5D-B2E7-D563-F88A-770F227BF8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99FF027-51E0-7A14-5347-AE3CEFA2D722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0450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734A-2D25-339D-91B5-20171051F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E4D902-07E2-776D-471E-A5B572D3B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05AEC6-AD73-F46F-E91D-23E62AE50041}"/>
              </a:ext>
            </a:extLst>
          </p:cNvPr>
          <p:cNvSpPr/>
          <p:nvPr/>
        </p:nvSpPr>
        <p:spPr>
          <a:xfrm>
            <a:off x="457200" y="571500"/>
            <a:ext cx="10275570" cy="914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44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1EE85-BBC4-B30F-C62F-D6CCE778A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864DA9-39AB-934C-6D4B-3D31CE7284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26483B-5229-BB0F-4837-A66DB540E130}"/>
              </a:ext>
            </a:extLst>
          </p:cNvPr>
          <p:cNvSpPr/>
          <p:nvPr/>
        </p:nvSpPr>
        <p:spPr>
          <a:xfrm>
            <a:off x="411480" y="540543"/>
            <a:ext cx="10321290" cy="853917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7023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188D6-BCA6-660D-A395-4AE2DD03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871249-8C77-8AC3-6584-92103B5920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BE8EE6-B109-67C9-3F1B-5D882B39A088}"/>
              </a:ext>
            </a:extLst>
          </p:cNvPr>
          <p:cNvSpPr/>
          <p:nvPr/>
        </p:nvSpPr>
        <p:spPr>
          <a:xfrm>
            <a:off x="411480" y="540543"/>
            <a:ext cx="10321290" cy="956787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96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9E47-A49A-799F-0239-21A4C250E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8F4F017-54CC-1B4F-EF61-C49BB0CBF9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870346"/>
            <a:ext cx="11786766" cy="5277327"/>
          </a:xfrm>
        </p:spPr>
      </p:pic>
    </p:spTree>
    <p:extLst>
      <p:ext uri="{BB962C8B-B14F-4D97-AF65-F5344CB8AC3E}">
        <p14:creationId xmlns:p14="http://schemas.microsoft.com/office/powerpoint/2010/main" val="1047465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F62ADB12-1BDB-4B8A-DEB8-D548DB401B9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0154942"/>
                  </p:ext>
                </p:extLst>
              </p:nvPr>
            </p:nvGraphicFramePr>
            <p:xfrm>
              <a:off x="4642162" y="762782"/>
              <a:ext cx="7286948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F62ADB12-1BDB-4B8A-DEB8-D548DB401B9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0154942"/>
                  </p:ext>
                </p:extLst>
              </p:nvPr>
            </p:nvGraphicFramePr>
            <p:xfrm>
              <a:off x="4642162" y="762782"/>
              <a:ext cx="7286948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3475825-3C4F-1E67-D440-11AC234ABA66}"/>
              </a:ext>
            </a:extLst>
          </p:cNvPr>
          <p:cNvSpPr txBox="1"/>
          <p:nvPr/>
        </p:nvSpPr>
        <p:spPr>
          <a:xfrm>
            <a:off x="262890" y="2720301"/>
            <a:ext cx="32031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Comparison</a:t>
            </a:r>
          </a:p>
        </p:txBody>
      </p:sp>
    </p:spTree>
    <p:extLst>
      <p:ext uri="{BB962C8B-B14F-4D97-AF65-F5344CB8AC3E}">
        <p14:creationId xmlns:p14="http://schemas.microsoft.com/office/powerpoint/2010/main" val="14398934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ite stairs with a blue arrow drawn in the middle pointing upwards">
            <a:extLst>
              <a:ext uri="{FF2B5EF4-FFF2-40B4-BE49-F238E27FC236}">
                <a16:creationId xmlns:a16="http://schemas.microsoft.com/office/drawing/2014/main" id="{BCF80F5E-32CC-76BE-C8D6-85A537E09B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25252" b="18498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992932-33FC-0435-98B5-1746814E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b="1" dirty="0">
                <a:solidFill>
                  <a:srgbClr val="FFFFFF"/>
                </a:solidFill>
              </a:rPr>
              <a:t>Shortest path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B496-4DC8-01EF-FED7-A3046C048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Single Source Shortest Path (SSSP)</a:t>
            </a:r>
          </a:p>
        </p:txBody>
      </p:sp>
    </p:spTree>
    <p:extLst>
      <p:ext uri="{BB962C8B-B14F-4D97-AF65-F5344CB8AC3E}">
        <p14:creationId xmlns:p14="http://schemas.microsoft.com/office/powerpoint/2010/main" val="24977145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" name="Rectangle 20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50E4C-340B-ED2D-F268-6E545473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Dijkstra’s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13BB5-5E6E-E059-C81B-A32B520B3A62}"/>
              </a:ext>
            </a:extLst>
          </p:cNvPr>
          <p:cNvSpPr txBox="1"/>
          <p:nvPr/>
        </p:nvSpPr>
        <p:spPr>
          <a:xfrm>
            <a:off x="1314824" y="4763376"/>
            <a:ext cx="7957948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hlinkClick r:id="rId2"/>
              </a:rPr>
              <a:t>https://www.youtube.com/watch?v=bZkzH5x0SKU</a:t>
            </a:r>
            <a:endParaRPr lang="en-US" sz="2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8201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78E54DEE-61C4-C6AE-838D-03A8082252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786" y="704694"/>
            <a:ext cx="10045449" cy="573073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CBEE49-4D44-90AF-A728-F679C984F5D5}"/>
              </a:ext>
            </a:extLst>
          </p:cNvPr>
          <p:cNvSpPr txBox="1"/>
          <p:nvPr/>
        </p:nvSpPr>
        <p:spPr>
          <a:xfrm>
            <a:off x="838200" y="217170"/>
            <a:ext cx="52563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https://www.youtube.com/watch?v=CmIQ29cUGiE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6172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86590-4F61-B354-8C65-D82CE9B3F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B6B21E-2152-06C4-0B69-4DF44744FD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108" y="359874"/>
            <a:ext cx="10759783" cy="6138252"/>
          </a:xfrm>
        </p:spPr>
      </p:pic>
    </p:spTree>
    <p:extLst>
      <p:ext uri="{BB962C8B-B14F-4D97-AF65-F5344CB8AC3E}">
        <p14:creationId xmlns:p14="http://schemas.microsoft.com/office/powerpoint/2010/main" val="90887858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DE740-2743-4BFD-1520-017134979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68A62AD-0419-F365-D9C0-A01A5A0D85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108" y="359874"/>
            <a:ext cx="10759783" cy="6138252"/>
          </a:xfrm>
        </p:spPr>
      </p:pic>
    </p:spTree>
    <p:extLst>
      <p:ext uri="{BB962C8B-B14F-4D97-AF65-F5344CB8AC3E}">
        <p14:creationId xmlns:p14="http://schemas.microsoft.com/office/powerpoint/2010/main" val="15053638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08372-3F6E-E411-5240-EBE9B3282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339120-23E9-4F5C-51A6-73994B4A8B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6108" y="359874"/>
            <a:ext cx="10759783" cy="6138252"/>
          </a:xfrm>
        </p:spPr>
      </p:pic>
    </p:spTree>
    <p:extLst>
      <p:ext uri="{BB962C8B-B14F-4D97-AF65-F5344CB8AC3E}">
        <p14:creationId xmlns:p14="http://schemas.microsoft.com/office/powerpoint/2010/main" val="20083536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8E5A4-A0F2-34BD-7029-4703244EE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049772-343A-A8BA-2474-D3D1C7F8E5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8740" y="359874"/>
            <a:ext cx="9738531" cy="6138252"/>
          </a:xfrm>
        </p:spPr>
      </p:pic>
    </p:spTree>
    <p:extLst>
      <p:ext uri="{BB962C8B-B14F-4D97-AF65-F5344CB8AC3E}">
        <p14:creationId xmlns:p14="http://schemas.microsoft.com/office/powerpoint/2010/main" val="21780690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BAAE2-7809-272B-D557-11360A59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F09D8C7-12D0-CB2C-CE5B-C8F750AC2D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8740" y="359874"/>
            <a:ext cx="9738531" cy="6138252"/>
          </a:xfrm>
        </p:spPr>
      </p:pic>
    </p:spTree>
    <p:extLst>
      <p:ext uri="{BB962C8B-B14F-4D97-AF65-F5344CB8AC3E}">
        <p14:creationId xmlns:p14="http://schemas.microsoft.com/office/powerpoint/2010/main" val="9019312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9F32D-96AD-AF59-091F-ABEB067B5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5D1F3D-A88E-BBCB-5529-70E56471D9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8740" y="359874"/>
            <a:ext cx="9738531" cy="6138252"/>
          </a:xfrm>
        </p:spPr>
      </p:pic>
    </p:spTree>
    <p:extLst>
      <p:ext uri="{BB962C8B-B14F-4D97-AF65-F5344CB8AC3E}">
        <p14:creationId xmlns:p14="http://schemas.microsoft.com/office/powerpoint/2010/main" val="2831985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B3925-26A8-2A20-77B0-CF5310BE8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A09283-8E84-6555-8B04-6A481327B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2910" y="359874"/>
            <a:ext cx="10664361" cy="6138252"/>
          </a:xfrm>
        </p:spPr>
      </p:pic>
    </p:spTree>
    <p:extLst>
      <p:ext uri="{BB962C8B-B14F-4D97-AF65-F5344CB8AC3E}">
        <p14:creationId xmlns:p14="http://schemas.microsoft.com/office/powerpoint/2010/main" val="35012819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F5DD-1E1E-6D48-7304-CE381F27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B7B8114-BBF4-4BF4-1EED-B6ECA6204C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38164" y="359874"/>
            <a:ext cx="9715671" cy="6138252"/>
          </a:xfrm>
        </p:spPr>
      </p:pic>
    </p:spTree>
    <p:extLst>
      <p:ext uri="{BB962C8B-B14F-4D97-AF65-F5344CB8AC3E}">
        <p14:creationId xmlns:p14="http://schemas.microsoft.com/office/powerpoint/2010/main" val="38135299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EC4906-0AAF-1D53-9A35-45FD40717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E75426-13EC-2F73-56D6-BAFD27A31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93427" y="359874"/>
            <a:ext cx="10005145" cy="6138252"/>
          </a:xfrm>
        </p:spPr>
      </p:pic>
    </p:spTree>
    <p:extLst>
      <p:ext uri="{BB962C8B-B14F-4D97-AF65-F5344CB8AC3E}">
        <p14:creationId xmlns:p14="http://schemas.microsoft.com/office/powerpoint/2010/main" val="19593656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2B772-DDC4-DD9A-1D90-CE0AD8380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F5E1E2-036F-0591-22F7-FFF34A532F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219" y="359874"/>
            <a:ext cx="9875562" cy="6138252"/>
          </a:xfrm>
        </p:spPr>
      </p:pic>
    </p:spTree>
    <p:extLst>
      <p:ext uri="{BB962C8B-B14F-4D97-AF65-F5344CB8AC3E}">
        <p14:creationId xmlns:p14="http://schemas.microsoft.com/office/powerpoint/2010/main" val="4865124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F90D-51B8-A945-D1DD-5D5584F15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479B37-5613-A653-D6FC-0723D9AB1A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219" y="359874"/>
            <a:ext cx="9875562" cy="6138252"/>
          </a:xfrm>
        </p:spPr>
      </p:pic>
    </p:spTree>
    <p:extLst>
      <p:ext uri="{BB962C8B-B14F-4D97-AF65-F5344CB8AC3E}">
        <p14:creationId xmlns:p14="http://schemas.microsoft.com/office/powerpoint/2010/main" val="30520777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B2BA-CE5D-0139-F1F8-51C831EDD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E114D2C-0C00-F101-7C6A-B05DB9879E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358812292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45F0C-8EDD-5F85-2362-1B7F8DAE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8797C-07EF-5D6D-AEFC-91AF764BE86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28238290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746B7-E62E-2C0F-37B8-090AC168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82C938-EC48-946D-1506-4A85C55977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24032026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5C331-1793-39BC-FA16-90C11DAD5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5E4006-0B4D-A67C-A466-6C2C3BCF8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7982110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7700D-21AE-7613-92A8-034321624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8F9E99-9274-4142-5C83-61AD96E334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64909" y="359874"/>
            <a:ext cx="9662181" cy="6138252"/>
          </a:xfrm>
        </p:spPr>
      </p:pic>
    </p:spTree>
    <p:extLst>
      <p:ext uri="{BB962C8B-B14F-4D97-AF65-F5344CB8AC3E}">
        <p14:creationId xmlns:p14="http://schemas.microsoft.com/office/powerpoint/2010/main" val="26007580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CBC4FB-6688-0FE9-80EF-0726EFD95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Bellman-Ford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A2CFDB-F796-A366-8232-258A54C373FC}"/>
              </a:ext>
            </a:extLst>
          </p:cNvPr>
          <p:cNvSpPr txBox="1"/>
          <p:nvPr/>
        </p:nvSpPr>
        <p:spPr>
          <a:xfrm>
            <a:off x="1120140" y="4800600"/>
            <a:ext cx="51206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https://www.youtube.com/watch?v=lyw4FaxrwHg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36507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356</Words>
  <Application>Microsoft Office PowerPoint</Application>
  <PresentationFormat>Widescreen</PresentationFormat>
  <Paragraphs>49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50</vt:i4>
      </vt:variant>
    </vt:vector>
  </HeadingPairs>
  <TitlesOfParts>
    <vt:vector size="56" baseType="lpstr">
      <vt:lpstr>Aptos</vt:lpstr>
      <vt:lpstr>Aptos Display</vt:lpstr>
      <vt:lpstr>Arial</vt:lpstr>
      <vt:lpstr>Cambria Math</vt:lpstr>
      <vt:lpstr>Office Theme</vt:lpstr>
      <vt:lpstr>1_Office Theme</vt:lpstr>
      <vt:lpstr>Data Structures and Algorithms I.</vt:lpstr>
      <vt:lpstr>Minimum spanning tree</vt:lpstr>
      <vt:lpstr>Spanning tree</vt:lpstr>
      <vt:lpstr>PowerPoint Presentation</vt:lpstr>
      <vt:lpstr>Real world usage</vt:lpstr>
      <vt:lpstr>Kruskal’s algorithm</vt:lpstr>
      <vt:lpstr>Kruskal’s algorithm</vt:lpstr>
      <vt:lpstr>Kruskal’s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Prim’s algorithm</vt:lpstr>
      <vt:lpstr>Prim’s algorithm – another example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Shortest path problem</vt:lpstr>
      <vt:lpstr>Dijkstra’s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Bellman-Ford algorithm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20</cp:revision>
  <dcterms:created xsi:type="dcterms:W3CDTF">2025-09-06T22:19:17Z</dcterms:created>
  <dcterms:modified xsi:type="dcterms:W3CDTF">2026-04-02T15:06:00Z</dcterms:modified>
</cp:coreProperties>
</file>