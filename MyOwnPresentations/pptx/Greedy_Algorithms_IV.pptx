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6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6D1B85-A762-4ECB-9CED-CAB656B09A2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357C9E-6B7E-480D-BF99-6D29C767360F}">
      <dgm:prSet/>
      <dgm:spPr/>
      <dgm:t>
        <a:bodyPr/>
        <a:lstStyle/>
        <a:p>
          <a:r>
            <a:rPr lang="en-US"/>
            <a:t>Global optimum</a:t>
          </a:r>
        </a:p>
      </dgm:t>
    </dgm:pt>
    <dgm:pt modelId="{AAD16E6F-6D7F-4DF7-83DA-33FEE78579FB}" type="parTrans" cxnId="{E071E724-9AA3-44A9-84F9-DD0FBE11AC99}">
      <dgm:prSet/>
      <dgm:spPr/>
      <dgm:t>
        <a:bodyPr/>
        <a:lstStyle/>
        <a:p>
          <a:endParaRPr lang="en-US"/>
        </a:p>
      </dgm:t>
    </dgm:pt>
    <dgm:pt modelId="{5F907C1E-CFDD-41EC-BF1D-B237A909BABF}" type="sibTrans" cxnId="{E071E724-9AA3-44A9-84F9-DD0FBE11AC99}">
      <dgm:prSet/>
      <dgm:spPr/>
      <dgm:t>
        <a:bodyPr/>
        <a:lstStyle/>
        <a:p>
          <a:endParaRPr lang="en-US"/>
        </a:p>
      </dgm:t>
    </dgm:pt>
    <dgm:pt modelId="{76B4117D-9FB1-45DC-B105-1AC4E449FFDF}">
      <dgm:prSet/>
      <dgm:spPr/>
      <dgm:t>
        <a:bodyPr/>
        <a:lstStyle/>
        <a:p>
          <a:r>
            <a:rPr lang="en-US" dirty="0"/>
            <a:t>Local optimum</a:t>
          </a:r>
        </a:p>
      </dgm:t>
    </dgm:pt>
    <dgm:pt modelId="{7A54A559-FDB3-4083-9B4A-FD79382CC45B}" type="parTrans" cxnId="{7903D2A0-853F-4567-BC7F-3C71B94FDF7D}">
      <dgm:prSet/>
      <dgm:spPr/>
      <dgm:t>
        <a:bodyPr/>
        <a:lstStyle/>
        <a:p>
          <a:endParaRPr lang="en-US"/>
        </a:p>
      </dgm:t>
    </dgm:pt>
    <dgm:pt modelId="{0EF0DC28-C6CC-4361-B020-896ACFA28655}" type="sibTrans" cxnId="{7903D2A0-853F-4567-BC7F-3C71B94FDF7D}">
      <dgm:prSet/>
      <dgm:spPr/>
      <dgm:t>
        <a:bodyPr/>
        <a:lstStyle/>
        <a:p>
          <a:endParaRPr lang="en-US"/>
        </a:p>
      </dgm:t>
    </dgm:pt>
    <dgm:pt modelId="{31EF6DB4-CEBC-4AC6-B12F-A0B4F68435B4}" type="pres">
      <dgm:prSet presAssocID="{1A6D1B85-A762-4ECB-9CED-CAB656B09A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F6B374-E889-4269-BC89-B448C5447298}" type="pres">
      <dgm:prSet presAssocID="{23357C9E-6B7E-480D-BF99-6D29C767360F}" presName="hierRoot1" presStyleCnt="0"/>
      <dgm:spPr/>
    </dgm:pt>
    <dgm:pt modelId="{470C43F0-5EBE-4C18-855E-4CAFF8DDE005}" type="pres">
      <dgm:prSet presAssocID="{23357C9E-6B7E-480D-BF99-6D29C767360F}" presName="composite" presStyleCnt="0"/>
      <dgm:spPr/>
    </dgm:pt>
    <dgm:pt modelId="{944E4DC3-451D-491D-9E4F-C19822AE207B}" type="pres">
      <dgm:prSet presAssocID="{23357C9E-6B7E-480D-BF99-6D29C767360F}" presName="background" presStyleLbl="node0" presStyleIdx="0" presStyleCnt="2"/>
      <dgm:spPr/>
    </dgm:pt>
    <dgm:pt modelId="{BDC8BE14-5460-42F5-AFDE-C0FE0BC1E02F}" type="pres">
      <dgm:prSet presAssocID="{23357C9E-6B7E-480D-BF99-6D29C767360F}" presName="text" presStyleLbl="fgAcc0" presStyleIdx="0" presStyleCnt="2">
        <dgm:presLayoutVars>
          <dgm:chPref val="3"/>
        </dgm:presLayoutVars>
      </dgm:prSet>
      <dgm:spPr/>
    </dgm:pt>
    <dgm:pt modelId="{6B192676-CEC7-46A5-87E8-5110718F41CD}" type="pres">
      <dgm:prSet presAssocID="{23357C9E-6B7E-480D-BF99-6D29C767360F}" presName="hierChild2" presStyleCnt="0"/>
      <dgm:spPr/>
    </dgm:pt>
    <dgm:pt modelId="{569C2796-9802-4934-ADD4-1900B7C81A98}" type="pres">
      <dgm:prSet presAssocID="{76B4117D-9FB1-45DC-B105-1AC4E449FFDF}" presName="hierRoot1" presStyleCnt="0"/>
      <dgm:spPr/>
    </dgm:pt>
    <dgm:pt modelId="{16120FB9-54A7-4041-949C-888DC2BB96E8}" type="pres">
      <dgm:prSet presAssocID="{76B4117D-9FB1-45DC-B105-1AC4E449FFDF}" presName="composite" presStyleCnt="0"/>
      <dgm:spPr/>
    </dgm:pt>
    <dgm:pt modelId="{39DE6399-FB84-4D47-838C-9AFE92C12242}" type="pres">
      <dgm:prSet presAssocID="{76B4117D-9FB1-45DC-B105-1AC4E449FFDF}" presName="background" presStyleLbl="node0" presStyleIdx="1" presStyleCnt="2"/>
      <dgm:spPr/>
    </dgm:pt>
    <dgm:pt modelId="{9F94323D-4D19-48A5-8779-99BC13C6FE19}" type="pres">
      <dgm:prSet presAssocID="{76B4117D-9FB1-45DC-B105-1AC4E449FFDF}" presName="text" presStyleLbl="fgAcc0" presStyleIdx="1" presStyleCnt="2">
        <dgm:presLayoutVars>
          <dgm:chPref val="3"/>
        </dgm:presLayoutVars>
      </dgm:prSet>
      <dgm:spPr/>
    </dgm:pt>
    <dgm:pt modelId="{59C50153-8786-426E-B431-D9E5CEC997C7}" type="pres">
      <dgm:prSet presAssocID="{76B4117D-9FB1-45DC-B105-1AC4E449FFDF}" presName="hierChild2" presStyleCnt="0"/>
      <dgm:spPr/>
    </dgm:pt>
  </dgm:ptLst>
  <dgm:cxnLst>
    <dgm:cxn modelId="{E071E724-9AA3-44A9-84F9-DD0FBE11AC99}" srcId="{1A6D1B85-A762-4ECB-9CED-CAB656B09A29}" destId="{23357C9E-6B7E-480D-BF99-6D29C767360F}" srcOrd="0" destOrd="0" parTransId="{AAD16E6F-6D7F-4DF7-83DA-33FEE78579FB}" sibTransId="{5F907C1E-CFDD-41EC-BF1D-B237A909BABF}"/>
    <dgm:cxn modelId="{7903D2A0-853F-4567-BC7F-3C71B94FDF7D}" srcId="{1A6D1B85-A762-4ECB-9CED-CAB656B09A29}" destId="{76B4117D-9FB1-45DC-B105-1AC4E449FFDF}" srcOrd="1" destOrd="0" parTransId="{7A54A559-FDB3-4083-9B4A-FD79382CC45B}" sibTransId="{0EF0DC28-C6CC-4361-B020-896ACFA28655}"/>
    <dgm:cxn modelId="{7DC0BDB9-1326-46A1-8A2D-88F4CECB19B4}" type="presOf" srcId="{23357C9E-6B7E-480D-BF99-6D29C767360F}" destId="{BDC8BE14-5460-42F5-AFDE-C0FE0BC1E02F}" srcOrd="0" destOrd="0" presId="urn:microsoft.com/office/officeart/2005/8/layout/hierarchy1"/>
    <dgm:cxn modelId="{B403D5D4-E877-493E-B435-DD73255F13FA}" type="presOf" srcId="{1A6D1B85-A762-4ECB-9CED-CAB656B09A29}" destId="{31EF6DB4-CEBC-4AC6-B12F-A0B4F68435B4}" srcOrd="0" destOrd="0" presId="urn:microsoft.com/office/officeart/2005/8/layout/hierarchy1"/>
    <dgm:cxn modelId="{98450FDF-ED9E-4E00-8578-9FC4D38A0223}" type="presOf" srcId="{76B4117D-9FB1-45DC-B105-1AC4E449FFDF}" destId="{9F94323D-4D19-48A5-8779-99BC13C6FE19}" srcOrd="0" destOrd="0" presId="urn:microsoft.com/office/officeart/2005/8/layout/hierarchy1"/>
    <dgm:cxn modelId="{8911514C-7BBD-48F3-85CA-AFDEB9442859}" type="presParOf" srcId="{31EF6DB4-CEBC-4AC6-B12F-A0B4F68435B4}" destId="{BAF6B374-E889-4269-BC89-B448C5447298}" srcOrd="0" destOrd="0" presId="urn:microsoft.com/office/officeart/2005/8/layout/hierarchy1"/>
    <dgm:cxn modelId="{7B037CD1-9A34-493C-A107-FC949ED3D1A4}" type="presParOf" srcId="{BAF6B374-E889-4269-BC89-B448C5447298}" destId="{470C43F0-5EBE-4C18-855E-4CAFF8DDE005}" srcOrd="0" destOrd="0" presId="urn:microsoft.com/office/officeart/2005/8/layout/hierarchy1"/>
    <dgm:cxn modelId="{F0B8AF2B-6274-4B41-8EDB-0654AEE54466}" type="presParOf" srcId="{470C43F0-5EBE-4C18-855E-4CAFF8DDE005}" destId="{944E4DC3-451D-491D-9E4F-C19822AE207B}" srcOrd="0" destOrd="0" presId="urn:microsoft.com/office/officeart/2005/8/layout/hierarchy1"/>
    <dgm:cxn modelId="{AA177E06-B0DA-4CB5-ACB8-E82C219EFB54}" type="presParOf" srcId="{470C43F0-5EBE-4C18-855E-4CAFF8DDE005}" destId="{BDC8BE14-5460-42F5-AFDE-C0FE0BC1E02F}" srcOrd="1" destOrd="0" presId="urn:microsoft.com/office/officeart/2005/8/layout/hierarchy1"/>
    <dgm:cxn modelId="{D2D57BFB-6103-4B96-B165-800E7073F484}" type="presParOf" srcId="{BAF6B374-E889-4269-BC89-B448C5447298}" destId="{6B192676-CEC7-46A5-87E8-5110718F41CD}" srcOrd="1" destOrd="0" presId="urn:microsoft.com/office/officeart/2005/8/layout/hierarchy1"/>
    <dgm:cxn modelId="{1DFB0A51-1622-4304-9CAF-6C58946A3339}" type="presParOf" srcId="{31EF6DB4-CEBC-4AC6-B12F-A0B4F68435B4}" destId="{569C2796-9802-4934-ADD4-1900B7C81A98}" srcOrd="1" destOrd="0" presId="urn:microsoft.com/office/officeart/2005/8/layout/hierarchy1"/>
    <dgm:cxn modelId="{575620BB-4509-4F25-81A8-E6D586271664}" type="presParOf" srcId="{569C2796-9802-4934-ADD4-1900B7C81A98}" destId="{16120FB9-54A7-4041-949C-888DC2BB96E8}" srcOrd="0" destOrd="0" presId="urn:microsoft.com/office/officeart/2005/8/layout/hierarchy1"/>
    <dgm:cxn modelId="{30021FDF-B84C-48B2-94CD-C68F9C82E385}" type="presParOf" srcId="{16120FB9-54A7-4041-949C-888DC2BB96E8}" destId="{39DE6399-FB84-4D47-838C-9AFE92C12242}" srcOrd="0" destOrd="0" presId="urn:microsoft.com/office/officeart/2005/8/layout/hierarchy1"/>
    <dgm:cxn modelId="{A7914E83-04F9-459F-B2E2-AD8AA873F264}" type="presParOf" srcId="{16120FB9-54A7-4041-949C-888DC2BB96E8}" destId="{9F94323D-4D19-48A5-8779-99BC13C6FE19}" srcOrd="1" destOrd="0" presId="urn:microsoft.com/office/officeart/2005/8/layout/hierarchy1"/>
    <dgm:cxn modelId="{798AFD5A-48E4-4014-AEB7-947349AF655A}" type="presParOf" srcId="{569C2796-9802-4934-ADD4-1900B7C81A98}" destId="{59C50153-8786-426E-B431-D9E5CEC997C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D85EA5-9CA4-44EF-B0AB-2AB671E4EE01}" type="doc">
      <dgm:prSet loTypeId="urn:microsoft.com/office/officeart/2005/8/layout/hierarchy1" loCatId="hierarchy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05824A3-4F56-4F0E-93B5-7A391D9F5423}">
      <dgm:prSet/>
      <dgm:spPr/>
      <dgm:t>
        <a:bodyPr/>
        <a:lstStyle/>
        <a:p>
          <a:r>
            <a:rPr lang="en-US" dirty="0"/>
            <a:t>Fixed-length codes – 300,000 bits</a:t>
          </a:r>
        </a:p>
      </dgm:t>
    </dgm:pt>
    <dgm:pt modelId="{9B9FD685-D8A6-4CA7-AAAF-16C66024E2E0}" type="parTrans" cxnId="{33E6EBA2-3EDE-4ACD-9261-D0A4B507B19B}">
      <dgm:prSet/>
      <dgm:spPr/>
      <dgm:t>
        <a:bodyPr/>
        <a:lstStyle/>
        <a:p>
          <a:endParaRPr lang="en-US"/>
        </a:p>
      </dgm:t>
    </dgm:pt>
    <dgm:pt modelId="{0A386716-1063-44F4-90D4-E5883D2CE9FF}" type="sibTrans" cxnId="{33E6EBA2-3EDE-4ACD-9261-D0A4B507B19B}">
      <dgm:prSet/>
      <dgm:spPr/>
      <dgm:t>
        <a:bodyPr/>
        <a:lstStyle/>
        <a:p>
          <a:endParaRPr lang="en-US"/>
        </a:p>
      </dgm:t>
    </dgm:pt>
    <dgm:pt modelId="{D73AB0F3-6662-4DFE-9C08-E0C017A85C50}">
      <dgm:prSet/>
      <dgm:spPr/>
      <dgm:t>
        <a:bodyPr/>
        <a:lstStyle/>
        <a:p>
          <a:r>
            <a:rPr lang="en-US" dirty="0"/>
            <a:t>Variable-length codes – 224,000 bits</a:t>
          </a:r>
        </a:p>
      </dgm:t>
    </dgm:pt>
    <dgm:pt modelId="{FFD524F5-5B93-4D98-910F-A35C3051A318}" type="parTrans" cxnId="{A6B74394-71EE-4A1A-A3B9-CA013069A241}">
      <dgm:prSet/>
      <dgm:spPr/>
      <dgm:t>
        <a:bodyPr/>
        <a:lstStyle/>
        <a:p>
          <a:endParaRPr lang="en-US"/>
        </a:p>
      </dgm:t>
    </dgm:pt>
    <dgm:pt modelId="{E3C8D3E5-9166-4078-B88A-4904468FB2EB}" type="sibTrans" cxnId="{A6B74394-71EE-4A1A-A3B9-CA013069A241}">
      <dgm:prSet/>
      <dgm:spPr/>
      <dgm:t>
        <a:bodyPr/>
        <a:lstStyle/>
        <a:p>
          <a:endParaRPr lang="en-US"/>
        </a:p>
      </dgm:t>
    </dgm:pt>
    <dgm:pt modelId="{3EA92DB2-F0B8-422B-BCAA-47141ADB0796}">
      <dgm:prSet/>
      <dgm:spPr/>
      <dgm:t>
        <a:bodyPr/>
        <a:lstStyle/>
        <a:p>
          <a:r>
            <a:rPr lang="en-US"/>
            <a:t>That is an approx. 25% improvement</a:t>
          </a:r>
        </a:p>
      </dgm:t>
    </dgm:pt>
    <dgm:pt modelId="{D2ADF38F-EBF3-44B9-99F7-1969309EA63A}" type="parTrans" cxnId="{E0D3C738-6B80-47EE-8A0F-9677E173F697}">
      <dgm:prSet/>
      <dgm:spPr/>
      <dgm:t>
        <a:bodyPr/>
        <a:lstStyle/>
        <a:p>
          <a:endParaRPr lang="en-US"/>
        </a:p>
      </dgm:t>
    </dgm:pt>
    <dgm:pt modelId="{532006EC-647B-42B8-A619-D6039C884450}" type="sibTrans" cxnId="{E0D3C738-6B80-47EE-8A0F-9677E173F697}">
      <dgm:prSet/>
      <dgm:spPr/>
      <dgm:t>
        <a:bodyPr/>
        <a:lstStyle/>
        <a:p>
          <a:endParaRPr lang="en-US"/>
        </a:p>
      </dgm:t>
    </dgm:pt>
    <dgm:pt modelId="{4F86F614-6FF3-4C79-A4BE-7FA1AFA28F42}" type="pres">
      <dgm:prSet presAssocID="{A9D85EA5-9CA4-44EF-B0AB-2AB671E4EE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52EE71-8BB0-4FE2-A5FF-FAD11C24A5C5}" type="pres">
      <dgm:prSet presAssocID="{805824A3-4F56-4F0E-93B5-7A391D9F5423}" presName="hierRoot1" presStyleCnt="0"/>
      <dgm:spPr/>
    </dgm:pt>
    <dgm:pt modelId="{F1BC9B29-D405-4967-974A-3D8E6A29664E}" type="pres">
      <dgm:prSet presAssocID="{805824A3-4F56-4F0E-93B5-7A391D9F5423}" presName="composite" presStyleCnt="0"/>
      <dgm:spPr/>
    </dgm:pt>
    <dgm:pt modelId="{729D814A-E281-4C08-90B9-B49B541669D5}" type="pres">
      <dgm:prSet presAssocID="{805824A3-4F56-4F0E-93B5-7A391D9F5423}" presName="background" presStyleLbl="node0" presStyleIdx="0" presStyleCnt="3"/>
      <dgm:spPr/>
    </dgm:pt>
    <dgm:pt modelId="{9658F321-0DCA-422D-8BAC-87D70ADE125F}" type="pres">
      <dgm:prSet presAssocID="{805824A3-4F56-4F0E-93B5-7A391D9F5423}" presName="text" presStyleLbl="fgAcc0" presStyleIdx="0" presStyleCnt="3">
        <dgm:presLayoutVars>
          <dgm:chPref val="3"/>
        </dgm:presLayoutVars>
      </dgm:prSet>
      <dgm:spPr/>
    </dgm:pt>
    <dgm:pt modelId="{E35A18DC-EB75-4590-8C31-DB5446C69BA1}" type="pres">
      <dgm:prSet presAssocID="{805824A3-4F56-4F0E-93B5-7A391D9F5423}" presName="hierChild2" presStyleCnt="0"/>
      <dgm:spPr/>
    </dgm:pt>
    <dgm:pt modelId="{9CD7A6C6-A17E-4FB2-8503-7D83E17156A8}" type="pres">
      <dgm:prSet presAssocID="{D73AB0F3-6662-4DFE-9C08-E0C017A85C50}" presName="hierRoot1" presStyleCnt="0"/>
      <dgm:spPr/>
    </dgm:pt>
    <dgm:pt modelId="{5F95EF0D-B8FD-4F35-A6D2-B7B6991D8C8D}" type="pres">
      <dgm:prSet presAssocID="{D73AB0F3-6662-4DFE-9C08-E0C017A85C50}" presName="composite" presStyleCnt="0"/>
      <dgm:spPr/>
    </dgm:pt>
    <dgm:pt modelId="{F2131272-7691-498D-AFD2-1AB2B8C8B2A0}" type="pres">
      <dgm:prSet presAssocID="{D73AB0F3-6662-4DFE-9C08-E0C017A85C50}" presName="background" presStyleLbl="node0" presStyleIdx="1" presStyleCnt="3"/>
      <dgm:spPr/>
    </dgm:pt>
    <dgm:pt modelId="{1B22FB3E-CA77-43E8-9F15-FEAF8A2039A6}" type="pres">
      <dgm:prSet presAssocID="{D73AB0F3-6662-4DFE-9C08-E0C017A85C50}" presName="text" presStyleLbl="fgAcc0" presStyleIdx="1" presStyleCnt="3">
        <dgm:presLayoutVars>
          <dgm:chPref val="3"/>
        </dgm:presLayoutVars>
      </dgm:prSet>
      <dgm:spPr/>
    </dgm:pt>
    <dgm:pt modelId="{C8542ED5-9CF7-4755-9D96-A7A334B370C8}" type="pres">
      <dgm:prSet presAssocID="{D73AB0F3-6662-4DFE-9C08-E0C017A85C50}" presName="hierChild2" presStyleCnt="0"/>
      <dgm:spPr/>
    </dgm:pt>
    <dgm:pt modelId="{FAF4E453-C653-48A5-9AC0-BE0B09C56E93}" type="pres">
      <dgm:prSet presAssocID="{3EA92DB2-F0B8-422B-BCAA-47141ADB0796}" presName="hierRoot1" presStyleCnt="0"/>
      <dgm:spPr/>
    </dgm:pt>
    <dgm:pt modelId="{BC5F7181-E198-40DB-A640-0797198D938C}" type="pres">
      <dgm:prSet presAssocID="{3EA92DB2-F0B8-422B-BCAA-47141ADB0796}" presName="composite" presStyleCnt="0"/>
      <dgm:spPr/>
    </dgm:pt>
    <dgm:pt modelId="{78822635-B72A-467A-AF9F-E7E0A1A1A486}" type="pres">
      <dgm:prSet presAssocID="{3EA92DB2-F0B8-422B-BCAA-47141ADB0796}" presName="background" presStyleLbl="node0" presStyleIdx="2" presStyleCnt="3"/>
      <dgm:spPr/>
    </dgm:pt>
    <dgm:pt modelId="{7AFE4F88-7F59-4121-A09D-014F063D437A}" type="pres">
      <dgm:prSet presAssocID="{3EA92DB2-F0B8-422B-BCAA-47141ADB0796}" presName="text" presStyleLbl="fgAcc0" presStyleIdx="2" presStyleCnt="3">
        <dgm:presLayoutVars>
          <dgm:chPref val="3"/>
        </dgm:presLayoutVars>
      </dgm:prSet>
      <dgm:spPr/>
    </dgm:pt>
    <dgm:pt modelId="{0EF86946-9551-4194-9255-202BF6EC5AA5}" type="pres">
      <dgm:prSet presAssocID="{3EA92DB2-F0B8-422B-BCAA-47141ADB0796}" presName="hierChild2" presStyleCnt="0"/>
      <dgm:spPr/>
    </dgm:pt>
  </dgm:ptLst>
  <dgm:cxnLst>
    <dgm:cxn modelId="{A8A46800-D8C5-4DD0-B4D2-CD4B498BD11F}" type="presOf" srcId="{805824A3-4F56-4F0E-93B5-7A391D9F5423}" destId="{9658F321-0DCA-422D-8BAC-87D70ADE125F}" srcOrd="0" destOrd="0" presId="urn:microsoft.com/office/officeart/2005/8/layout/hierarchy1"/>
    <dgm:cxn modelId="{E0D3C738-6B80-47EE-8A0F-9677E173F697}" srcId="{A9D85EA5-9CA4-44EF-B0AB-2AB671E4EE01}" destId="{3EA92DB2-F0B8-422B-BCAA-47141ADB0796}" srcOrd="2" destOrd="0" parTransId="{D2ADF38F-EBF3-44B9-99F7-1969309EA63A}" sibTransId="{532006EC-647B-42B8-A619-D6039C884450}"/>
    <dgm:cxn modelId="{009A2066-06F5-4C23-A25E-62A003766A99}" type="presOf" srcId="{3EA92DB2-F0B8-422B-BCAA-47141ADB0796}" destId="{7AFE4F88-7F59-4121-A09D-014F063D437A}" srcOrd="0" destOrd="0" presId="urn:microsoft.com/office/officeart/2005/8/layout/hierarchy1"/>
    <dgm:cxn modelId="{7F3D7C84-0ECF-4817-A9E9-B419CD4853C8}" type="presOf" srcId="{A9D85EA5-9CA4-44EF-B0AB-2AB671E4EE01}" destId="{4F86F614-6FF3-4C79-A4BE-7FA1AFA28F42}" srcOrd="0" destOrd="0" presId="urn:microsoft.com/office/officeart/2005/8/layout/hierarchy1"/>
    <dgm:cxn modelId="{A6B74394-71EE-4A1A-A3B9-CA013069A241}" srcId="{A9D85EA5-9CA4-44EF-B0AB-2AB671E4EE01}" destId="{D73AB0F3-6662-4DFE-9C08-E0C017A85C50}" srcOrd="1" destOrd="0" parTransId="{FFD524F5-5B93-4D98-910F-A35C3051A318}" sibTransId="{E3C8D3E5-9166-4078-B88A-4904468FB2EB}"/>
    <dgm:cxn modelId="{33E6EBA2-3EDE-4ACD-9261-D0A4B507B19B}" srcId="{A9D85EA5-9CA4-44EF-B0AB-2AB671E4EE01}" destId="{805824A3-4F56-4F0E-93B5-7A391D9F5423}" srcOrd="0" destOrd="0" parTransId="{9B9FD685-D8A6-4CA7-AAAF-16C66024E2E0}" sibTransId="{0A386716-1063-44F4-90D4-E5883D2CE9FF}"/>
    <dgm:cxn modelId="{1C8062DE-012B-4254-A34A-7767B3CBC6F1}" type="presOf" srcId="{D73AB0F3-6662-4DFE-9C08-E0C017A85C50}" destId="{1B22FB3E-CA77-43E8-9F15-FEAF8A2039A6}" srcOrd="0" destOrd="0" presId="urn:microsoft.com/office/officeart/2005/8/layout/hierarchy1"/>
    <dgm:cxn modelId="{E7B9B6E5-8639-49E9-B3F2-24846258C9B5}" type="presParOf" srcId="{4F86F614-6FF3-4C79-A4BE-7FA1AFA28F42}" destId="{0852EE71-8BB0-4FE2-A5FF-FAD11C24A5C5}" srcOrd="0" destOrd="0" presId="urn:microsoft.com/office/officeart/2005/8/layout/hierarchy1"/>
    <dgm:cxn modelId="{3F14693D-F6BE-42C0-8A06-3D9EA4420CB0}" type="presParOf" srcId="{0852EE71-8BB0-4FE2-A5FF-FAD11C24A5C5}" destId="{F1BC9B29-D405-4967-974A-3D8E6A29664E}" srcOrd="0" destOrd="0" presId="urn:microsoft.com/office/officeart/2005/8/layout/hierarchy1"/>
    <dgm:cxn modelId="{E98BB3B6-7947-4772-B1AB-F8FB0DCFE889}" type="presParOf" srcId="{F1BC9B29-D405-4967-974A-3D8E6A29664E}" destId="{729D814A-E281-4C08-90B9-B49B541669D5}" srcOrd="0" destOrd="0" presId="urn:microsoft.com/office/officeart/2005/8/layout/hierarchy1"/>
    <dgm:cxn modelId="{331705C0-C35E-4D30-B3B4-228E89F5357B}" type="presParOf" srcId="{F1BC9B29-D405-4967-974A-3D8E6A29664E}" destId="{9658F321-0DCA-422D-8BAC-87D70ADE125F}" srcOrd="1" destOrd="0" presId="urn:microsoft.com/office/officeart/2005/8/layout/hierarchy1"/>
    <dgm:cxn modelId="{69BD0FF5-7C7F-41B3-B3AB-8D5FF49263F0}" type="presParOf" srcId="{0852EE71-8BB0-4FE2-A5FF-FAD11C24A5C5}" destId="{E35A18DC-EB75-4590-8C31-DB5446C69BA1}" srcOrd="1" destOrd="0" presId="urn:microsoft.com/office/officeart/2005/8/layout/hierarchy1"/>
    <dgm:cxn modelId="{208D8BDF-E5DE-4199-8758-4840A1931397}" type="presParOf" srcId="{4F86F614-6FF3-4C79-A4BE-7FA1AFA28F42}" destId="{9CD7A6C6-A17E-4FB2-8503-7D83E17156A8}" srcOrd="1" destOrd="0" presId="urn:microsoft.com/office/officeart/2005/8/layout/hierarchy1"/>
    <dgm:cxn modelId="{7C7C55FA-733F-4ABA-B29B-8E017C9D3C1A}" type="presParOf" srcId="{9CD7A6C6-A17E-4FB2-8503-7D83E17156A8}" destId="{5F95EF0D-B8FD-4F35-A6D2-B7B6991D8C8D}" srcOrd="0" destOrd="0" presId="urn:microsoft.com/office/officeart/2005/8/layout/hierarchy1"/>
    <dgm:cxn modelId="{7E18BA03-0E14-4E80-8175-DC4A9D3DEC4D}" type="presParOf" srcId="{5F95EF0D-B8FD-4F35-A6D2-B7B6991D8C8D}" destId="{F2131272-7691-498D-AFD2-1AB2B8C8B2A0}" srcOrd="0" destOrd="0" presId="urn:microsoft.com/office/officeart/2005/8/layout/hierarchy1"/>
    <dgm:cxn modelId="{C943705A-8817-4AD5-B7CB-0ACC6D035967}" type="presParOf" srcId="{5F95EF0D-B8FD-4F35-A6D2-B7B6991D8C8D}" destId="{1B22FB3E-CA77-43E8-9F15-FEAF8A2039A6}" srcOrd="1" destOrd="0" presId="urn:microsoft.com/office/officeart/2005/8/layout/hierarchy1"/>
    <dgm:cxn modelId="{C35A59C6-37D3-4BB7-886E-ED417F6EB872}" type="presParOf" srcId="{9CD7A6C6-A17E-4FB2-8503-7D83E17156A8}" destId="{C8542ED5-9CF7-4755-9D96-A7A334B370C8}" srcOrd="1" destOrd="0" presId="urn:microsoft.com/office/officeart/2005/8/layout/hierarchy1"/>
    <dgm:cxn modelId="{0C672439-E8F2-4351-A859-9056A5C9DBD4}" type="presParOf" srcId="{4F86F614-6FF3-4C79-A4BE-7FA1AFA28F42}" destId="{FAF4E453-C653-48A5-9AC0-BE0B09C56E93}" srcOrd="2" destOrd="0" presId="urn:microsoft.com/office/officeart/2005/8/layout/hierarchy1"/>
    <dgm:cxn modelId="{8D181B20-AC14-4A7A-8670-6C4B28E8BD3D}" type="presParOf" srcId="{FAF4E453-C653-48A5-9AC0-BE0B09C56E93}" destId="{BC5F7181-E198-40DB-A640-0797198D938C}" srcOrd="0" destOrd="0" presId="urn:microsoft.com/office/officeart/2005/8/layout/hierarchy1"/>
    <dgm:cxn modelId="{D615C5E0-B03F-45C1-AD7B-E47FC59F9DA5}" type="presParOf" srcId="{BC5F7181-E198-40DB-A640-0797198D938C}" destId="{78822635-B72A-467A-AF9F-E7E0A1A1A486}" srcOrd="0" destOrd="0" presId="urn:microsoft.com/office/officeart/2005/8/layout/hierarchy1"/>
    <dgm:cxn modelId="{E0072A33-7A2A-4577-A4F5-417DD862B65B}" type="presParOf" srcId="{BC5F7181-E198-40DB-A640-0797198D938C}" destId="{7AFE4F88-7F59-4121-A09D-014F063D437A}" srcOrd="1" destOrd="0" presId="urn:microsoft.com/office/officeart/2005/8/layout/hierarchy1"/>
    <dgm:cxn modelId="{F4BAF8AA-B5E1-429E-A756-CBC3D4EBF34C}" type="presParOf" srcId="{FAF4E453-C653-48A5-9AC0-BE0B09C56E93}" destId="{0EF86946-9551-4194-9255-202BF6EC5AA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1027FD-6754-4D29-B43D-F186BF27120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6595E0-34C1-48AE-BD15-5EF74148FDBF}">
      <dgm:prSet/>
      <dgm:spPr/>
      <dgm:t>
        <a:bodyPr/>
        <a:lstStyle/>
        <a:p>
          <a:r>
            <a:rPr lang="en-US"/>
            <a:t>Dynamic Programming</a:t>
          </a:r>
        </a:p>
      </dgm:t>
    </dgm:pt>
    <dgm:pt modelId="{C82E4C3C-2217-4AE9-9317-3C05BB5334B9}" type="parTrans" cxnId="{D0BAC333-F5DC-4EDE-AD88-6595E7469674}">
      <dgm:prSet/>
      <dgm:spPr/>
      <dgm:t>
        <a:bodyPr/>
        <a:lstStyle/>
        <a:p>
          <a:endParaRPr lang="en-US"/>
        </a:p>
      </dgm:t>
    </dgm:pt>
    <dgm:pt modelId="{61E736F7-E6D3-433F-9D0B-C930418634AA}" type="sibTrans" cxnId="{D0BAC333-F5DC-4EDE-AD88-6595E7469674}">
      <dgm:prSet/>
      <dgm:spPr/>
      <dgm:t>
        <a:bodyPr/>
        <a:lstStyle/>
        <a:p>
          <a:endParaRPr lang="en-US"/>
        </a:p>
      </dgm:t>
    </dgm:pt>
    <dgm:pt modelId="{5CC4BF74-C05E-4569-A69B-A4A3FF45F015}">
      <dgm:prSet/>
      <dgm:spPr/>
      <dgm:t>
        <a:bodyPr/>
        <a:lstStyle/>
        <a:p>
          <a:r>
            <a:rPr lang="en-US"/>
            <a:t>Bottom-up approach</a:t>
          </a:r>
        </a:p>
      </dgm:t>
    </dgm:pt>
    <dgm:pt modelId="{AEE67B19-3CA9-41E8-95B1-BFCB608EB7A0}" type="parTrans" cxnId="{ACE245F4-6ED9-4552-B0B7-0F82EB0679AE}">
      <dgm:prSet/>
      <dgm:spPr/>
      <dgm:t>
        <a:bodyPr/>
        <a:lstStyle/>
        <a:p>
          <a:endParaRPr lang="en-US"/>
        </a:p>
      </dgm:t>
    </dgm:pt>
    <dgm:pt modelId="{54B93CB5-176D-417B-ACDC-116CEA4568CC}" type="sibTrans" cxnId="{ACE245F4-6ED9-4552-B0B7-0F82EB0679AE}">
      <dgm:prSet/>
      <dgm:spPr/>
      <dgm:t>
        <a:bodyPr/>
        <a:lstStyle/>
        <a:p>
          <a:endParaRPr lang="en-US"/>
        </a:p>
      </dgm:t>
    </dgm:pt>
    <dgm:pt modelId="{A19D76FF-9C46-404E-A76E-95FFEC0E65BF}">
      <dgm:prSet/>
      <dgm:spPr/>
      <dgm:t>
        <a:bodyPr/>
        <a:lstStyle/>
        <a:p>
          <a:r>
            <a:rPr lang="en-US"/>
            <a:t>Global Optimum</a:t>
          </a:r>
        </a:p>
      </dgm:t>
    </dgm:pt>
    <dgm:pt modelId="{FFAB0E40-B130-4547-B34C-66079EB5A3BE}" type="parTrans" cxnId="{8F4B793A-7196-41D8-866D-08479A2E5B45}">
      <dgm:prSet/>
      <dgm:spPr/>
      <dgm:t>
        <a:bodyPr/>
        <a:lstStyle/>
        <a:p>
          <a:endParaRPr lang="en-US"/>
        </a:p>
      </dgm:t>
    </dgm:pt>
    <dgm:pt modelId="{D5D82742-8387-44D1-BE09-C04E32A45162}" type="sibTrans" cxnId="{8F4B793A-7196-41D8-866D-08479A2E5B45}">
      <dgm:prSet/>
      <dgm:spPr/>
      <dgm:t>
        <a:bodyPr/>
        <a:lstStyle/>
        <a:p>
          <a:endParaRPr lang="en-US"/>
        </a:p>
      </dgm:t>
    </dgm:pt>
    <dgm:pt modelId="{BA3C3521-CA30-4D96-9291-10447520FB84}">
      <dgm:prSet/>
      <dgm:spPr/>
      <dgm:t>
        <a:bodyPr/>
        <a:lstStyle/>
        <a:p>
          <a:r>
            <a:rPr lang="en-US"/>
            <a:t>More complex</a:t>
          </a:r>
        </a:p>
      </dgm:t>
    </dgm:pt>
    <dgm:pt modelId="{76546A04-C30B-48C0-A3E8-959DA5676B80}" type="parTrans" cxnId="{C2E02F52-9812-45C5-BB31-E48E56938AE3}">
      <dgm:prSet/>
      <dgm:spPr/>
      <dgm:t>
        <a:bodyPr/>
        <a:lstStyle/>
        <a:p>
          <a:endParaRPr lang="en-US"/>
        </a:p>
      </dgm:t>
    </dgm:pt>
    <dgm:pt modelId="{DABB0ED9-D335-49F1-A0E0-00371E292B6D}" type="sibTrans" cxnId="{C2E02F52-9812-45C5-BB31-E48E56938AE3}">
      <dgm:prSet/>
      <dgm:spPr/>
      <dgm:t>
        <a:bodyPr/>
        <a:lstStyle/>
        <a:p>
          <a:endParaRPr lang="en-US"/>
        </a:p>
      </dgm:t>
    </dgm:pt>
    <dgm:pt modelId="{C7E16CD0-0C96-47FC-B2C4-49DF6F1263D0}">
      <dgm:prSet/>
      <dgm:spPr/>
      <dgm:t>
        <a:bodyPr/>
        <a:lstStyle/>
        <a:p>
          <a:r>
            <a:rPr lang="en-US"/>
            <a:t>Greedy Algorithms</a:t>
          </a:r>
        </a:p>
      </dgm:t>
    </dgm:pt>
    <dgm:pt modelId="{D77DC873-0024-4E06-B80B-DD796528ED11}" type="parTrans" cxnId="{58A23E14-614D-49DF-A882-A4744A2AA522}">
      <dgm:prSet/>
      <dgm:spPr/>
      <dgm:t>
        <a:bodyPr/>
        <a:lstStyle/>
        <a:p>
          <a:endParaRPr lang="en-US"/>
        </a:p>
      </dgm:t>
    </dgm:pt>
    <dgm:pt modelId="{89BDEAB5-C4E4-4A0A-93A3-52F07015C757}" type="sibTrans" cxnId="{58A23E14-614D-49DF-A882-A4744A2AA522}">
      <dgm:prSet/>
      <dgm:spPr/>
      <dgm:t>
        <a:bodyPr/>
        <a:lstStyle/>
        <a:p>
          <a:endParaRPr lang="en-US"/>
        </a:p>
      </dgm:t>
    </dgm:pt>
    <dgm:pt modelId="{58D9F825-1283-4498-9631-E0B8D10A2DA1}">
      <dgm:prSet/>
      <dgm:spPr/>
      <dgm:t>
        <a:bodyPr/>
        <a:lstStyle/>
        <a:p>
          <a:r>
            <a:rPr lang="en-US"/>
            <a:t>Top-down approach</a:t>
          </a:r>
        </a:p>
      </dgm:t>
    </dgm:pt>
    <dgm:pt modelId="{A4BC39D4-357E-425C-8291-B625E3A4E45F}" type="parTrans" cxnId="{F70E910C-FC65-4171-88F2-7DA6C0AD3021}">
      <dgm:prSet/>
      <dgm:spPr/>
      <dgm:t>
        <a:bodyPr/>
        <a:lstStyle/>
        <a:p>
          <a:endParaRPr lang="en-US"/>
        </a:p>
      </dgm:t>
    </dgm:pt>
    <dgm:pt modelId="{A2E67D21-79C9-4EA5-9237-6880D2FA39BC}" type="sibTrans" cxnId="{F70E910C-FC65-4171-88F2-7DA6C0AD3021}">
      <dgm:prSet/>
      <dgm:spPr/>
      <dgm:t>
        <a:bodyPr/>
        <a:lstStyle/>
        <a:p>
          <a:endParaRPr lang="en-US"/>
        </a:p>
      </dgm:t>
    </dgm:pt>
    <dgm:pt modelId="{A8A035E5-2584-421D-8B73-57431DE3ACB7}">
      <dgm:prSet/>
      <dgm:spPr/>
      <dgm:t>
        <a:bodyPr/>
        <a:lstStyle/>
        <a:p>
          <a:r>
            <a:rPr lang="en-US"/>
            <a:t>Local optimum</a:t>
          </a:r>
        </a:p>
      </dgm:t>
    </dgm:pt>
    <dgm:pt modelId="{8991CBFB-2409-4A19-8F3E-09E312C0E73D}" type="parTrans" cxnId="{C341A9DB-1410-4E9B-AE26-08D37093F533}">
      <dgm:prSet/>
      <dgm:spPr/>
      <dgm:t>
        <a:bodyPr/>
        <a:lstStyle/>
        <a:p>
          <a:endParaRPr lang="en-US"/>
        </a:p>
      </dgm:t>
    </dgm:pt>
    <dgm:pt modelId="{F6A293E8-DFA1-43D6-8DDA-348061051EA4}" type="sibTrans" cxnId="{C341A9DB-1410-4E9B-AE26-08D37093F533}">
      <dgm:prSet/>
      <dgm:spPr/>
      <dgm:t>
        <a:bodyPr/>
        <a:lstStyle/>
        <a:p>
          <a:endParaRPr lang="en-US"/>
        </a:p>
      </dgm:t>
    </dgm:pt>
    <dgm:pt modelId="{E63B784D-B4F9-47D7-86C1-480B0C026332}">
      <dgm:prSet/>
      <dgm:spPr/>
      <dgm:t>
        <a:bodyPr/>
        <a:lstStyle/>
        <a:p>
          <a:r>
            <a:rPr lang="en-US"/>
            <a:t>Easier, but not always correct</a:t>
          </a:r>
        </a:p>
      </dgm:t>
    </dgm:pt>
    <dgm:pt modelId="{EFE76FF6-1F9A-46B2-B7D6-29402423C4E5}" type="parTrans" cxnId="{FBD8D2A2-2351-4CB5-A232-A0A048914902}">
      <dgm:prSet/>
      <dgm:spPr/>
      <dgm:t>
        <a:bodyPr/>
        <a:lstStyle/>
        <a:p>
          <a:endParaRPr lang="en-US"/>
        </a:p>
      </dgm:t>
    </dgm:pt>
    <dgm:pt modelId="{7E4F29F2-473A-42D2-B857-2FC6E0C2BB1E}" type="sibTrans" cxnId="{FBD8D2A2-2351-4CB5-A232-A0A048914902}">
      <dgm:prSet/>
      <dgm:spPr/>
      <dgm:t>
        <a:bodyPr/>
        <a:lstStyle/>
        <a:p>
          <a:endParaRPr lang="en-US"/>
        </a:p>
      </dgm:t>
    </dgm:pt>
    <dgm:pt modelId="{95AA792B-2FB4-46B7-81CC-EC17DEC9D7B9}" type="pres">
      <dgm:prSet presAssocID="{DA1027FD-6754-4D29-B43D-F186BF27120C}" presName="linear" presStyleCnt="0">
        <dgm:presLayoutVars>
          <dgm:dir/>
          <dgm:animLvl val="lvl"/>
          <dgm:resizeHandles val="exact"/>
        </dgm:presLayoutVars>
      </dgm:prSet>
      <dgm:spPr/>
    </dgm:pt>
    <dgm:pt modelId="{FEA8BE6D-C32A-43DE-9CDA-DE91DF4FBA38}" type="pres">
      <dgm:prSet presAssocID="{156595E0-34C1-48AE-BD15-5EF74148FDBF}" presName="parentLin" presStyleCnt="0"/>
      <dgm:spPr/>
    </dgm:pt>
    <dgm:pt modelId="{3DF1A6D1-B47A-4D23-AFA4-4715BADDE86D}" type="pres">
      <dgm:prSet presAssocID="{156595E0-34C1-48AE-BD15-5EF74148FDBF}" presName="parentLeftMargin" presStyleLbl="node1" presStyleIdx="0" presStyleCnt="2"/>
      <dgm:spPr/>
    </dgm:pt>
    <dgm:pt modelId="{F1F510AE-CDF6-45AE-BFE2-D8B6ADD65E31}" type="pres">
      <dgm:prSet presAssocID="{156595E0-34C1-48AE-BD15-5EF74148FDB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5C2B9CA-D03C-4E2D-B160-49DB938382B2}" type="pres">
      <dgm:prSet presAssocID="{156595E0-34C1-48AE-BD15-5EF74148FDBF}" presName="negativeSpace" presStyleCnt="0"/>
      <dgm:spPr/>
    </dgm:pt>
    <dgm:pt modelId="{35EAE759-5359-4E93-B80F-85C9C3304812}" type="pres">
      <dgm:prSet presAssocID="{156595E0-34C1-48AE-BD15-5EF74148FDBF}" presName="childText" presStyleLbl="conFgAcc1" presStyleIdx="0" presStyleCnt="2">
        <dgm:presLayoutVars>
          <dgm:bulletEnabled val="1"/>
        </dgm:presLayoutVars>
      </dgm:prSet>
      <dgm:spPr/>
    </dgm:pt>
    <dgm:pt modelId="{E20B6398-3AC2-4C57-B591-1F6DA8A4C53C}" type="pres">
      <dgm:prSet presAssocID="{61E736F7-E6D3-433F-9D0B-C930418634AA}" presName="spaceBetweenRectangles" presStyleCnt="0"/>
      <dgm:spPr/>
    </dgm:pt>
    <dgm:pt modelId="{70D7E016-0A44-49F6-9D50-4F61831694CE}" type="pres">
      <dgm:prSet presAssocID="{C7E16CD0-0C96-47FC-B2C4-49DF6F1263D0}" presName="parentLin" presStyleCnt="0"/>
      <dgm:spPr/>
    </dgm:pt>
    <dgm:pt modelId="{F598DA36-80BA-466C-88B2-542EB3C62AFA}" type="pres">
      <dgm:prSet presAssocID="{C7E16CD0-0C96-47FC-B2C4-49DF6F1263D0}" presName="parentLeftMargin" presStyleLbl="node1" presStyleIdx="0" presStyleCnt="2"/>
      <dgm:spPr/>
    </dgm:pt>
    <dgm:pt modelId="{777FE793-A06F-4921-A961-2A45DC07B645}" type="pres">
      <dgm:prSet presAssocID="{C7E16CD0-0C96-47FC-B2C4-49DF6F1263D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B4B2F77-BC5A-4DD3-84D6-CF41881A7E90}" type="pres">
      <dgm:prSet presAssocID="{C7E16CD0-0C96-47FC-B2C4-49DF6F1263D0}" presName="negativeSpace" presStyleCnt="0"/>
      <dgm:spPr/>
    </dgm:pt>
    <dgm:pt modelId="{90832524-700A-42C1-9756-39C850EC584A}" type="pres">
      <dgm:prSet presAssocID="{C7E16CD0-0C96-47FC-B2C4-49DF6F1263D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70E910C-FC65-4171-88F2-7DA6C0AD3021}" srcId="{C7E16CD0-0C96-47FC-B2C4-49DF6F1263D0}" destId="{58D9F825-1283-4498-9631-E0B8D10A2DA1}" srcOrd="0" destOrd="0" parTransId="{A4BC39D4-357E-425C-8291-B625E3A4E45F}" sibTransId="{A2E67D21-79C9-4EA5-9237-6880D2FA39BC}"/>
    <dgm:cxn modelId="{58A23E14-614D-49DF-A882-A4744A2AA522}" srcId="{DA1027FD-6754-4D29-B43D-F186BF27120C}" destId="{C7E16CD0-0C96-47FC-B2C4-49DF6F1263D0}" srcOrd="1" destOrd="0" parTransId="{D77DC873-0024-4E06-B80B-DD796528ED11}" sibTransId="{89BDEAB5-C4E4-4A0A-93A3-52F07015C757}"/>
    <dgm:cxn modelId="{D0BAC333-F5DC-4EDE-AD88-6595E7469674}" srcId="{DA1027FD-6754-4D29-B43D-F186BF27120C}" destId="{156595E0-34C1-48AE-BD15-5EF74148FDBF}" srcOrd="0" destOrd="0" parTransId="{C82E4C3C-2217-4AE9-9317-3C05BB5334B9}" sibTransId="{61E736F7-E6D3-433F-9D0B-C930418634AA}"/>
    <dgm:cxn modelId="{8F4B793A-7196-41D8-866D-08479A2E5B45}" srcId="{156595E0-34C1-48AE-BD15-5EF74148FDBF}" destId="{A19D76FF-9C46-404E-A76E-95FFEC0E65BF}" srcOrd="1" destOrd="0" parTransId="{FFAB0E40-B130-4547-B34C-66079EB5A3BE}" sibTransId="{D5D82742-8387-44D1-BE09-C04E32A45162}"/>
    <dgm:cxn modelId="{6652833D-2716-4FF7-A02A-C4029B8A0544}" type="presOf" srcId="{A19D76FF-9C46-404E-A76E-95FFEC0E65BF}" destId="{35EAE759-5359-4E93-B80F-85C9C3304812}" srcOrd="0" destOrd="1" presId="urn:microsoft.com/office/officeart/2005/8/layout/list1"/>
    <dgm:cxn modelId="{F9BEAB3E-91CC-49D6-A264-766390BA3919}" type="presOf" srcId="{5CC4BF74-C05E-4569-A69B-A4A3FF45F015}" destId="{35EAE759-5359-4E93-B80F-85C9C3304812}" srcOrd="0" destOrd="0" presId="urn:microsoft.com/office/officeart/2005/8/layout/list1"/>
    <dgm:cxn modelId="{FE74645F-F0BC-4833-B65E-4D8E23A9DDED}" type="presOf" srcId="{58D9F825-1283-4498-9631-E0B8D10A2DA1}" destId="{90832524-700A-42C1-9756-39C850EC584A}" srcOrd="0" destOrd="0" presId="urn:microsoft.com/office/officeart/2005/8/layout/list1"/>
    <dgm:cxn modelId="{F1984750-0DCA-45FA-833B-3F8A3FBDA038}" type="presOf" srcId="{DA1027FD-6754-4D29-B43D-F186BF27120C}" destId="{95AA792B-2FB4-46B7-81CC-EC17DEC9D7B9}" srcOrd="0" destOrd="0" presId="urn:microsoft.com/office/officeart/2005/8/layout/list1"/>
    <dgm:cxn modelId="{C2E02F52-9812-45C5-BB31-E48E56938AE3}" srcId="{156595E0-34C1-48AE-BD15-5EF74148FDBF}" destId="{BA3C3521-CA30-4D96-9291-10447520FB84}" srcOrd="2" destOrd="0" parTransId="{76546A04-C30B-48C0-A3E8-959DA5676B80}" sibTransId="{DABB0ED9-D335-49F1-A0E0-00371E292B6D}"/>
    <dgm:cxn modelId="{561B3E7B-9FE7-4D68-B68A-36BBCF45534A}" type="presOf" srcId="{C7E16CD0-0C96-47FC-B2C4-49DF6F1263D0}" destId="{777FE793-A06F-4921-A961-2A45DC07B645}" srcOrd="1" destOrd="0" presId="urn:microsoft.com/office/officeart/2005/8/layout/list1"/>
    <dgm:cxn modelId="{A52BFB7F-680F-4392-9243-FEAD625671C0}" type="presOf" srcId="{E63B784D-B4F9-47D7-86C1-480B0C026332}" destId="{90832524-700A-42C1-9756-39C850EC584A}" srcOrd="0" destOrd="2" presId="urn:microsoft.com/office/officeart/2005/8/layout/list1"/>
    <dgm:cxn modelId="{15524C88-A29E-404D-AB65-E271B9A33108}" type="presOf" srcId="{A8A035E5-2584-421D-8B73-57431DE3ACB7}" destId="{90832524-700A-42C1-9756-39C850EC584A}" srcOrd="0" destOrd="1" presId="urn:microsoft.com/office/officeart/2005/8/layout/list1"/>
    <dgm:cxn modelId="{B1C4DC8A-3BA6-48CD-9501-87CAC6A449C9}" type="presOf" srcId="{BA3C3521-CA30-4D96-9291-10447520FB84}" destId="{35EAE759-5359-4E93-B80F-85C9C3304812}" srcOrd="0" destOrd="2" presId="urn:microsoft.com/office/officeart/2005/8/layout/list1"/>
    <dgm:cxn modelId="{8219B8A2-8F1D-4C63-B990-28C9181D9B7A}" type="presOf" srcId="{C7E16CD0-0C96-47FC-B2C4-49DF6F1263D0}" destId="{F598DA36-80BA-466C-88B2-542EB3C62AFA}" srcOrd="0" destOrd="0" presId="urn:microsoft.com/office/officeart/2005/8/layout/list1"/>
    <dgm:cxn modelId="{FBD8D2A2-2351-4CB5-A232-A0A048914902}" srcId="{C7E16CD0-0C96-47FC-B2C4-49DF6F1263D0}" destId="{E63B784D-B4F9-47D7-86C1-480B0C026332}" srcOrd="2" destOrd="0" parTransId="{EFE76FF6-1F9A-46B2-B7D6-29402423C4E5}" sibTransId="{7E4F29F2-473A-42D2-B857-2FC6E0C2BB1E}"/>
    <dgm:cxn modelId="{7E7DBCC4-5408-4343-B404-D8F8A8DC7640}" type="presOf" srcId="{156595E0-34C1-48AE-BD15-5EF74148FDBF}" destId="{3DF1A6D1-B47A-4D23-AFA4-4715BADDE86D}" srcOrd="0" destOrd="0" presId="urn:microsoft.com/office/officeart/2005/8/layout/list1"/>
    <dgm:cxn modelId="{C341A9DB-1410-4E9B-AE26-08D37093F533}" srcId="{C7E16CD0-0C96-47FC-B2C4-49DF6F1263D0}" destId="{A8A035E5-2584-421D-8B73-57431DE3ACB7}" srcOrd="1" destOrd="0" parTransId="{8991CBFB-2409-4A19-8F3E-09E312C0E73D}" sibTransId="{F6A293E8-DFA1-43D6-8DDA-348061051EA4}"/>
    <dgm:cxn modelId="{F13BB4E3-DA80-4E00-ACEE-13881C9AF6B7}" type="presOf" srcId="{156595E0-34C1-48AE-BD15-5EF74148FDBF}" destId="{F1F510AE-CDF6-45AE-BFE2-D8B6ADD65E31}" srcOrd="1" destOrd="0" presId="urn:microsoft.com/office/officeart/2005/8/layout/list1"/>
    <dgm:cxn modelId="{ACE245F4-6ED9-4552-B0B7-0F82EB0679AE}" srcId="{156595E0-34C1-48AE-BD15-5EF74148FDBF}" destId="{5CC4BF74-C05E-4569-A69B-A4A3FF45F015}" srcOrd="0" destOrd="0" parTransId="{AEE67B19-3CA9-41E8-95B1-BFCB608EB7A0}" sibTransId="{54B93CB5-176D-417B-ACDC-116CEA4568CC}"/>
    <dgm:cxn modelId="{6C2D1125-7C44-4AF7-BB6A-918F8521DB8A}" type="presParOf" srcId="{95AA792B-2FB4-46B7-81CC-EC17DEC9D7B9}" destId="{FEA8BE6D-C32A-43DE-9CDA-DE91DF4FBA38}" srcOrd="0" destOrd="0" presId="urn:microsoft.com/office/officeart/2005/8/layout/list1"/>
    <dgm:cxn modelId="{3BECDCF6-F912-47BB-A7BB-F2ECF5639B95}" type="presParOf" srcId="{FEA8BE6D-C32A-43DE-9CDA-DE91DF4FBA38}" destId="{3DF1A6D1-B47A-4D23-AFA4-4715BADDE86D}" srcOrd="0" destOrd="0" presId="urn:microsoft.com/office/officeart/2005/8/layout/list1"/>
    <dgm:cxn modelId="{0599AE46-B188-4469-890A-50B8ED816A4E}" type="presParOf" srcId="{FEA8BE6D-C32A-43DE-9CDA-DE91DF4FBA38}" destId="{F1F510AE-CDF6-45AE-BFE2-D8B6ADD65E31}" srcOrd="1" destOrd="0" presId="urn:microsoft.com/office/officeart/2005/8/layout/list1"/>
    <dgm:cxn modelId="{AFD86120-2130-4C8F-83D9-54ED60C4ED97}" type="presParOf" srcId="{95AA792B-2FB4-46B7-81CC-EC17DEC9D7B9}" destId="{25C2B9CA-D03C-4E2D-B160-49DB938382B2}" srcOrd="1" destOrd="0" presId="urn:microsoft.com/office/officeart/2005/8/layout/list1"/>
    <dgm:cxn modelId="{6696382A-DA60-4648-BE42-0D008376749D}" type="presParOf" srcId="{95AA792B-2FB4-46B7-81CC-EC17DEC9D7B9}" destId="{35EAE759-5359-4E93-B80F-85C9C3304812}" srcOrd="2" destOrd="0" presId="urn:microsoft.com/office/officeart/2005/8/layout/list1"/>
    <dgm:cxn modelId="{8E93F9A3-87DE-43F8-8477-F45E2AA8037A}" type="presParOf" srcId="{95AA792B-2FB4-46B7-81CC-EC17DEC9D7B9}" destId="{E20B6398-3AC2-4C57-B591-1F6DA8A4C53C}" srcOrd="3" destOrd="0" presId="urn:microsoft.com/office/officeart/2005/8/layout/list1"/>
    <dgm:cxn modelId="{91F83614-AE8A-4FE3-BF5F-32196D932151}" type="presParOf" srcId="{95AA792B-2FB4-46B7-81CC-EC17DEC9D7B9}" destId="{70D7E016-0A44-49F6-9D50-4F61831694CE}" srcOrd="4" destOrd="0" presId="urn:microsoft.com/office/officeart/2005/8/layout/list1"/>
    <dgm:cxn modelId="{88C9ABDD-F73F-4E71-BEE4-7E02E41F47B7}" type="presParOf" srcId="{70D7E016-0A44-49F6-9D50-4F61831694CE}" destId="{F598DA36-80BA-466C-88B2-542EB3C62AFA}" srcOrd="0" destOrd="0" presId="urn:microsoft.com/office/officeart/2005/8/layout/list1"/>
    <dgm:cxn modelId="{723E9D26-320C-46A7-A1FB-0EB13104CE44}" type="presParOf" srcId="{70D7E016-0A44-49F6-9D50-4F61831694CE}" destId="{777FE793-A06F-4921-A961-2A45DC07B645}" srcOrd="1" destOrd="0" presId="urn:microsoft.com/office/officeart/2005/8/layout/list1"/>
    <dgm:cxn modelId="{4046EA6E-45C1-43FC-A723-C53023DF0297}" type="presParOf" srcId="{95AA792B-2FB4-46B7-81CC-EC17DEC9D7B9}" destId="{1B4B2F77-BC5A-4DD3-84D6-CF41881A7E90}" srcOrd="5" destOrd="0" presId="urn:microsoft.com/office/officeart/2005/8/layout/list1"/>
    <dgm:cxn modelId="{86F940F5-E753-45E2-B0ED-5B1BBB760393}" type="presParOf" srcId="{95AA792B-2FB4-46B7-81CC-EC17DEC9D7B9}" destId="{90832524-700A-42C1-9756-39C850EC584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E4DC3-451D-491D-9E4F-C19822AE207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8BE14-5460-42F5-AFDE-C0FE0BC1E02F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Global optimum</a:t>
          </a:r>
        </a:p>
      </dsp:txBody>
      <dsp:txXfrm>
        <a:off x="608661" y="692298"/>
        <a:ext cx="4508047" cy="2799040"/>
      </dsp:txXfrm>
    </dsp:sp>
    <dsp:sp modelId="{39DE6399-FB84-4D47-838C-9AFE92C12242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4323D-4D19-48A5-8779-99BC13C6FE19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Local optimum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D814A-E281-4C08-90B9-B49B541669D5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658F321-0DCA-422D-8BAC-87D70ADE125F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Fixed-length codes – 300,000 bits</a:t>
          </a:r>
        </a:p>
      </dsp:txBody>
      <dsp:txXfrm>
        <a:off x="383617" y="1447754"/>
        <a:ext cx="2847502" cy="1768010"/>
      </dsp:txXfrm>
    </dsp:sp>
    <dsp:sp modelId="{F2131272-7691-498D-AFD2-1AB2B8C8B2A0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B22FB3E-CA77-43E8-9F15-FEAF8A2039A6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Variable-length codes – 224,000 bits</a:t>
          </a:r>
        </a:p>
      </dsp:txBody>
      <dsp:txXfrm>
        <a:off x="3998355" y="1447754"/>
        <a:ext cx="2847502" cy="1768010"/>
      </dsp:txXfrm>
    </dsp:sp>
    <dsp:sp modelId="{78822635-B72A-467A-AF9F-E7E0A1A1A486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FE4F88-7F59-4121-A09D-014F063D437A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That is an approx. 25% improvement</a:t>
          </a:r>
        </a:p>
      </dsp:txBody>
      <dsp:txXfrm>
        <a:off x="7613092" y="1447754"/>
        <a:ext cx="2847502" cy="1768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AE759-5359-4E93-B80F-85C9C3304812}">
      <dsp:nvSpPr>
        <dsp:cNvPr id="0" name=""/>
        <dsp:cNvSpPr/>
      </dsp:nvSpPr>
      <dsp:spPr>
        <a:xfrm>
          <a:off x="0" y="456259"/>
          <a:ext cx="6666833" cy="219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04012" rIns="51742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Bottom-up approach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Global Optimum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More complex</a:t>
          </a:r>
        </a:p>
      </dsp:txBody>
      <dsp:txXfrm>
        <a:off x="0" y="456259"/>
        <a:ext cx="6666833" cy="2192400"/>
      </dsp:txXfrm>
    </dsp:sp>
    <dsp:sp modelId="{F1F510AE-CDF6-45AE-BFE2-D8B6ADD65E31}">
      <dsp:nvSpPr>
        <dsp:cNvPr id="0" name=""/>
        <dsp:cNvSpPr/>
      </dsp:nvSpPr>
      <dsp:spPr>
        <a:xfrm>
          <a:off x="333341" y="28219"/>
          <a:ext cx="4666783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Dynamic Programming</a:t>
          </a:r>
        </a:p>
      </dsp:txBody>
      <dsp:txXfrm>
        <a:off x="375131" y="70009"/>
        <a:ext cx="4583203" cy="772500"/>
      </dsp:txXfrm>
    </dsp:sp>
    <dsp:sp modelId="{90832524-700A-42C1-9756-39C850EC584A}">
      <dsp:nvSpPr>
        <dsp:cNvPr id="0" name=""/>
        <dsp:cNvSpPr/>
      </dsp:nvSpPr>
      <dsp:spPr>
        <a:xfrm>
          <a:off x="0" y="3233299"/>
          <a:ext cx="6666833" cy="219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04012" rIns="51742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Top-down approach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Local optimum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Easier, but not always correct</a:t>
          </a:r>
        </a:p>
      </dsp:txBody>
      <dsp:txXfrm>
        <a:off x="0" y="3233299"/>
        <a:ext cx="6666833" cy="2192400"/>
      </dsp:txXfrm>
    </dsp:sp>
    <dsp:sp modelId="{777FE793-A06F-4921-A961-2A45DC07B645}">
      <dsp:nvSpPr>
        <dsp:cNvPr id="0" name=""/>
        <dsp:cNvSpPr/>
      </dsp:nvSpPr>
      <dsp:spPr>
        <a:xfrm>
          <a:off x="333341" y="2805259"/>
          <a:ext cx="4666783" cy="8560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Greedy Algorithms</a:t>
          </a:r>
        </a:p>
      </dsp:txBody>
      <dsp:txXfrm>
        <a:off x="375131" y="2847049"/>
        <a:ext cx="4583203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B75C-2451-F2E7-2990-7823A9D5A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25EFF-8CD8-0AC9-00E0-EEEAC306E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20E2B-11A8-202B-2CEF-CCD77458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D3273-90AC-13C2-2B87-051277C8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12873-63BE-C090-66E2-7A68599E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93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FED7-E390-7004-A86E-7D88DD48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3CF0-E5DD-A27A-65C8-A50E11956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61E22-A9E5-FE6F-0FC8-AD1BA105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F03CA-6004-E3E2-9F93-2CA532E4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EDB5F-BFED-13CD-6CE9-8FE053CE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8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75A6-3175-A507-03B7-CF11FC34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640A1-46A6-F825-A565-D39DC417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FDED7-6477-CC73-F35E-7BC244AE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B16B-A681-8EC1-5566-294B304C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5740B-9D72-A57B-5453-A7DD74CA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00B1-E587-3B18-AAD6-20C4F444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4DEE-C537-3C8F-1436-DBF9F28D2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BC8A0-327D-76F2-6BC4-687766D5E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8E7B8-D917-C228-D356-1DE537C3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8597C-F709-96C3-0FAF-DF8C7E88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31941-A895-4621-A5F7-126A69A1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0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F48B-2C8A-7033-D7E9-34306DFA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2705B-14C6-A72D-438A-791F8C306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0D16D-C399-77A9-33F1-08F3BCCC0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22144-FFC0-64C4-FADF-0FBB1D379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0B4385-C046-667E-C349-A01CDA13B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48305-0366-11EE-D8D0-23820E68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3CFB6-A410-480A-2D66-41D551AA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34648-E203-49E3-5EC2-1F392B98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CC94-7349-321E-61F2-0A4F77C8B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60B12-CD39-79ED-53A4-CE3401A6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623F-4835-A6E9-B890-0FDB933F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20308-5AA9-A3F0-361E-FFE52A57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0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198D4-1E1F-C9B8-DF7D-415A40B23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001A5-C00C-0B4C-BD2F-3B781B03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202F4-3478-1A5E-61DC-36F4390F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16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EE56-E76D-D943-9216-2D416853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E5642-9634-1CFA-8DE9-7343C7E00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57EB2-9E58-803A-42C9-97B0CD835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7A4D3-47B5-609A-D159-A7A593BD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9B643-B49C-7935-F550-D51F3B31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D021F-1BDE-1604-0F90-3D86149F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4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55C5-1C20-658A-DAF6-88A76B9C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01D871-ACCC-E814-FE3D-A10591145B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A83F6-78ED-B991-25B2-511DF4F9C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82233-2586-2E6D-10CF-943600C0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AF1F5-4675-5F14-C82B-1254D322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8B721-A79C-F754-B2DA-5CAC35E1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6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F4330-FB82-385F-5A09-C8D9173E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C3069-0B10-AAF9-676A-EB1B41B16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2EE74-A41D-B0CF-E914-A72C0E94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E5EF8-1B42-814E-8860-5DFB548A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C52E3-2A09-656C-0E21-C4C0061A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8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312A1-8A87-91FF-104F-509F5F1B1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D6B3D-0262-3E75-3527-4894DF18A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83BA-F0C2-0A62-B298-DBA00A08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9726-4442-2AFD-9E8E-5BFB4E67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3272B-1269-21A3-37C7-2B3DD9E3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11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40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50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89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03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74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64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080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47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92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0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994DD7-584D-CFE7-CF79-26909B5E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058B5-B2CA-6268-E039-CBD1B95F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3107E-D1B1-4FAB-9691-E82D5A3A5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077AA-7B72-45EF-AE31-6B742BA0D4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48EE7-7D8C-43CD-3774-E28F7D875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F2C2B-C8F0-D3FA-3A6F-FD70B8B0C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48CDA-5643-4C38-8A9E-3E4C5485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6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1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hello-algo.com/en/chapter_greedy/fractional_knapsack_proble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hello-algo.com/en/chapter_greedy/fractional_knapsack_proble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hello-algo.com/en/chapter_greedy/fractional_knapsack_proble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hello-algo.com/en/chapter_greedy/fractional_knapsack_proble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hello-algo.com/en/chapter_greedy/fractional_knapsack_proble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</a:t>
            </a:r>
            <a:r>
              <a:rPr lang="en-US">
                <a:solidFill>
                  <a:srgbClr val="FFFFFF"/>
                </a:solidFill>
              </a:rPr>
              <a:t>Spring </a:t>
            </a:r>
            <a:r>
              <a:rPr lang="en-US" dirty="0">
                <a:solidFill>
                  <a:srgbClr val="FFFFFF"/>
                </a:solidFill>
              </a:rPr>
              <a:t>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ireframe of lines and dots&#10;&#10;AI-generated content may be incorrect.">
            <a:extLst>
              <a:ext uri="{FF2B5EF4-FFF2-40B4-BE49-F238E27FC236}">
                <a16:creationId xmlns:a16="http://schemas.microsoft.com/office/drawing/2014/main" id="{C41D05DF-B2BD-0784-D6F5-65753900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938"/>
            <a:ext cx="5850384" cy="5704124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1" name="Arc 10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B0EC3-6953-388A-DCAA-E7C28FA3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Greedy Algorithms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692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C75B1-9DDB-E899-89FA-7DA023ACA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Optimization problems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694CFEF-7A66-1B87-67B7-6C8569E33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1083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623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showing the global optimum">
            <a:extLst>
              <a:ext uri="{FF2B5EF4-FFF2-40B4-BE49-F238E27FC236}">
                <a16:creationId xmlns:a16="http://schemas.microsoft.com/office/drawing/2014/main" id="{3A9D8ACB-2F47-4CDA-9170-5B5E19D62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10" y="457200"/>
            <a:ext cx="862298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2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solution">
            <a:extLst>
              <a:ext uri="{FF2B5EF4-FFF2-40B4-BE49-F238E27FC236}">
                <a16:creationId xmlns:a16="http://schemas.microsoft.com/office/drawing/2014/main" id="{AD9387C7-1A8A-D6DF-EB0B-930F6724C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84" y="918546"/>
            <a:ext cx="6647667" cy="49793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E927F8-8396-FE0B-47A2-E802B07F1F4C}"/>
              </a:ext>
            </a:extLst>
          </p:cNvPr>
          <p:cNvSpPr/>
          <p:nvPr/>
        </p:nvSpPr>
        <p:spPr>
          <a:xfrm>
            <a:off x="2366010" y="4023360"/>
            <a:ext cx="4800600" cy="154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5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7F5BD-7FA1-9253-7FCC-CC68CB2E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B68E6-CDC7-7740-7590-8C7EE7D15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2E0A1A6-D397-A834-FF1F-0B5F06A35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61A98180-F38E-D9BB-71F0-53E19ABAD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solution">
            <a:extLst>
              <a:ext uri="{FF2B5EF4-FFF2-40B4-BE49-F238E27FC236}">
                <a16:creationId xmlns:a16="http://schemas.microsoft.com/office/drawing/2014/main" id="{B1FE1A6D-7604-166C-0528-5C7D897C7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84" y="918546"/>
            <a:ext cx="6647667" cy="49793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9411A6-1DF5-DE6C-9A17-C0C6A1D1E838}"/>
              </a:ext>
            </a:extLst>
          </p:cNvPr>
          <p:cNvSpPr/>
          <p:nvPr/>
        </p:nvSpPr>
        <p:spPr>
          <a:xfrm>
            <a:off x="2366010" y="4023360"/>
            <a:ext cx="2434590" cy="154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8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6C50F-A767-6B04-3407-ABF92C2A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7CD17B-5D09-524C-4009-71AF375AF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1FCB39E-9E15-5A37-0309-E15ED708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E327EDF-BE2B-16B2-9AC7-CB59319F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solution">
            <a:extLst>
              <a:ext uri="{FF2B5EF4-FFF2-40B4-BE49-F238E27FC236}">
                <a16:creationId xmlns:a16="http://schemas.microsoft.com/office/drawing/2014/main" id="{D56D730D-CA92-88F6-CDC1-501A712F8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84" y="918546"/>
            <a:ext cx="6647667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8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E8865-B7D6-A0DD-0647-13BA2016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5E823D-033C-FC2B-B0A5-7194EC15D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B020650-2FD1-7211-B703-C5E34FAD7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90CDFDC-A0F8-D532-5FA3-6E15B626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diagram of a solution">
            <a:extLst>
              <a:ext uri="{FF2B5EF4-FFF2-40B4-BE49-F238E27FC236}">
                <a16:creationId xmlns:a16="http://schemas.microsoft.com/office/drawing/2014/main" id="{060F4FA3-4023-F1B8-E1AE-C40DCE1911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84" y="918546"/>
            <a:ext cx="6647667" cy="497933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2D8DC0D-0A09-FD2D-395D-C7CB9DB5F057}"/>
              </a:ext>
            </a:extLst>
          </p:cNvPr>
          <p:cNvSpPr/>
          <p:nvPr/>
        </p:nvSpPr>
        <p:spPr>
          <a:xfrm>
            <a:off x="3691890" y="4446270"/>
            <a:ext cx="1165860" cy="113157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5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F2143-FC72-A581-4E41-10CCEADC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Top-down approach</a:t>
            </a:r>
          </a:p>
        </p:txBody>
      </p:sp>
      <p:pic>
        <p:nvPicPr>
          <p:cNvPr id="7" name="Graphic 6" descr="Decision chart">
            <a:extLst>
              <a:ext uri="{FF2B5EF4-FFF2-40B4-BE49-F238E27FC236}">
                <a16:creationId xmlns:a16="http://schemas.microsoft.com/office/drawing/2014/main" id="{2C7800A5-9F65-7C85-97B6-CFB430D66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4B5E-1D66-68E2-24D5-5D350984D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6244978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latin typeface="+mn-lt"/>
                <a:ea typeface="+mn-ea"/>
                <a:cs typeface="+mn-cs"/>
              </a:rPr>
              <a:t>We assume the best choice </a:t>
            </a:r>
            <a:r>
              <a:rPr lang="en-US" sz="2400" i="1" kern="1200" dirty="0">
                <a:latin typeface="+mn-lt"/>
                <a:ea typeface="+mn-ea"/>
                <a:cs typeface="+mn-cs"/>
              </a:rPr>
              <a:t>at the moment 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will lead to the best outcome overall </a:t>
            </a:r>
            <a:endParaRPr lang="en-US" sz="2400" i="1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4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1249F-7B6A-5DA5-9227-A5C78C641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Fractional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230859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7E3E5-145C-1F04-0C4D-E08C68E7463F}"/>
              </a:ext>
            </a:extLst>
          </p:cNvPr>
          <p:cNvSpPr txBox="1"/>
          <p:nvPr/>
        </p:nvSpPr>
        <p:spPr>
          <a:xfrm>
            <a:off x="114300" y="102870"/>
            <a:ext cx="800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https://www.hello-algo.com/en/chapter_greedy/fractional_knapsack_problem/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math task&#10;&#10;AI-generated content may be incorrect.">
            <a:extLst>
              <a:ext uri="{FF2B5EF4-FFF2-40B4-BE49-F238E27FC236}">
                <a16:creationId xmlns:a16="http://schemas.microsoft.com/office/drawing/2014/main" id="{D287465A-E6A5-9398-CBC9-11B90FC4D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110" y="749201"/>
            <a:ext cx="8801780" cy="59824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BB1C63-97B3-45AE-2B9F-0BF13EFA9F4D}"/>
              </a:ext>
            </a:extLst>
          </p:cNvPr>
          <p:cNvSpPr/>
          <p:nvPr/>
        </p:nvSpPr>
        <p:spPr>
          <a:xfrm>
            <a:off x="1440180" y="4720590"/>
            <a:ext cx="8241030" cy="2011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CB01D-B2DD-9D9B-2583-C21BC66D5457}"/>
              </a:ext>
            </a:extLst>
          </p:cNvPr>
          <p:cNvSpPr/>
          <p:nvPr/>
        </p:nvSpPr>
        <p:spPr>
          <a:xfrm>
            <a:off x="6096000" y="986790"/>
            <a:ext cx="4008120" cy="360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5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C89A2-910E-8993-2EFE-6CD661F2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C380BC-BD7D-DF4D-EF4B-17C9B48496F9}"/>
              </a:ext>
            </a:extLst>
          </p:cNvPr>
          <p:cNvSpPr txBox="1"/>
          <p:nvPr/>
        </p:nvSpPr>
        <p:spPr>
          <a:xfrm>
            <a:off x="114300" y="102870"/>
            <a:ext cx="800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https://www.hello-algo.com/en/chapter_greedy/fractional_knapsack_problem/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math task&#10;&#10;AI-generated content may be incorrect.">
            <a:extLst>
              <a:ext uri="{FF2B5EF4-FFF2-40B4-BE49-F238E27FC236}">
                <a16:creationId xmlns:a16="http://schemas.microsoft.com/office/drawing/2014/main" id="{0A94BC54-456F-CCC2-8436-B53CB5B52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110" y="749201"/>
            <a:ext cx="8801780" cy="59824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4E75C2-99D2-3F86-688E-F855D9589CB5}"/>
              </a:ext>
            </a:extLst>
          </p:cNvPr>
          <p:cNvSpPr/>
          <p:nvPr/>
        </p:nvSpPr>
        <p:spPr>
          <a:xfrm>
            <a:off x="1440180" y="4720590"/>
            <a:ext cx="8241030" cy="2011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95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FB53-F36B-B694-ED49-AAAD908B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742E16-7228-88F6-2DD7-86E9C38D8657}"/>
              </a:ext>
            </a:extLst>
          </p:cNvPr>
          <p:cNvSpPr txBox="1"/>
          <p:nvPr/>
        </p:nvSpPr>
        <p:spPr>
          <a:xfrm>
            <a:off x="114300" y="102870"/>
            <a:ext cx="800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https://www.hello-algo.com/en/chapter_greedy/fractional_knapsack_problem/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math task&#10;&#10;AI-generated content may be incorrect.">
            <a:extLst>
              <a:ext uri="{FF2B5EF4-FFF2-40B4-BE49-F238E27FC236}">
                <a16:creationId xmlns:a16="http://schemas.microsoft.com/office/drawing/2014/main" id="{A85BA566-CBC7-7296-C798-5D3BAA810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110" y="749201"/>
            <a:ext cx="8801780" cy="59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03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6E11-8676-49D3-76D2-079416C7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F5C8F-C0D2-FFA4-DC9C-85F7DEC5583F}"/>
              </a:ext>
            </a:extLst>
          </p:cNvPr>
          <p:cNvSpPr txBox="1"/>
          <p:nvPr/>
        </p:nvSpPr>
        <p:spPr>
          <a:xfrm>
            <a:off x="114300" y="102870"/>
            <a:ext cx="800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https://www.hello-algo.com/en/chapter_greedy/fractional_knapsack_problem/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7A60E-C80E-81BF-EB61-BEA19C762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766" y="985640"/>
            <a:ext cx="11738468" cy="48867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5BE056A-1C33-E5A1-512C-094B88480740}"/>
              </a:ext>
            </a:extLst>
          </p:cNvPr>
          <p:cNvSpPr/>
          <p:nvPr/>
        </p:nvSpPr>
        <p:spPr>
          <a:xfrm>
            <a:off x="6275070" y="2183129"/>
            <a:ext cx="5690164" cy="24917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15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9A8C-0496-CECD-ECD7-9BAE72CC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BCBD46-BF8F-3820-9A4A-7A025F19931E}"/>
              </a:ext>
            </a:extLst>
          </p:cNvPr>
          <p:cNvSpPr txBox="1"/>
          <p:nvPr/>
        </p:nvSpPr>
        <p:spPr>
          <a:xfrm>
            <a:off x="114300" y="102870"/>
            <a:ext cx="800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https://www.hello-algo.com/en/chapter_greedy/fractional_knapsack_problem/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93C761-37DA-0877-CE53-80AB1C2B3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467" y="985640"/>
            <a:ext cx="11273065" cy="488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52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54818-B701-5ED1-90E0-4BC836A3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640080"/>
            <a:ext cx="6894576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/>
              <a:t>Huffman codes</a:t>
            </a:r>
          </a:p>
        </p:txBody>
      </p:sp>
      <p:pic>
        <p:nvPicPr>
          <p:cNvPr id="4" name="Picture 3" descr="Craft alphabet on a black surface">
            <a:extLst>
              <a:ext uri="{FF2B5EF4-FFF2-40B4-BE49-F238E27FC236}">
                <a16:creationId xmlns:a16="http://schemas.microsoft.com/office/drawing/2014/main" id="{D6FD32E9-ACDB-D4C8-4D92-513728531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37" r="30445" b="-1"/>
          <a:stretch>
            <a:fillRect/>
          </a:stretch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sX0" fmla="*/ 0 w 4242816"/>
              <a:gd name="csY0" fmla="*/ 0 h 18288"/>
              <a:gd name="csX1" fmla="*/ 690973 w 4242816"/>
              <a:gd name="csY1" fmla="*/ 0 h 18288"/>
              <a:gd name="csX2" fmla="*/ 1212233 w 4242816"/>
              <a:gd name="csY2" fmla="*/ 0 h 18288"/>
              <a:gd name="csX3" fmla="*/ 1860778 w 4242816"/>
              <a:gd name="csY3" fmla="*/ 0 h 18288"/>
              <a:gd name="csX4" fmla="*/ 2424466 w 4242816"/>
              <a:gd name="csY4" fmla="*/ 0 h 18288"/>
              <a:gd name="csX5" fmla="*/ 3115439 w 4242816"/>
              <a:gd name="csY5" fmla="*/ 0 h 18288"/>
              <a:gd name="csX6" fmla="*/ 3636699 w 4242816"/>
              <a:gd name="csY6" fmla="*/ 0 h 18288"/>
              <a:gd name="csX7" fmla="*/ 4242816 w 4242816"/>
              <a:gd name="csY7" fmla="*/ 0 h 18288"/>
              <a:gd name="csX8" fmla="*/ 4242816 w 4242816"/>
              <a:gd name="csY8" fmla="*/ 18288 h 18288"/>
              <a:gd name="csX9" fmla="*/ 3636699 w 4242816"/>
              <a:gd name="csY9" fmla="*/ 18288 h 18288"/>
              <a:gd name="csX10" fmla="*/ 3030583 w 4242816"/>
              <a:gd name="csY10" fmla="*/ 18288 h 18288"/>
              <a:gd name="csX11" fmla="*/ 2466894 w 4242816"/>
              <a:gd name="csY11" fmla="*/ 18288 h 18288"/>
              <a:gd name="csX12" fmla="*/ 1988062 w 4242816"/>
              <a:gd name="csY12" fmla="*/ 18288 h 18288"/>
              <a:gd name="csX13" fmla="*/ 1466802 w 4242816"/>
              <a:gd name="csY13" fmla="*/ 18288 h 18288"/>
              <a:gd name="csX14" fmla="*/ 860686 w 4242816"/>
              <a:gd name="csY14" fmla="*/ 18288 h 18288"/>
              <a:gd name="csX15" fmla="*/ 0 w 4242816"/>
              <a:gd name="csY15" fmla="*/ 18288 h 18288"/>
              <a:gd name="csX16" fmla="*/ 0 w 424281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1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271FB92D-5DE7-4FAF-E43E-92E92A3E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56" r="1" b="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89697-538F-9513-0AE1-3FF10DD5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Text compression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69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3FEA-EF4B-C488-9B78-5849F764D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Suppose the following: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3E24A-AC41-9196-0355-7F3D309B4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have a 100,000-character long message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472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A91D-DD2B-F0B5-E030-C3DCF4AAB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C94A-0711-735D-F145-4618F975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98866-FF32-FF15-F116-CB294C909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have a 100,000-character long message</a:t>
                </a:r>
              </a:p>
              <a:p>
                <a:r>
                  <a:rPr lang="en-US" dirty="0"/>
                  <a:t>Only the following characters are used: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98866-FF32-FF15-F116-CB294C909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246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42F4-42B4-8BE2-A8F5-F572AC47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encoding</a:t>
            </a:r>
          </a:p>
        </p:txBody>
      </p: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0FA29EB6-6E42-0790-3BCD-73B9C28E4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40" y="1926805"/>
            <a:ext cx="10168542" cy="2001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6FA699-25F1-99FE-4588-BCCF1BB107A5}"/>
              </a:ext>
            </a:extLst>
          </p:cNvPr>
          <p:cNvSpPr/>
          <p:nvPr/>
        </p:nvSpPr>
        <p:spPr>
          <a:xfrm>
            <a:off x="240030" y="2857500"/>
            <a:ext cx="11113770" cy="188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5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5249-7CDA-ABAA-17E2-11B0A873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AF18-370B-6175-46A8-2EEF14E6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encoding</a:t>
            </a:r>
          </a:p>
        </p:txBody>
      </p: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DD95175F-6B9A-223C-22CA-808219087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40" y="1926805"/>
            <a:ext cx="10168542" cy="2001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716810-3179-B8A2-76CB-17B81A423843}"/>
              </a:ext>
            </a:extLst>
          </p:cNvPr>
          <p:cNvSpPr/>
          <p:nvPr/>
        </p:nvSpPr>
        <p:spPr>
          <a:xfrm>
            <a:off x="240030" y="3337560"/>
            <a:ext cx="11113770" cy="1405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18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891BC-B5BD-16E7-7575-3BD925F8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45DC6-931A-374C-9588-5AF0BACEF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Character encoding</a:t>
            </a:r>
          </a:p>
        </p:txBody>
      </p: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BA6F8B3C-D1E3-8460-EE1D-6C799F456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3073778"/>
            <a:ext cx="11327549" cy="223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19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C342C1-3B8C-3B1B-4096-D101697072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BBA2C0-5C99-C9BF-462F-E641CA8C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59254E-B8D2-7875-744D-0B576D5C9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265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774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DAA785C9-4944-BD40-CBEF-D79D6A500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02" y="2472647"/>
            <a:ext cx="7845080" cy="191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25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C356-CB36-C4A3-2AD0-7A54702F1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9DAF8B-DE85-92C7-4123-714E40E50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0193" y="2162154"/>
            <a:ext cx="7111613" cy="25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49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602F-3758-566A-3A48-5EF638303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D73D5D-925E-D55C-133F-53886B5F1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0193" y="2174010"/>
            <a:ext cx="7111613" cy="250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35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F036-B8EF-3D9D-DD6F-7B3B8050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469A7A-CC3B-1877-ECFB-361CB9C8B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2566" y="1728026"/>
            <a:ext cx="6886868" cy="34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65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6919-0B1A-BAF6-77DE-1F6DE985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74495B-0C1F-4D99-46FA-BBD04D69C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8837" y="1138898"/>
            <a:ext cx="6334326" cy="458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39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88B9-DFB4-4482-C774-8011DF82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8DAFA3-8FF7-8AA7-3AC0-1EC2D51A6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0200" y="838645"/>
            <a:ext cx="5271599" cy="518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07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890-6EDA-C467-7404-03451297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7976" y="1455156"/>
            <a:ext cx="4238953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DP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i="1" dirty="0">
                <a:solidFill>
                  <a:srgbClr val="FFFFFF"/>
                </a:solidFill>
              </a:rPr>
              <a:t>VS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b="1" dirty="0">
                <a:solidFill>
                  <a:srgbClr val="FFFFFF"/>
                </a:solidFill>
              </a:rPr>
              <a:t>Greedy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30AA41-FF8E-494C-AC62-FBC498281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3079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783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234</Words>
  <Application>Microsoft Office PowerPoint</Application>
  <PresentationFormat>Widescreen</PresentationFormat>
  <Paragraphs>39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Data Structures and Algorithms I.</vt:lpstr>
      <vt:lpstr>Greedy Algorithms</vt:lpstr>
      <vt:lpstr>Optimization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Top-down approach</vt:lpstr>
      <vt:lpstr>The Fractional Knapsack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Huffman codes</vt:lpstr>
      <vt:lpstr>Text compression</vt:lpstr>
      <vt:lpstr>Suppose the following:</vt:lpstr>
      <vt:lpstr>Suppose the following:</vt:lpstr>
      <vt:lpstr>Character encoding</vt:lpstr>
      <vt:lpstr>Character encoding</vt:lpstr>
      <vt:lpstr>Character encoding</vt:lpstr>
      <vt:lpstr>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DP VS Greedy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8</cp:revision>
  <dcterms:created xsi:type="dcterms:W3CDTF">2025-08-31T12:48:30Z</dcterms:created>
  <dcterms:modified xsi:type="dcterms:W3CDTF">2026-02-28T19:07:35Z</dcterms:modified>
</cp:coreProperties>
</file>