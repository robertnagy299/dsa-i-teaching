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6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7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5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7" r:id="rId3"/>
    <p:sldId id="258" r:id="rId4"/>
    <p:sldId id="268" r:id="rId5"/>
    <p:sldId id="265" r:id="rId6"/>
    <p:sldId id="259" r:id="rId7"/>
    <p:sldId id="260" r:id="rId8"/>
    <p:sldId id="261" r:id="rId9"/>
    <p:sldId id="262" r:id="rId10"/>
    <p:sldId id="263" r:id="rId11"/>
    <p:sldId id="264" r:id="rId12"/>
    <p:sldId id="266" r:id="rId13"/>
    <p:sldId id="267" r:id="rId14"/>
    <p:sldId id="269" r:id="rId15"/>
    <p:sldId id="270" r:id="rId16"/>
    <p:sldId id="280" r:id="rId17"/>
    <p:sldId id="275" r:id="rId18"/>
    <p:sldId id="299" r:id="rId19"/>
    <p:sldId id="300" r:id="rId20"/>
    <p:sldId id="301" r:id="rId21"/>
    <p:sldId id="298" r:id="rId22"/>
    <p:sldId id="276" r:id="rId23"/>
    <p:sldId id="279" r:id="rId24"/>
    <p:sldId id="286" r:id="rId25"/>
    <p:sldId id="288" r:id="rId26"/>
    <p:sldId id="277" r:id="rId27"/>
    <p:sldId id="278" r:id="rId28"/>
    <p:sldId id="281" r:id="rId29"/>
    <p:sldId id="289" r:id="rId30"/>
    <p:sldId id="283" r:id="rId31"/>
    <p:sldId id="285" r:id="rId32"/>
    <p:sldId id="290" r:id="rId33"/>
    <p:sldId id="284" r:id="rId34"/>
    <p:sldId id="292" r:id="rId35"/>
    <p:sldId id="293" r:id="rId36"/>
    <p:sldId id="294" r:id="rId37"/>
    <p:sldId id="295" r:id="rId38"/>
    <p:sldId id="297" r:id="rId39"/>
    <p:sldId id="287" r:id="rId40"/>
    <p:sldId id="282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97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_rels/data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image" Target="../media/image160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46315D-7BC2-4D69-B3AE-DBF20F11661C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03D3B6C-AFE1-43BE-B1AC-BF3C9F8DA63C}">
      <dgm:prSet/>
      <dgm:spPr/>
      <dgm:t>
        <a:bodyPr/>
        <a:lstStyle/>
        <a:p>
          <a:r>
            <a:rPr lang="en-US"/>
            <a:t>Nodes (Vertices) – </a:t>
          </a:r>
          <a:r>
            <a:rPr lang="en-US" i="1"/>
            <a:t>V</a:t>
          </a:r>
          <a:endParaRPr lang="en-US"/>
        </a:p>
      </dgm:t>
    </dgm:pt>
    <dgm:pt modelId="{9375E94F-7E91-4903-84BD-31BDCE0258B4}" type="parTrans" cxnId="{313CFDA4-6EEB-42B9-989D-29C771B4A505}">
      <dgm:prSet/>
      <dgm:spPr/>
      <dgm:t>
        <a:bodyPr/>
        <a:lstStyle/>
        <a:p>
          <a:endParaRPr lang="en-US"/>
        </a:p>
      </dgm:t>
    </dgm:pt>
    <dgm:pt modelId="{925280A6-FBEC-4DA5-A04F-DD0F50FF5084}" type="sibTrans" cxnId="{313CFDA4-6EEB-42B9-989D-29C771B4A505}">
      <dgm:prSet/>
      <dgm:spPr/>
      <dgm:t>
        <a:bodyPr/>
        <a:lstStyle/>
        <a:p>
          <a:endParaRPr lang="en-US"/>
        </a:p>
      </dgm:t>
    </dgm:pt>
    <dgm:pt modelId="{7E241223-780A-4186-8140-6ACF7C0AB840}">
      <dgm:prSet/>
      <dgm:spPr/>
      <dgm:t>
        <a:bodyPr/>
        <a:lstStyle/>
        <a:p>
          <a:r>
            <a:rPr lang="en-US"/>
            <a:t>Degree of a vertex</a:t>
          </a:r>
        </a:p>
      </dgm:t>
    </dgm:pt>
    <dgm:pt modelId="{35AFF72D-3867-467F-AA15-1395B21F1959}" type="parTrans" cxnId="{2A8D0B67-D8E2-457A-9739-49F8B8253A6F}">
      <dgm:prSet/>
      <dgm:spPr/>
      <dgm:t>
        <a:bodyPr/>
        <a:lstStyle/>
        <a:p>
          <a:endParaRPr lang="en-US"/>
        </a:p>
      </dgm:t>
    </dgm:pt>
    <dgm:pt modelId="{3608EC5E-EA58-4F91-82E6-0D0A76FE4EE9}" type="sibTrans" cxnId="{2A8D0B67-D8E2-457A-9739-49F8B8253A6F}">
      <dgm:prSet/>
      <dgm:spPr/>
      <dgm:t>
        <a:bodyPr/>
        <a:lstStyle/>
        <a:p>
          <a:endParaRPr lang="en-US"/>
        </a:p>
      </dgm:t>
    </dgm:pt>
    <dgm:pt modelId="{22DA8E42-D412-49DD-BDC8-D1C6A99E224F}">
      <dgm:prSet/>
      <dgm:spPr/>
      <dgm:t>
        <a:bodyPr/>
        <a:lstStyle/>
        <a:p>
          <a:r>
            <a:rPr lang="en-US"/>
            <a:t>Edges – </a:t>
          </a:r>
          <a:r>
            <a:rPr lang="en-US" i="1"/>
            <a:t>E</a:t>
          </a:r>
          <a:endParaRPr lang="en-US"/>
        </a:p>
      </dgm:t>
    </dgm:pt>
    <dgm:pt modelId="{67F95DEB-E991-48AB-B156-63DE5A3AE858}" type="parTrans" cxnId="{2547225B-D860-4EE5-91FC-5B075FDA3413}">
      <dgm:prSet/>
      <dgm:spPr/>
      <dgm:t>
        <a:bodyPr/>
        <a:lstStyle/>
        <a:p>
          <a:endParaRPr lang="en-US"/>
        </a:p>
      </dgm:t>
    </dgm:pt>
    <dgm:pt modelId="{AEBB4D3E-9089-4907-A998-7BED84894602}" type="sibTrans" cxnId="{2547225B-D860-4EE5-91FC-5B075FDA3413}">
      <dgm:prSet/>
      <dgm:spPr/>
      <dgm:t>
        <a:bodyPr/>
        <a:lstStyle/>
        <a:p>
          <a:endParaRPr lang="en-US"/>
        </a:p>
      </dgm:t>
    </dgm:pt>
    <dgm:pt modelId="{14EDA03A-E146-44C5-945E-9F180C962ADB}">
      <dgm:prSet/>
      <dgm:spPr/>
      <dgm:t>
        <a:bodyPr/>
        <a:lstStyle/>
        <a:p>
          <a:r>
            <a:rPr lang="en-US"/>
            <a:t>Paths</a:t>
          </a:r>
        </a:p>
      </dgm:t>
    </dgm:pt>
    <dgm:pt modelId="{B3F5BD3E-706C-4C63-9D29-479FA024C94A}" type="parTrans" cxnId="{93B0A5F8-7EF0-4194-8685-3D890B431D0A}">
      <dgm:prSet/>
      <dgm:spPr/>
      <dgm:t>
        <a:bodyPr/>
        <a:lstStyle/>
        <a:p>
          <a:endParaRPr lang="en-US"/>
        </a:p>
      </dgm:t>
    </dgm:pt>
    <dgm:pt modelId="{07DAD5C2-42BD-4B82-8BF3-F7EE41E29F03}" type="sibTrans" cxnId="{93B0A5F8-7EF0-4194-8685-3D890B431D0A}">
      <dgm:prSet/>
      <dgm:spPr/>
      <dgm:t>
        <a:bodyPr/>
        <a:lstStyle/>
        <a:p>
          <a:endParaRPr lang="en-US"/>
        </a:p>
      </dgm:t>
    </dgm:pt>
    <dgm:pt modelId="{D158DCC7-1E58-4DE3-BD59-21B2DF1A4F20}" type="pres">
      <dgm:prSet presAssocID="{A146315D-7BC2-4D69-B3AE-DBF20F11661C}" presName="linear" presStyleCnt="0">
        <dgm:presLayoutVars>
          <dgm:dir/>
          <dgm:animLvl val="lvl"/>
          <dgm:resizeHandles val="exact"/>
        </dgm:presLayoutVars>
      </dgm:prSet>
      <dgm:spPr/>
    </dgm:pt>
    <dgm:pt modelId="{09DF78DA-331D-4C80-86FC-4D83AF9B4073}" type="pres">
      <dgm:prSet presAssocID="{903D3B6C-AFE1-43BE-B1AC-BF3C9F8DA63C}" presName="parentLin" presStyleCnt="0"/>
      <dgm:spPr/>
    </dgm:pt>
    <dgm:pt modelId="{BFAD0DBE-956B-4246-95D3-D3E3832B92F1}" type="pres">
      <dgm:prSet presAssocID="{903D3B6C-AFE1-43BE-B1AC-BF3C9F8DA63C}" presName="parentLeftMargin" presStyleLbl="node1" presStyleIdx="0" presStyleCnt="3"/>
      <dgm:spPr/>
    </dgm:pt>
    <dgm:pt modelId="{485979D7-B752-4E75-9F8A-FB1958D21F68}" type="pres">
      <dgm:prSet presAssocID="{903D3B6C-AFE1-43BE-B1AC-BF3C9F8DA63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0AC4FD7-E740-4AF2-AC23-A15F2DFF1B80}" type="pres">
      <dgm:prSet presAssocID="{903D3B6C-AFE1-43BE-B1AC-BF3C9F8DA63C}" presName="negativeSpace" presStyleCnt="0"/>
      <dgm:spPr/>
    </dgm:pt>
    <dgm:pt modelId="{6C86FA15-CE66-4202-A095-99A74345408B}" type="pres">
      <dgm:prSet presAssocID="{903D3B6C-AFE1-43BE-B1AC-BF3C9F8DA63C}" presName="childText" presStyleLbl="conFgAcc1" presStyleIdx="0" presStyleCnt="3">
        <dgm:presLayoutVars>
          <dgm:bulletEnabled val="1"/>
        </dgm:presLayoutVars>
      </dgm:prSet>
      <dgm:spPr/>
    </dgm:pt>
    <dgm:pt modelId="{79F93E1C-7872-4CF2-9E54-A9B4019FC49D}" type="pres">
      <dgm:prSet presAssocID="{925280A6-FBEC-4DA5-A04F-DD0F50FF5084}" presName="spaceBetweenRectangles" presStyleCnt="0"/>
      <dgm:spPr/>
    </dgm:pt>
    <dgm:pt modelId="{AB3421C1-EF99-4E18-A987-01D881F0052F}" type="pres">
      <dgm:prSet presAssocID="{22DA8E42-D412-49DD-BDC8-D1C6A99E224F}" presName="parentLin" presStyleCnt="0"/>
      <dgm:spPr/>
    </dgm:pt>
    <dgm:pt modelId="{A31039E2-60CC-4D8F-A64C-3D44329E5411}" type="pres">
      <dgm:prSet presAssocID="{22DA8E42-D412-49DD-BDC8-D1C6A99E224F}" presName="parentLeftMargin" presStyleLbl="node1" presStyleIdx="0" presStyleCnt="3"/>
      <dgm:spPr/>
    </dgm:pt>
    <dgm:pt modelId="{01FBF026-B5D1-487F-8313-D55F58FA0435}" type="pres">
      <dgm:prSet presAssocID="{22DA8E42-D412-49DD-BDC8-D1C6A99E224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F1D4872-C6C7-4194-904D-4AEFDC71E010}" type="pres">
      <dgm:prSet presAssocID="{22DA8E42-D412-49DD-BDC8-D1C6A99E224F}" presName="negativeSpace" presStyleCnt="0"/>
      <dgm:spPr/>
    </dgm:pt>
    <dgm:pt modelId="{65E53337-8069-4475-978A-670A35BAE9B5}" type="pres">
      <dgm:prSet presAssocID="{22DA8E42-D412-49DD-BDC8-D1C6A99E224F}" presName="childText" presStyleLbl="conFgAcc1" presStyleIdx="1" presStyleCnt="3">
        <dgm:presLayoutVars>
          <dgm:bulletEnabled val="1"/>
        </dgm:presLayoutVars>
      </dgm:prSet>
      <dgm:spPr/>
    </dgm:pt>
    <dgm:pt modelId="{FF90F26D-4814-4C45-BFCE-FB24CE6958F1}" type="pres">
      <dgm:prSet presAssocID="{AEBB4D3E-9089-4907-A998-7BED84894602}" presName="spaceBetweenRectangles" presStyleCnt="0"/>
      <dgm:spPr/>
    </dgm:pt>
    <dgm:pt modelId="{9D42478C-8247-479E-85EC-D6F8192D1948}" type="pres">
      <dgm:prSet presAssocID="{14EDA03A-E146-44C5-945E-9F180C962ADB}" presName="parentLin" presStyleCnt="0"/>
      <dgm:spPr/>
    </dgm:pt>
    <dgm:pt modelId="{9AA2F4DF-FAF5-4E44-B981-D14733444635}" type="pres">
      <dgm:prSet presAssocID="{14EDA03A-E146-44C5-945E-9F180C962ADB}" presName="parentLeftMargin" presStyleLbl="node1" presStyleIdx="1" presStyleCnt="3"/>
      <dgm:spPr/>
    </dgm:pt>
    <dgm:pt modelId="{6A1885C4-A901-4D13-94C9-1E464FF24DB3}" type="pres">
      <dgm:prSet presAssocID="{14EDA03A-E146-44C5-945E-9F180C962ADB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B29D29C5-E356-4EAA-8D72-A4620F9E8806}" type="pres">
      <dgm:prSet presAssocID="{14EDA03A-E146-44C5-945E-9F180C962ADB}" presName="negativeSpace" presStyleCnt="0"/>
      <dgm:spPr/>
    </dgm:pt>
    <dgm:pt modelId="{47AD9E5B-BF68-4B22-BCA0-B3FB1A06118D}" type="pres">
      <dgm:prSet presAssocID="{14EDA03A-E146-44C5-945E-9F180C962ADB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2547225B-D860-4EE5-91FC-5B075FDA3413}" srcId="{A146315D-7BC2-4D69-B3AE-DBF20F11661C}" destId="{22DA8E42-D412-49DD-BDC8-D1C6A99E224F}" srcOrd="1" destOrd="0" parTransId="{67F95DEB-E991-48AB-B156-63DE5A3AE858}" sibTransId="{AEBB4D3E-9089-4907-A998-7BED84894602}"/>
    <dgm:cxn modelId="{2A8D0B67-D8E2-457A-9739-49F8B8253A6F}" srcId="{903D3B6C-AFE1-43BE-B1AC-BF3C9F8DA63C}" destId="{7E241223-780A-4186-8140-6ACF7C0AB840}" srcOrd="0" destOrd="0" parTransId="{35AFF72D-3867-467F-AA15-1395B21F1959}" sibTransId="{3608EC5E-EA58-4F91-82E6-0D0A76FE4EE9}"/>
    <dgm:cxn modelId="{4041145A-FD63-4FC6-94AF-607D481212D9}" type="presOf" srcId="{903D3B6C-AFE1-43BE-B1AC-BF3C9F8DA63C}" destId="{485979D7-B752-4E75-9F8A-FB1958D21F68}" srcOrd="1" destOrd="0" presId="urn:microsoft.com/office/officeart/2005/8/layout/list1"/>
    <dgm:cxn modelId="{AEFBE586-CCE0-401A-9185-D8FDE4EC83F6}" type="presOf" srcId="{903D3B6C-AFE1-43BE-B1AC-BF3C9F8DA63C}" destId="{BFAD0DBE-956B-4246-95D3-D3E3832B92F1}" srcOrd="0" destOrd="0" presId="urn:microsoft.com/office/officeart/2005/8/layout/list1"/>
    <dgm:cxn modelId="{F8A0939E-6975-4FEB-841A-AD032F62945C}" type="presOf" srcId="{A146315D-7BC2-4D69-B3AE-DBF20F11661C}" destId="{D158DCC7-1E58-4DE3-BD59-21B2DF1A4F20}" srcOrd="0" destOrd="0" presId="urn:microsoft.com/office/officeart/2005/8/layout/list1"/>
    <dgm:cxn modelId="{A960A1A1-09C9-4AF6-A700-0B398E6F4EA4}" type="presOf" srcId="{22DA8E42-D412-49DD-BDC8-D1C6A99E224F}" destId="{01FBF026-B5D1-487F-8313-D55F58FA0435}" srcOrd="1" destOrd="0" presId="urn:microsoft.com/office/officeart/2005/8/layout/list1"/>
    <dgm:cxn modelId="{313CFDA4-6EEB-42B9-989D-29C771B4A505}" srcId="{A146315D-7BC2-4D69-B3AE-DBF20F11661C}" destId="{903D3B6C-AFE1-43BE-B1AC-BF3C9F8DA63C}" srcOrd="0" destOrd="0" parTransId="{9375E94F-7E91-4903-84BD-31BDCE0258B4}" sibTransId="{925280A6-FBEC-4DA5-A04F-DD0F50FF5084}"/>
    <dgm:cxn modelId="{52659BCC-000F-4733-B7B4-6B1A5E7B42E1}" type="presOf" srcId="{22DA8E42-D412-49DD-BDC8-D1C6A99E224F}" destId="{A31039E2-60CC-4D8F-A64C-3D44329E5411}" srcOrd="0" destOrd="0" presId="urn:microsoft.com/office/officeart/2005/8/layout/list1"/>
    <dgm:cxn modelId="{D83228D5-5968-422F-BC1A-34AD91FFA029}" type="presOf" srcId="{14EDA03A-E146-44C5-945E-9F180C962ADB}" destId="{6A1885C4-A901-4D13-94C9-1E464FF24DB3}" srcOrd="1" destOrd="0" presId="urn:microsoft.com/office/officeart/2005/8/layout/list1"/>
    <dgm:cxn modelId="{910A06E0-5259-4AA8-836F-E1F78C766820}" type="presOf" srcId="{7E241223-780A-4186-8140-6ACF7C0AB840}" destId="{6C86FA15-CE66-4202-A095-99A74345408B}" srcOrd="0" destOrd="0" presId="urn:microsoft.com/office/officeart/2005/8/layout/list1"/>
    <dgm:cxn modelId="{B4ABBAE7-5E72-45EC-B7AF-4B9D33F259C9}" type="presOf" srcId="{14EDA03A-E146-44C5-945E-9F180C962ADB}" destId="{9AA2F4DF-FAF5-4E44-B981-D14733444635}" srcOrd="0" destOrd="0" presId="urn:microsoft.com/office/officeart/2005/8/layout/list1"/>
    <dgm:cxn modelId="{93B0A5F8-7EF0-4194-8685-3D890B431D0A}" srcId="{A146315D-7BC2-4D69-B3AE-DBF20F11661C}" destId="{14EDA03A-E146-44C5-945E-9F180C962ADB}" srcOrd="2" destOrd="0" parTransId="{B3F5BD3E-706C-4C63-9D29-479FA024C94A}" sibTransId="{07DAD5C2-42BD-4B82-8BF3-F7EE41E29F03}"/>
    <dgm:cxn modelId="{61C40A54-A99D-4EF5-B97C-B4745B362E34}" type="presParOf" srcId="{D158DCC7-1E58-4DE3-BD59-21B2DF1A4F20}" destId="{09DF78DA-331D-4C80-86FC-4D83AF9B4073}" srcOrd="0" destOrd="0" presId="urn:microsoft.com/office/officeart/2005/8/layout/list1"/>
    <dgm:cxn modelId="{BF2AC17E-285B-4DF2-B53F-56C60D503E83}" type="presParOf" srcId="{09DF78DA-331D-4C80-86FC-4D83AF9B4073}" destId="{BFAD0DBE-956B-4246-95D3-D3E3832B92F1}" srcOrd="0" destOrd="0" presId="urn:microsoft.com/office/officeart/2005/8/layout/list1"/>
    <dgm:cxn modelId="{AA77B3CF-2D6F-41D5-B335-A3BA6D47BB6D}" type="presParOf" srcId="{09DF78DA-331D-4C80-86FC-4D83AF9B4073}" destId="{485979D7-B752-4E75-9F8A-FB1958D21F68}" srcOrd="1" destOrd="0" presId="urn:microsoft.com/office/officeart/2005/8/layout/list1"/>
    <dgm:cxn modelId="{6AD82552-F9C6-4F66-9B26-B1B6F6ABF9C8}" type="presParOf" srcId="{D158DCC7-1E58-4DE3-BD59-21B2DF1A4F20}" destId="{B0AC4FD7-E740-4AF2-AC23-A15F2DFF1B80}" srcOrd="1" destOrd="0" presId="urn:microsoft.com/office/officeart/2005/8/layout/list1"/>
    <dgm:cxn modelId="{DA0430A2-D8CB-4B06-92EF-CF394070FAA3}" type="presParOf" srcId="{D158DCC7-1E58-4DE3-BD59-21B2DF1A4F20}" destId="{6C86FA15-CE66-4202-A095-99A74345408B}" srcOrd="2" destOrd="0" presId="urn:microsoft.com/office/officeart/2005/8/layout/list1"/>
    <dgm:cxn modelId="{1BE8DB18-B4CA-4105-937E-C96DD9C2D767}" type="presParOf" srcId="{D158DCC7-1E58-4DE3-BD59-21B2DF1A4F20}" destId="{79F93E1C-7872-4CF2-9E54-A9B4019FC49D}" srcOrd="3" destOrd="0" presId="urn:microsoft.com/office/officeart/2005/8/layout/list1"/>
    <dgm:cxn modelId="{1393273F-62D3-4FCB-BB61-7039E5015ADE}" type="presParOf" srcId="{D158DCC7-1E58-4DE3-BD59-21B2DF1A4F20}" destId="{AB3421C1-EF99-4E18-A987-01D881F0052F}" srcOrd="4" destOrd="0" presId="urn:microsoft.com/office/officeart/2005/8/layout/list1"/>
    <dgm:cxn modelId="{B22171D4-658D-4653-B184-D0ECA6C4E2E4}" type="presParOf" srcId="{AB3421C1-EF99-4E18-A987-01D881F0052F}" destId="{A31039E2-60CC-4D8F-A64C-3D44329E5411}" srcOrd="0" destOrd="0" presId="urn:microsoft.com/office/officeart/2005/8/layout/list1"/>
    <dgm:cxn modelId="{FEF7D42D-3EC3-4F7E-B1F3-0E27B2F01C68}" type="presParOf" srcId="{AB3421C1-EF99-4E18-A987-01D881F0052F}" destId="{01FBF026-B5D1-487F-8313-D55F58FA0435}" srcOrd="1" destOrd="0" presId="urn:microsoft.com/office/officeart/2005/8/layout/list1"/>
    <dgm:cxn modelId="{DDF5D50F-9CBE-46AA-8175-8E5D511CC7FD}" type="presParOf" srcId="{D158DCC7-1E58-4DE3-BD59-21B2DF1A4F20}" destId="{3F1D4872-C6C7-4194-904D-4AEFDC71E010}" srcOrd="5" destOrd="0" presId="urn:microsoft.com/office/officeart/2005/8/layout/list1"/>
    <dgm:cxn modelId="{C363F120-0940-4B0E-9947-F723D42A98BC}" type="presParOf" srcId="{D158DCC7-1E58-4DE3-BD59-21B2DF1A4F20}" destId="{65E53337-8069-4475-978A-670A35BAE9B5}" srcOrd="6" destOrd="0" presId="urn:microsoft.com/office/officeart/2005/8/layout/list1"/>
    <dgm:cxn modelId="{A20489EC-42CA-4F76-BFB4-8C3A753591D5}" type="presParOf" srcId="{D158DCC7-1E58-4DE3-BD59-21B2DF1A4F20}" destId="{FF90F26D-4814-4C45-BFCE-FB24CE6958F1}" srcOrd="7" destOrd="0" presId="urn:microsoft.com/office/officeart/2005/8/layout/list1"/>
    <dgm:cxn modelId="{95D9B6DD-D784-4F5B-ACD4-485F50E0C2DC}" type="presParOf" srcId="{D158DCC7-1E58-4DE3-BD59-21B2DF1A4F20}" destId="{9D42478C-8247-479E-85EC-D6F8192D1948}" srcOrd="8" destOrd="0" presId="urn:microsoft.com/office/officeart/2005/8/layout/list1"/>
    <dgm:cxn modelId="{2087A581-A7DE-49EA-96AC-5FE3ADF3BB36}" type="presParOf" srcId="{9D42478C-8247-479E-85EC-D6F8192D1948}" destId="{9AA2F4DF-FAF5-4E44-B981-D14733444635}" srcOrd="0" destOrd="0" presId="urn:microsoft.com/office/officeart/2005/8/layout/list1"/>
    <dgm:cxn modelId="{83D379B1-F7C1-46E0-9AF9-8AC10D589466}" type="presParOf" srcId="{9D42478C-8247-479E-85EC-D6F8192D1948}" destId="{6A1885C4-A901-4D13-94C9-1E464FF24DB3}" srcOrd="1" destOrd="0" presId="urn:microsoft.com/office/officeart/2005/8/layout/list1"/>
    <dgm:cxn modelId="{D7EF17D7-F244-4EB6-A604-829BA15A86D7}" type="presParOf" srcId="{D158DCC7-1E58-4DE3-BD59-21B2DF1A4F20}" destId="{B29D29C5-E356-4EAA-8D72-A4620F9E8806}" srcOrd="9" destOrd="0" presId="urn:microsoft.com/office/officeart/2005/8/layout/list1"/>
    <dgm:cxn modelId="{D76C71D3-9A0E-4066-9A2C-7B6DD4BE3632}" type="presParOf" srcId="{D158DCC7-1E58-4DE3-BD59-21B2DF1A4F20}" destId="{47AD9E5B-BF68-4B22-BCA0-B3FB1A06118D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B5FC710-2AC7-4B5C-8644-C57B084A562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E6428F01-6B4E-40F8-AB7B-52BADA2EBD6A}">
      <dgm:prSet/>
      <dgm:spPr/>
      <dgm:t>
        <a:bodyPr/>
        <a:lstStyle/>
        <a:p>
          <a:r>
            <a:rPr lang="en-US"/>
            <a:t>Social networks</a:t>
          </a:r>
        </a:p>
      </dgm:t>
    </dgm:pt>
    <dgm:pt modelId="{11075FBE-D6C5-4C6A-A4CF-13EE2A116794}" type="parTrans" cxnId="{44ADCE8A-0567-4598-9A33-57BADAFE050E}">
      <dgm:prSet/>
      <dgm:spPr/>
      <dgm:t>
        <a:bodyPr/>
        <a:lstStyle/>
        <a:p>
          <a:endParaRPr lang="en-US"/>
        </a:p>
      </dgm:t>
    </dgm:pt>
    <dgm:pt modelId="{014A7C2B-408B-46C4-A455-CA67AAFD911B}" type="sibTrans" cxnId="{44ADCE8A-0567-4598-9A33-57BADAFE050E}">
      <dgm:prSet/>
      <dgm:spPr/>
      <dgm:t>
        <a:bodyPr/>
        <a:lstStyle/>
        <a:p>
          <a:endParaRPr lang="en-US"/>
        </a:p>
      </dgm:t>
    </dgm:pt>
    <dgm:pt modelId="{65680A8C-59E4-4A71-95BF-8C8A4B30A629}">
      <dgm:prSet/>
      <dgm:spPr/>
      <dgm:t>
        <a:bodyPr/>
        <a:lstStyle/>
        <a:p>
          <a:r>
            <a:rPr lang="en-US"/>
            <a:t>Navigation systems</a:t>
          </a:r>
        </a:p>
      </dgm:t>
    </dgm:pt>
    <dgm:pt modelId="{212C050A-006D-4B25-8ED1-A837E3863CDF}" type="parTrans" cxnId="{B4951139-8C46-49F4-8CE1-2901640C9EE0}">
      <dgm:prSet/>
      <dgm:spPr/>
      <dgm:t>
        <a:bodyPr/>
        <a:lstStyle/>
        <a:p>
          <a:endParaRPr lang="en-US"/>
        </a:p>
      </dgm:t>
    </dgm:pt>
    <dgm:pt modelId="{359D0870-FD5E-4728-A22E-B103ADF9DF14}" type="sibTrans" cxnId="{B4951139-8C46-49F4-8CE1-2901640C9EE0}">
      <dgm:prSet/>
      <dgm:spPr/>
      <dgm:t>
        <a:bodyPr/>
        <a:lstStyle/>
        <a:p>
          <a:endParaRPr lang="en-US"/>
        </a:p>
      </dgm:t>
    </dgm:pt>
    <dgm:pt modelId="{1E0DABA5-E23F-41FB-828D-4DBE4FE3E698}">
      <dgm:prSet/>
      <dgm:spPr/>
      <dgm:t>
        <a:bodyPr/>
        <a:lstStyle/>
        <a:p>
          <a:r>
            <a:rPr lang="en-US"/>
            <a:t>The internet</a:t>
          </a:r>
        </a:p>
      </dgm:t>
    </dgm:pt>
    <dgm:pt modelId="{310A3FCD-12B5-4F44-A7AA-E79CFE69BFD7}" type="parTrans" cxnId="{64F5E39F-F0DB-43FE-8770-098E3684E55A}">
      <dgm:prSet/>
      <dgm:spPr/>
      <dgm:t>
        <a:bodyPr/>
        <a:lstStyle/>
        <a:p>
          <a:endParaRPr lang="en-US"/>
        </a:p>
      </dgm:t>
    </dgm:pt>
    <dgm:pt modelId="{BA04F64C-843C-458B-83A6-443578015056}" type="sibTrans" cxnId="{64F5E39F-F0DB-43FE-8770-098E3684E55A}">
      <dgm:prSet/>
      <dgm:spPr/>
      <dgm:t>
        <a:bodyPr/>
        <a:lstStyle/>
        <a:p>
          <a:endParaRPr lang="en-US"/>
        </a:p>
      </dgm:t>
    </dgm:pt>
    <dgm:pt modelId="{860BBCE7-5D37-4354-A1B4-5757190EAB28}">
      <dgm:prSet/>
      <dgm:spPr/>
      <dgm:t>
        <a:bodyPr/>
        <a:lstStyle/>
        <a:p>
          <a:r>
            <a:rPr lang="en-US"/>
            <a:t>Search Engines</a:t>
          </a:r>
        </a:p>
      </dgm:t>
    </dgm:pt>
    <dgm:pt modelId="{8396B93F-B76E-4D8B-A588-3A8534612204}" type="parTrans" cxnId="{A2471E4D-8433-486F-BEEC-EDF818821C17}">
      <dgm:prSet/>
      <dgm:spPr/>
      <dgm:t>
        <a:bodyPr/>
        <a:lstStyle/>
        <a:p>
          <a:endParaRPr lang="en-US"/>
        </a:p>
      </dgm:t>
    </dgm:pt>
    <dgm:pt modelId="{EC8BD739-5AD6-4AAD-ACD9-983121DCCE15}" type="sibTrans" cxnId="{A2471E4D-8433-486F-BEEC-EDF818821C17}">
      <dgm:prSet/>
      <dgm:spPr/>
      <dgm:t>
        <a:bodyPr/>
        <a:lstStyle/>
        <a:p>
          <a:endParaRPr lang="en-US"/>
        </a:p>
      </dgm:t>
    </dgm:pt>
    <dgm:pt modelId="{D22B41D1-9674-4A04-86C6-2236CF348196}" type="pres">
      <dgm:prSet presAssocID="{EB5FC710-2AC7-4B5C-8644-C57B084A562B}" presName="root" presStyleCnt="0">
        <dgm:presLayoutVars>
          <dgm:dir/>
          <dgm:resizeHandles val="exact"/>
        </dgm:presLayoutVars>
      </dgm:prSet>
      <dgm:spPr/>
    </dgm:pt>
    <dgm:pt modelId="{85DE6885-6FF3-4870-A881-71C643C104FA}" type="pres">
      <dgm:prSet presAssocID="{E6428F01-6B4E-40F8-AB7B-52BADA2EBD6A}" presName="compNode" presStyleCnt="0"/>
      <dgm:spPr/>
    </dgm:pt>
    <dgm:pt modelId="{857816EA-42F4-4F6D-8C5A-8EB1159B6E88}" type="pres">
      <dgm:prSet presAssocID="{E6428F01-6B4E-40F8-AB7B-52BADA2EBD6A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A981EC83-BB52-4798-8AA6-890B7E7A027E}" type="pres">
      <dgm:prSet presAssocID="{E6428F01-6B4E-40F8-AB7B-52BADA2EBD6A}" presName="spaceRect" presStyleCnt="0"/>
      <dgm:spPr/>
    </dgm:pt>
    <dgm:pt modelId="{4A1FA0C7-E36E-4499-95F8-3255F17067A8}" type="pres">
      <dgm:prSet presAssocID="{E6428F01-6B4E-40F8-AB7B-52BADA2EBD6A}" presName="textRect" presStyleLbl="revTx" presStyleIdx="0" presStyleCnt="4">
        <dgm:presLayoutVars>
          <dgm:chMax val="1"/>
          <dgm:chPref val="1"/>
        </dgm:presLayoutVars>
      </dgm:prSet>
      <dgm:spPr/>
    </dgm:pt>
    <dgm:pt modelId="{82ABB0BE-52A2-4884-9878-BB12930B3D19}" type="pres">
      <dgm:prSet presAssocID="{014A7C2B-408B-46C4-A455-CA67AAFD911B}" presName="sibTrans" presStyleCnt="0"/>
      <dgm:spPr/>
    </dgm:pt>
    <dgm:pt modelId="{9970B714-68C3-431F-ADD1-0128591B4271}" type="pres">
      <dgm:prSet presAssocID="{65680A8C-59E4-4A71-95BF-8C8A4B30A629}" presName="compNode" presStyleCnt="0"/>
      <dgm:spPr/>
    </dgm:pt>
    <dgm:pt modelId="{A89C90CA-4B19-41A4-9240-59E0F8D0C83E}" type="pres">
      <dgm:prSet presAssocID="{65680A8C-59E4-4A71-95BF-8C8A4B30A629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tellite"/>
        </a:ext>
      </dgm:extLst>
    </dgm:pt>
    <dgm:pt modelId="{BB461843-9FD8-411A-A291-9DF61A861FF8}" type="pres">
      <dgm:prSet presAssocID="{65680A8C-59E4-4A71-95BF-8C8A4B30A629}" presName="spaceRect" presStyleCnt="0"/>
      <dgm:spPr/>
    </dgm:pt>
    <dgm:pt modelId="{9856A2B5-4B73-4D46-B790-A67C9F1E053A}" type="pres">
      <dgm:prSet presAssocID="{65680A8C-59E4-4A71-95BF-8C8A4B30A629}" presName="textRect" presStyleLbl="revTx" presStyleIdx="1" presStyleCnt="4">
        <dgm:presLayoutVars>
          <dgm:chMax val="1"/>
          <dgm:chPref val="1"/>
        </dgm:presLayoutVars>
      </dgm:prSet>
      <dgm:spPr/>
    </dgm:pt>
    <dgm:pt modelId="{7CA600F3-1A88-44DC-8C29-3A4AD20E8AEC}" type="pres">
      <dgm:prSet presAssocID="{359D0870-FD5E-4728-A22E-B103ADF9DF14}" presName="sibTrans" presStyleCnt="0"/>
      <dgm:spPr/>
    </dgm:pt>
    <dgm:pt modelId="{ACFD5BC1-6143-4CD4-B2C8-F2C0C01A96C6}" type="pres">
      <dgm:prSet presAssocID="{1E0DABA5-E23F-41FB-828D-4DBE4FE3E698}" presName="compNode" presStyleCnt="0"/>
      <dgm:spPr/>
    </dgm:pt>
    <dgm:pt modelId="{4FAF117C-8F61-4995-99A9-4355B37768F9}" type="pres">
      <dgm:prSet presAssocID="{1E0DABA5-E23F-41FB-828D-4DBE4FE3E698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BCE361AC-3323-4D33-BA5A-6B1438169174}" type="pres">
      <dgm:prSet presAssocID="{1E0DABA5-E23F-41FB-828D-4DBE4FE3E698}" presName="spaceRect" presStyleCnt="0"/>
      <dgm:spPr/>
    </dgm:pt>
    <dgm:pt modelId="{D70A8894-58E0-45FB-A552-F5A09CD73185}" type="pres">
      <dgm:prSet presAssocID="{1E0DABA5-E23F-41FB-828D-4DBE4FE3E698}" presName="textRect" presStyleLbl="revTx" presStyleIdx="2" presStyleCnt="4">
        <dgm:presLayoutVars>
          <dgm:chMax val="1"/>
          <dgm:chPref val="1"/>
        </dgm:presLayoutVars>
      </dgm:prSet>
      <dgm:spPr/>
    </dgm:pt>
    <dgm:pt modelId="{D56C4592-2921-4B41-90C1-2FBF2C9247B5}" type="pres">
      <dgm:prSet presAssocID="{BA04F64C-843C-458B-83A6-443578015056}" presName="sibTrans" presStyleCnt="0"/>
      <dgm:spPr/>
    </dgm:pt>
    <dgm:pt modelId="{E10CC98C-D2AE-43DA-B224-4A8B768BAD9D}" type="pres">
      <dgm:prSet presAssocID="{860BBCE7-5D37-4354-A1B4-5757190EAB28}" presName="compNode" presStyleCnt="0"/>
      <dgm:spPr/>
    </dgm:pt>
    <dgm:pt modelId="{77624890-CF2A-42AA-AC4C-F88BC4034929}" type="pres">
      <dgm:prSet presAssocID="{860BBCE7-5D37-4354-A1B4-5757190EAB28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62267139-5DCA-4396-8A35-736808AD11A0}" type="pres">
      <dgm:prSet presAssocID="{860BBCE7-5D37-4354-A1B4-5757190EAB28}" presName="spaceRect" presStyleCnt="0"/>
      <dgm:spPr/>
    </dgm:pt>
    <dgm:pt modelId="{26528BFC-83B2-43D2-B18B-6E7B8053163A}" type="pres">
      <dgm:prSet presAssocID="{860BBCE7-5D37-4354-A1B4-5757190EAB2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D43A40D-0EF4-4E00-9A4D-E8F4D68D7C05}" type="presOf" srcId="{EB5FC710-2AC7-4B5C-8644-C57B084A562B}" destId="{D22B41D1-9674-4A04-86C6-2236CF348196}" srcOrd="0" destOrd="0" presId="urn:microsoft.com/office/officeart/2018/2/layout/IconLabelList"/>
    <dgm:cxn modelId="{B4951139-8C46-49F4-8CE1-2901640C9EE0}" srcId="{EB5FC710-2AC7-4B5C-8644-C57B084A562B}" destId="{65680A8C-59E4-4A71-95BF-8C8A4B30A629}" srcOrd="1" destOrd="0" parTransId="{212C050A-006D-4B25-8ED1-A837E3863CDF}" sibTransId="{359D0870-FD5E-4728-A22E-B103ADF9DF14}"/>
    <dgm:cxn modelId="{81754A5F-5C5B-430D-9FD7-011CD164B117}" type="presOf" srcId="{1E0DABA5-E23F-41FB-828D-4DBE4FE3E698}" destId="{D70A8894-58E0-45FB-A552-F5A09CD73185}" srcOrd="0" destOrd="0" presId="urn:microsoft.com/office/officeart/2018/2/layout/IconLabelList"/>
    <dgm:cxn modelId="{A2471E4D-8433-486F-BEEC-EDF818821C17}" srcId="{EB5FC710-2AC7-4B5C-8644-C57B084A562B}" destId="{860BBCE7-5D37-4354-A1B4-5757190EAB28}" srcOrd="3" destOrd="0" parTransId="{8396B93F-B76E-4D8B-A588-3A8534612204}" sibTransId="{EC8BD739-5AD6-4AAD-ACD9-983121DCCE15}"/>
    <dgm:cxn modelId="{5BF2216D-84E3-4D9E-9145-5EF0F1A6820F}" type="presOf" srcId="{860BBCE7-5D37-4354-A1B4-5757190EAB28}" destId="{26528BFC-83B2-43D2-B18B-6E7B8053163A}" srcOrd="0" destOrd="0" presId="urn:microsoft.com/office/officeart/2018/2/layout/IconLabelList"/>
    <dgm:cxn modelId="{44ADCE8A-0567-4598-9A33-57BADAFE050E}" srcId="{EB5FC710-2AC7-4B5C-8644-C57B084A562B}" destId="{E6428F01-6B4E-40F8-AB7B-52BADA2EBD6A}" srcOrd="0" destOrd="0" parTransId="{11075FBE-D6C5-4C6A-A4CF-13EE2A116794}" sibTransId="{014A7C2B-408B-46C4-A455-CA67AAFD911B}"/>
    <dgm:cxn modelId="{2359AD8D-7311-4114-AD44-6542C817AF79}" type="presOf" srcId="{E6428F01-6B4E-40F8-AB7B-52BADA2EBD6A}" destId="{4A1FA0C7-E36E-4499-95F8-3255F17067A8}" srcOrd="0" destOrd="0" presId="urn:microsoft.com/office/officeart/2018/2/layout/IconLabelList"/>
    <dgm:cxn modelId="{41DC7397-4D2F-4AA5-B15D-BF97B77C881F}" type="presOf" srcId="{65680A8C-59E4-4A71-95BF-8C8A4B30A629}" destId="{9856A2B5-4B73-4D46-B790-A67C9F1E053A}" srcOrd="0" destOrd="0" presId="urn:microsoft.com/office/officeart/2018/2/layout/IconLabelList"/>
    <dgm:cxn modelId="{64F5E39F-F0DB-43FE-8770-098E3684E55A}" srcId="{EB5FC710-2AC7-4B5C-8644-C57B084A562B}" destId="{1E0DABA5-E23F-41FB-828D-4DBE4FE3E698}" srcOrd="2" destOrd="0" parTransId="{310A3FCD-12B5-4F44-A7AA-E79CFE69BFD7}" sibTransId="{BA04F64C-843C-458B-83A6-443578015056}"/>
    <dgm:cxn modelId="{A73D812C-0449-42E2-B8CA-6634156E7A24}" type="presParOf" srcId="{D22B41D1-9674-4A04-86C6-2236CF348196}" destId="{85DE6885-6FF3-4870-A881-71C643C104FA}" srcOrd="0" destOrd="0" presId="urn:microsoft.com/office/officeart/2018/2/layout/IconLabelList"/>
    <dgm:cxn modelId="{7677B72B-95C3-4A63-A2EA-075655D6AEDC}" type="presParOf" srcId="{85DE6885-6FF3-4870-A881-71C643C104FA}" destId="{857816EA-42F4-4F6D-8C5A-8EB1159B6E88}" srcOrd="0" destOrd="0" presId="urn:microsoft.com/office/officeart/2018/2/layout/IconLabelList"/>
    <dgm:cxn modelId="{62BBD265-6C04-43D7-A133-F883DAAC8CD9}" type="presParOf" srcId="{85DE6885-6FF3-4870-A881-71C643C104FA}" destId="{A981EC83-BB52-4798-8AA6-890B7E7A027E}" srcOrd="1" destOrd="0" presId="urn:microsoft.com/office/officeart/2018/2/layout/IconLabelList"/>
    <dgm:cxn modelId="{876149B6-7527-4FAD-8689-EA6C052AEE03}" type="presParOf" srcId="{85DE6885-6FF3-4870-A881-71C643C104FA}" destId="{4A1FA0C7-E36E-4499-95F8-3255F17067A8}" srcOrd="2" destOrd="0" presId="urn:microsoft.com/office/officeart/2018/2/layout/IconLabelList"/>
    <dgm:cxn modelId="{7291F991-7F9D-47C1-B287-23D4A7C750D9}" type="presParOf" srcId="{D22B41D1-9674-4A04-86C6-2236CF348196}" destId="{82ABB0BE-52A2-4884-9878-BB12930B3D19}" srcOrd="1" destOrd="0" presId="urn:microsoft.com/office/officeart/2018/2/layout/IconLabelList"/>
    <dgm:cxn modelId="{A98122C6-87A6-4AE0-AEDD-7E4126463F47}" type="presParOf" srcId="{D22B41D1-9674-4A04-86C6-2236CF348196}" destId="{9970B714-68C3-431F-ADD1-0128591B4271}" srcOrd="2" destOrd="0" presId="urn:microsoft.com/office/officeart/2018/2/layout/IconLabelList"/>
    <dgm:cxn modelId="{411A5843-0353-422C-BBE4-ABF92B7B6DD4}" type="presParOf" srcId="{9970B714-68C3-431F-ADD1-0128591B4271}" destId="{A89C90CA-4B19-41A4-9240-59E0F8D0C83E}" srcOrd="0" destOrd="0" presId="urn:microsoft.com/office/officeart/2018/2/layout/IconLabelList"/>
    <dgm:cxn modelId="{C1D807D3-C46C-4D6E-8117-DD5BE44FA7F8}" type="presParOf" srcId="{9970B714-68C3-431F-ADD1-0128591B4271}" destId="{BB461843-9FD8-411A-A291-9DF61A861FF8}" srcOrd="1" destOrd="0" presId="urn:microsoft.com/office/officeart/2018/2/layout/IconLabelList"/>
    <dgm:cxn modelId="{D0F3FB19-357D-4690-A8B1-6BE4405A94E8}" type="presParOf" srcId="{9970B714-68C3-431F-ADD1-0128591B4271}" destId="{9856A2B5-4B73-4D46-B790-A67C9F1E053A}" srcOrd="2" destOrd="0" presId="urn:microsoft.com/office/officeart/2018/2/layout/IconLabelList"/>
    <dgm:cxn modelId="{F52103CB-1E25-4340-ADFF-B8AF796F922D}" type="presParOf" srcId="{D22B41D1-9674-4A04-86C6-2236CF348196}" destId="{7CA600F3-1A88-44DC-8C29-3A4AD20E8AEC}" srcOrd="3" destOrd="0" presId="urn:microsoft.com/office/officeart/2018/2/layout/IconLabelList"/>
    <dgm:cxn modelId="{DBC8CA37-7FC0-4E38-81A7-8E3F1EDDDB7C}" type="presParOf" srcId="{D22B41D1-9674-4A04-86C6-2236CF348196}" destId="{ACFD5BC1-6143-4CD4-B2C8-F2C0C01A96C6}" srcOrd="4" destOrd="0" presId="urn:microsoft.com/office/officeart/2018/2/layout/IconLabelList"/>
    <dgm:cxn modelId="{CAF351D4-44FB-48C3-AFF4-A81E7D2DEFF4}" type="presParOf" srcId="{ACFD5BC1-6143-4CD4-B2C8-F2C0C01A96C6}" destId="{4FAF117C-8F61-4995-99A9-4355B37768F9}" srcOrd="0" destOrd="0" presId="urn:microsoft.com/office/officeart/2018/2/layout/IconLabelList"/>
    <dgm:cxn modelId="{1DAB1731-A0CD-47FA-B3F5-90447AAB68B4}" type="presParOf" srcId="{ACFD5BC1-6143-4CD4-B2C8-F2C0C01A96C6}" destId="{BCE361AC-3323-4D33-BA5A-6B1438169174}" srcOrd="1" destOrd="0" presId="urn:microsoft.com/office/officeart/2018/2/layout/IconLabelList"/>
    <dgm:cxn modelId="{2003C86E-DA70-45D1-ABAE-B3CF71E2A427}" type="presParOf" srcId="{ACFD5BC1-6143-4CD4-B2C8-F2C0C01A96C6}" destId="{D70A8894-58E0-45FB-A552-F5A09CD73185}" srcOrd="2" destOrd="0" presId="urn:microsoft.com/office/officeart/2018/2/layout/IconLabelList"/>
    <dgm:cxn modelId="{8FBC6417-268B-4D87-9F1F-0263731B0491}" type="presParOf" srcId="{D22B41D1-9674-4A04-86C6-2236CF348196}" destId="{D56C4592-2921-4B41-90C1-2FBF2C9247B5}" srcOrd="5" destOrd="0" presId="urn:microsoft.com/office/officeart/2018/2/layout/IconLabelList"/>
    <dgm:cxn modelId="{A972091A-DB07-4997-9594-8B4EE8402F4B}" type="presParOf" srcId="{D22B41D1-9674-4A04-86C6-2236CF348196}" destId="{E10CC98C-D2AE-43DA-B224-4A8B768BAD9D}" srcOrd="6" destOrd="0" presId="urn:microsoft.com/office/officeart/2018/2/layout/IconLabelList"/>
    <dgm:cxn modelId="{9E0B9361-2013-4812-A44E-881E6F3FF0F6}" type="presParOf" srcId="{E10CC98C-D2AE-43DA-B224-4A8B768BAD9D}" destId="{77624890-CF2A-42AA-AC4C-F88BC4034929}" srcOrd="0" destOrd="0" presId="urn:microsoft.com/office/officeart/2018/2/layout/IconLabelList"/>
    <dgm:cxn modelId="{2088E8A7-62F3-42D7-8EFA-E86F8D673E11}" type="presParOf" srcId="{E10CC98C-D2AE-43DA-B224-4A8B768BAD9D}" destId="{62267139-5DCA-4396-8A35-736808AD11A0}" srcOrd="1" destOrd="0" presId="urn:microsoft.com/office/officeart/2018/2/layout/IconLabelList"/>
    <dgm:cxn modelId="{C71525F4-335F-4492-BEC7-86C3C6A11F7E}" type="presParOf" srcId="{E10CC98C-D2AE-43DA-B224-4A8B768BAD9D}" destId="{26528BFC-83B2-43D2-B18B-6E7B8053163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4B3CEF5-7879-4652-BE2B-FEA127AB10C5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974B384F-6F8C-4890-85A2-0D63DA53B45B}">
      <dgm:prSet/>
      <dgm:spPr/>
      <dgm:t>
        <a:bodyPr/>
        <a:lstStyle/>
        <a:p>
          <a:r>
            <a:rPr lang="en-US"/>
            <a:t>Adjacency matrix</a:t>
          </a:r>
        </a:p>
      </dgm:t>
    </dgm:pt>
    <dgm:pt modelId="{EE4E649D-5FBE-4F25-9FEE-0C9F3AB692DE}" type="parTrans" cxnId="{4F5EDF32-1704-4EB6-AC34-DD5AD5B2300E}">
      <dgm:prSet/>
      <dgm:spPr/>
      <dgm:t>
        <a:bodyPr/>
        <a:lstStyle/>
        <a:p>
          <a:endParaRPr lang="en-US"/>
        </a:p>
      </dgm:t>
    </dgm:pt>
    <dgm:pt modelId="{8E3D56D6-FF7E-4D7F-B3F5-5088F78019D8}" type="sibTrans" cxnId="{4F5EDF32-1704-4EB6-AC34-DD5AD5B2300E}">
      <dgm:prSet/>
      <dgm:spPr/>
      <dgm:t>
        <a:bodyPr/>
        <a:lstStyle/>
        <a:p>
          <a:endParaRPr lang="en-US"/>
        </a:p>
      </dgm:t>
    </dgm:pt>
    <dgm:pt modelId="{A3E6E65F-E4AC-4832-93BE-BC9AA9C15623}">
      <dgm:prSet/>
      <dgm:spPr/>
      <dgm:t>
        <a:bodyPr/>
        <a:lstStyle/>
        <a:p>
          <a:r>
            <a:rPr lang="en-US"/>
            <a:t>Adjacency list</a:t>
          </a:r>
        </a:p>
      </dgm:t>
    </dgm:pt>
    <dgm:pt modelId="{9B141844-E1E6-424B-B841-AA286B6626B9}" type="parTrans" cxnId="{99AE1374-F56A-4205-ABDB-E22EAB4945D0}">
      <dgm:prSet/>
      <dgm:spPr/>
      <dgm:t>
        <a:bodyPr/>
        <a:lstStyle/>
        <a:p>
          <a:endParaRPr lang="en-US"/>
        </a:p>
      </dgm:t>
    </dgm:pt>
    <dgm:pt modelId="{F92C79D4-20E0-4868-B9F6-B9648C8AD360}" type="sibTrans" cxnId="{99AE1374-F56A-4205-ABDB-E22EAB4945D0}">
      <dgm:prSet/>
      <dgm:spPr/>
      <dgm:t>
        <a:bodyPr/>
        <a:lstStyle/>
        <a:p>
          <a:endParaRPr lang="en-US"/>
        </a:p>
      </dgm:t>
    </dgm:pt>
    <dgm:pt modelId="{45D5A37F-B80D-4592-A66C-97E019C22ADB}" type="pres">
      <dgm:prSet presAssocID="{34B3CEF5-7879-4652-BE2B-FEA127AB10C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E84365E-B90A-48F8-BA96-CDA43D43A26F}" type="pres">
      <dgm:prSet presAssocID="{974B384F-6F8C-4890-85A2-0D63DA53B45B}" presName="hierRoot1" presStyleCnt="0"/>
      <dgm:spPr/>
    </dgm:pt>
    <dgm:pt modelId="{94F3407D-1C06-4AC1-B86D-A915806E5B32}" type="pres">
      <dgm:prSet presAssocID="{974B384F-6F8C-4890-85A2-0D63DA53B45B}" presName="composite" presStyleCnt="0"/>
      <dgm:spPr/>
    </dgm:pt>
    <dgm:pt modelId="{265A8054-6840-4D40-B739-CD51248CB063}" type="pres">
      <dgm:prSet presAssocID="{974B384F-6F8C-4890-85A2-0D63DA53B45B}" presName="background" presStyleLbl="node0" presStyleIdx="0" presStyleCnt="2"/>
      <dgm:spPr/>
    </dgm:pt>
    <dgm:pt modelId="{99886D38-BC69-44C8-B195-B4548C32307D}" type="pres">
      <dgm:prSet presAssocID="{974B384F-6F8C-4890-85A2-0D63DA53B45B}" presName="text" presStyleLbl="fgAcc0" presStyleIdx="0" presStyleCnt="2">
        <dgm:presLayoutVars>
          <dgm:chPref val="3"/>
        </dgm:presLayoutVars>
      </dgm:prSet>
      <dgm:spPr/>
    </dgm:pt>
    <dgm:pt modelId="{ABD907B2-20DF-420A-8DE3-A4126E6AC37E}" type="pres">
      <dgm:prSet presAssocID="{974B384F-6F8C-4890-85A2-0D63DA53B45B}" presName="hierChild2" presStyleCnt="0"/>
      <dgm:spPr/>
    </dgm:pt>
    <dgm:pt modelId="{1A0A8AF1-2CC0-4B45-8E1E-2260200C23E1}" type="pres">
      <dgm:prSet presAssocID="{A3E6E65F-E4AC-4832-93BE-BC9AA9C15623}" presName="hierRoot1" presStyleCnt="0"/>
      <dgm:spPr/>
    </dgm:pt>
    <dgm:pt modelId="{6DF254A8-8E96-4C69-8E0E-42D975C6B86F}" type="pres">
      <dgm:prSet presAssocID="{A3E6E65F-E4AC-4832-93BE-BC9AA9C15623}" presName="composite" presStyleCnt="0"/>
      <dgm:spPr/>
    </dgm:pt>
    <dgm:pt modelId="{8F962982-94A5-4BD5-BDE7-4D7955326F3B}" type="pres">
      <dgm:prSet presAssocID="{A3E6E65F-E4AC-4832-93BE-BC9AA9C15623}" presName="background" presStyleLbl="node0" presStyleIdx="1" presStyleCnt="2"/>
      <dgm:spPr/>
    </dgm:pt>
    <dgm:pt modelId="{6CCE8241-C32E-48B3-BEAB-5E4612BA2747}" type="pres">
      <dgm:prSet presAssocID="{A3E6E65F-E4AC-4832-93BE-BC9AA9C15623}" presName="text" presStyleLbl="fgAcc0" presStyleIdx="1" presStyleCnt="2">
        <dgm:presLayoutVars>
          <dgm:chPref val="3"/>
        </dgm:presLayoutVars>
      </dgm:prSet>
      <dgm:spPr/>
    </dgm:pt>
    <dgm:pt modelId="{7816EB16-2F27-4841-A86B-29070A28C80B}" type="pres">
      <dgm:prSet presAssocID="{A3E6E65F-E4AC-4832-93BE-BC9AA9C15623}" presName="hierChild2" presStyleCnt="0"/>
      <dgm:spPr/>
    </dgm:pt>
  </dgm:ptLst>
  <dgm:cxnLst>
    <dgm:cxn modelId="{4F5EDF32-1704-4EB6-AC34-DD5AD5B2300E}" srcId="{34B3CEF5-7879-4652-BE2B-FEA127AB10C5}" destId="{974B384F-6F8C-4890-85A2-0D63DA53B45B}" srcOrd="0" destOrd="0" parTransId="{EE4E649D-5FBE-4F25-9FEE-0C9F3AB692DE}" sibTransId="{8E3D56D6-FF7E-4D7F-B3F5-5088F78019D8}"/>
    <dgm:cxn modelId="{99AE1374-F56A-4205-ABDB-E22EAB4945D0}" srcId="{34B3CEF5-7879-4652-BE2B-FEA127AB10C5}" destId="{A3E6E65F-E4AC-4832-93BE-BC9AA9C15623}" srcOrd="1" destOrd="0" parTransId="{9B141844-E1E6-424B-B841-AA286B6626B9}" sibTransId="{F92C79D4-20E0-4868-B9F6-B9648C8AD360}"/>
    <dgm:cxn modelId="{1C7FEBC1-0DBB-4AB7-9726-3E8F3403C9F9}" type="presOf" srcId="{34B3CEF5-7879-4652-BE2B-FEA127AB10C5}" destId="{45D5A37F-B80D-4592-A66C-97E019C22ADB}" srcOrd="0" destOrd="0" presId="urn:microsoft.com/office/officeart/2005/8/layout/hierarchy1"/>
    <dgm:cxn modelId="{D07FE8E7-CFD3-4310-9953-4CFEE6C44D4A}" type="presOf" srcId="{A3E6E65F-E4AC-4832-93BE-BC9AA9C15623}" destId="{6CCE8241-C32E-48B3-BEAB-5E4612BA2747}" srcOrd="0" destOrd="0" presId="urn:microsoft.com/office/officeart/2005/8/layout/hierarchy1"/>
    <dgm:cxn modelId="{7683CBE8-E0CD-4940-B03F-9AC2CC0AC882}" type="presOf" srcId="{974B384F-6F8C-4890-85A2-0D63DA53B45B}" destId="{99886D38-BC69-44C8-B195-B4548C32307D}" srcOrd="0" destOrd="0" presId="urn:microsoft.com/office/officeart/2005/8/layout/hierarchy1"/>
    <dgm:cxn modelId="{91D64206-C893-402C-9E8C-C77056CF33AF}" type="presParOf" srcId="{45D5A37F-B80D-4592-A66C-97E019C22ADB}" destId="{3E84365E-B90A-48F8-BA96-CDA43D43A26F}" srcOrd="0" destOrd="0" presId="urn:microsoft.com/office/officeart/2005/8/layout/hierarchy1"/>
    <dgm:cxn modelId="{E8987504-717D-4697-ABE8-73D14B0E3FCF}" type="presParOf" srcId="{3E84365E-B90A-48F8-BA96-CDA43D43A26F}" destId="{94F3407D-1C06-4AC1-B86D-A915806E5B32}" srcOrd="0" destOrd="0" presId="urn:microsoft.com/office/officeart/2005/8/layout/hierarchy1"/>
    <dgm:cxn modelId="{68665820-5186-4ABF-B385-6D80DFC918E9}" type="presParOf" srcId="{94F3407D-1C06-4AC1-B86D-A915806E5B32}" destId="{265A8054-6840-4D40-B739-CD51248CB063}" srcOrd="0" destOrd="0" presId="urn:microsoft.com/office/officeart/2005/8/layout/hierarchy1"/>
    <dgm:cxn modelId="{96209BC5-05B5-44E4-8F82-FE403C9DA65F}" type="presParOf" srcId="{94F3407D-1C06-4AC1-B86D-A915806E5B32}" destId="{99886D38-BC69-44C8-B195-B4548C32307D}" srcOrd="1" destOrd="0" presId="urn:microsoft.com/office/officeart/2005/8/layout/hierarchy1"/>
    <dgm:cxn modelId="{3A8B411F-1BE5-4CD7-A2E5-F540B856E4CF}" type="presParOf" srcId="{3E84365E-B90A-48F8-BA96-CDA43D43A26F}" destId="{ABD907B2-20DF-420A-8DE3-A4126E6AC37E}" srcOrd="1" destOrd="0" presId="urn:microsoft.com/office/officeart/2005/8/layout/hierarchy1"/>
    <dgm:cxn modelId="{EF0D3C1D-6665-4576-80FA-26A156D46019}" type="presParOf" srcId="{45D5A37F-B80D-4592-A66C-97E019C22ADB}" destId="{1A0A8AF1-2CC0-4B45-8E1E-2260200C23E1}" srcOrd="1" destOrd="0" presId="urn:microsoft.com/office/officeart/2005/8/layout/hierarchy1"/>
    <dgm:cxn modelId="{109395D3-8269-4514-A357-FCBFC7FC03A1}" type="presParOf" srcId="{1A0A8AF1-2CC0-4B45-8E1E-2260200C23E1}" destId="{6DF254A8-8E96-4C69-8E0E-42D975C6B86F}" srcOrd="0" destOrd="0" presId="urn:microsoft.com/office/officeart/2005/8/layout/hierarchy1"/>
    <dgm:cxn modelId="{38D153AB-FF50-4EFD-ABAF-FF17C38CD467}" type="presParOf" srcId="{6DF254A8-8E96-4C69-8E0E-42D975C6B86F}" destId="{8F962982-94A5-4BD5-BDE7-4D7955326F3B}" srcOrd="0" destOrd="0" presId="urn:microsoft.com/office/officeart/2005/8/layout/hierarchy1"/>
    <dgm:cxn modelId="{3D5DF933-92D4-4D5A-877D-6B44F4931077}" type="presParOf" srcId="{6DF254A8-8E96-4C69-8E0E-42D975C6B86F}" destId="{6CCE8241-C32E-48B3-BEAB-5E4612BA2747}" srcOrd="1" destOrd="0" presId="urn:microsoft.com/office/officeart/2005/8/layout/hierarchy1"/>
    <dgm:cxn modelId="{222E1DEB-D38B-4B5F-913E-78AB449436D6}" type="presParOf" srcId="{1A0A8AF1-2CC0-4B45-8E1E-2260200C23E1}" destId="{7816EB16-2F27-4841-A86B-29070A28C80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6A05264-0001-4666-975C-C220328397CA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D437028-6753-4C9F-AA95-5F591CE74953}">
      <dgm:prSet/>
      <dgm:spPr/>
      <dgm:t>
        <a:bodyPr/>
        <a:lstStyle/>
        <a:p>
          <a:r>
            <a:rPr lang="en-US"/>
            <a:t>Adjacency Matrix</a:t>
          </a:r>
        </a:p>
      </dgm:t>
    </dgm:pt>
    <dgm:pt modelId="{01474A00-6B6B-47E3-87A4-F026B237BAF3}" type="parTrans" cxnId="{1BD98BD9-6F32-49C5-B03D-96C9BCA20F2E}">
      <dgm:prSet/>
      <dgm:spPr/>
      <dgm:t>
        <a:bodyPr/>
        <a:lstStyle/>
        <a:p>
          <a:endParaRPr lang="en-US"/>
        </a:p>
      </dgm:t>
    </dgm:pt>
    <dgm:pt modelId="{F2F6DDFA-42B4-41BE-B62B-0BBAF437E31B}" type="sibTrans" cxnId="{1BD98BD9-6F32-49C5-B03D-96C9BCA20F2E}">
      <dgm:prSet/>
      <dgm:spPr/>
      <dgm:t>
        <a:bodyPr/>
        <a:lstStyle/>
        <a:p>
          <a:endParaRPr lang="en-US"/>
        </a:p>
      </dgm:t>
    </dgm:pt>
    <dgm:pt modelId="{2903AD44-4F9B-46AD-8E6B-1AADE4B23BB1}">
      <dgm:prSet/>
      <dgm:spPr/>
      <dgm:t>
        <a:bodyPr/>
        <a:lstStyle/>
        <a:p>
          <a:r>
            <a:rPr lang="en-US" dirty="0"/>
            <a:t>Good for dense graphs</a:t>
          </a:r>
        </a:p>
      </dgm:t>
    </dgm:pt>
    <dgm:pt modelId="{6C651004-8A6B-40C9-BDFC-0530450A8AD5}" type="parTrans" cxnId="{8AECAAF4-DBB5-425E-904B-C18BB698ED38}">
      <dgm:prSet/>
      <dgm:spPr/>
      <dgm:t>
        <a:bodyPr/>
        <a:lstStyle/>
        <a:p>
          <a:endParaRPr lang="en-US"/>
        </a:p>
      </dgm:t>
    </dgm:pt>
    <dgm:pt modelId="{FBB24D60-FFA9-4B4B-9CD6-E1A6A2CCF0A2}" type="sibTrans" cxnId="{8AECAAF4-DBB5-425E-904B-C18BB698ED38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71A022E7-AA2B-4E6E-A4C9-66BF1634A285}">
          <dgm:prSet/>
          <dgm:spPr/>
          <dgm:t>
            <a:bodyPr/>
            <a:lstStyle/>
            <a:p>
              <a:r>
                <a:rPr lang="en-US" dirty="0"/>
                <a:t>Space inefficient – </a:t>
              </a:r>
              <a14:m>
                <m:oMath xmlns:m="http://schemas.openxmlformats.org/officeDocument/2006/math">
                  <m:r>
                    <a:rPr lang="en-US" b="0" i="1" smtClean="0">
                      <a:latin typeface="Cambria Math" panose="02040503050406030204" pitchFamily="18" charset="0"/>
                    </a:rPr>
                    <m:t>𝑂</m:t>
                  </m:r>
                  <m:r>
                    <a:rPr lang="en-US" b="0" i="1" smtClean="0">
                      <a:latin typeface="Cambria Math" panose="02040503050406030204" pitchFamily="18" charset="0"/>
                    </a:rPr>
                    <m:t>(</m:t>
                  </m:r>
                  <m:sSup>
                    <m:sSupPr>
                      <m:ctrlPr>
                        <a:rPr lang="en-US" b="0" i="1" smtClean="0"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</m:e>
                    <m: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r>
                    <a:rPr lang="en-US" b="0" i="1" smtClean="0">
                      <a:latin typeface="Cambria Math" panose="02040503050406030204" pitchFamily="18" charset="0"/>
                    </a:rPr>
                    <m:t>)</m:t>
                  </m:r>
                </m:oMath>
              </a14:m>
              <a:endParaRPr lang="en-US" dirty="0"/>
            </a:p>
          </dgm:t>
        </dgm:pt>
      </mc:Choice>
      <mc:Fallback xmlns="">
        <dgm:pt modelId="{71A022E7-AA2B-4E6E-A4C9-66BF1634A285}">
          <dgm:prSet/>
          <dgm:spPr/>
          <dgm:t>
            <a:bodyPr/>
            <a:lstStyle/>
            <a:p>
              <a:r>
                <a:rPr lang="en-US" dirty="0"/>
                <a:t>Space inefficient – </a:t>
              </a:r>
              <a:r>
                <a:rPr lang="en-US" b="0" i="0">
                  <a:latin typeface="Cambria Math" panose="02040503050406030204" pitchFamily="18" charset="0"/>
                </a:rPr>
                <a:t>𝑂(𝑉^2)</a:t>
              </a:r>
              <a:endParaRPr lang="en-US" dirty="0"/>
            </a:p>
          </dgm:t>
        </dgm:pt>
      </mc:Fallback>
    </mc:AlternateContent>
    <dgm:pt modelId="{E8949610-1891-4C42-BAEB-DBCF2BCE9868}" type="parTrans" cxnId="{C7B8ABB1-AAD0-455D-B6B3-2B93FF8B3DF4}">
      <dgm:prSet/>
      <dgm:spPr/>
      <dgm:t>
        <a:bodyPr/>
        <a:lstStyle/>
        <a:p>
          <a:endParaRPr lang="en-US"/>
        </a:p>
      </dgm:t>
    </dgm:pt>
    <dgm:pt modelId="{A149A4A6-6FF0-4F6B-9087-FCE2E41EB2FB}" type="sibTrans" cxnId="{C7B8ABB1-AAD0-455D-B6B3-2B93FF8B3DF4}">
      <dgm:prSet/>
      <dgm:spPr/>
      <dgm:t>
        <a:bodyPr/>
        <a:lstStyle/>
        <a:p>
          <a:endParaRPr lang="en-US"/>
        </a:p>
      </dgm:t>
    </dgm:pt>
    <dgm:pt modelId="{AE3B8DED-1C99-4148-9EFB-4385324103E2}">
      <dgm:prSet/>
      <dgm:spPr/>
      <dgm:t>
        <a:bodyPr/>
        <a:lstStyle/>
        <a:p>
          <a:r>
            <a:rPr lang="en-US"/>
            <a:t>Adjacency List</a:t>
          </a:r>
        </a:p>
      </dgm:t>
    </dgm:pt>
    <dgm:pt modelId="{7473B9FF-CC0F-4501-8D2E-7A5A3F3B3545}" type="parTrans" cxnId="{CB68C4BF-B64C-448E-B8F4-7EC93DB79714}">
      <dgm:prSet/>
      <dgm:spPr/>
      <dgm:t>
        <a:bodyPr/>
        <a:lstStyle/>
        <a:p>
          <a:endParaRPr lang="en-US"/>
        </a:p>
      </dgm:t>
    </dgm:pt>
    <dgm:pt modelId="{E66B8B33-B89B-409D-9D38-F40E5846DEEA}" type="sibTrans" cxnId="{CB68C4BF-B64C-448E-B8F4-7EC93DB79714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3C66BE35-CB2D-4478-91AE-3B64E6372FF8}">
          <dgm:prSet/>
          <dgm:spPr/>
          <dgm:t>
            <a:bodyPr/>
            <a:lstStyle/>
            <a:p>
              <a:r>
                <a:rPr lang="en-US" dirty="0"/>
                <a:t>Space efficient – </a:t>
              </a:r>
              <a14:m>
                <m:oMath xmlns:m="http://schemas.openxmlformats.org/officeDocument/2006/math">
                  <m:r>
                    <a:rPr lang="en-US" i="1" dirty="0" smtClean="0">
                      <a:latin typeface="Cambria Math" panose="02040503050406030204" pitchFamily="18" charset="0"/>
                    </a:rPr>
                    <m:t>𝑂</m:t>
                  </m:r>
                  <m:r>
                    <a:rPr lang="en-US" i="1" dirty="0" smtClean="0">
                      <a:latin typeface="Cambria Math" panose="02040503050406030204" pitchFamily="18" charset="0"/>
                    </a:rPr>
                    <m:t>(</m:t>
                  </m:r>
                  <m:r>
                    <a:rPr lang="en-US" i="1" dirty="0" smtClean="0">
                      <a:latin typeface="Cambria Math" panose="02040503050406030204" pitchFamily="18" charset="0"/>
                    </a:rPr>
                    <m:t>𝑉</m:t>
                  </m:r>
                  <m:r>
                    <a:rPr lang="en-US" i="1" dirty="0" smtClean="0">
                      <a:latin typeface="Cambria Math" panose="02040503050406030204" pitchFamily="18" charset="0"/>
                    </a:rPr>
                    <m:t> + </m:t>
                  </m:r>
                  <m:r>
                    <a:rPr lang="en-US" i="1" dirty="0" smtClean="0">
                      <a:latin typeface="Cambria Math" panose="02040503050406030204" pitchFamily="18" charset="0"/>
                    </a:rPr>
                    <m:t>𝐸</m:t>
                  </m:r>
                  <m:r>
                    <a:rPr lang="en-US" i="1" dirty="0" smtClean="0">
                      <a:latin typeface="Cambria Math" panose="02040503050406030204" pitchFamily="18" charset="0"/>
                    </a:rPr>
                    <m:t>)</m:t>
                  </m:r>
                </m:oMath>
              </a14:m>
              <a:endParaRPr lang="en-US" dirty="0"/>
            </a:p>
          </dgm:t>
        </dgm:pt>
      </mc:Choice>
      <mc:Fallback xmlns="">
        <dgm:pt modelId="{3C66BE35-CB2D-4478-91AE-3B64E6372FF8}">
          <dgm:prSet/>
          <dgm:spPr/>
          <dgm:t>
            <a:bodyPr/>
            <a:lstStyle/>
            <a:p>
              <a:r>
                <a:rPr lang="en-US" dirty="0"/>
                <a:t>Space efficient – </a:t>
              </a:r>
              <a:r>
                <a:rPr lang="en-US" i="0" dirty="0">
                  <a:latin typeface="Cambria Math" panose="02040503050406030204" pitchFamily="18" charset="0"/>
                </a:rPr>
                <a:t>𝑂(𝑉 + 𝐸)</a:t>
              </a:r>
              <a:endParaRPr lang="en-US" dirty="0"/>
            </a:p>
          </dgm:t>
        </dgm:pt>
      </mc:Fallback>
    </mc:AlternateContent>
    <dgm:pt modelId="{F40E3A56-3B60-4101-A074-AF7338699999}" type="parTrans" cxnId="{F2FBBF9E-A2AA-494B-9D58-9224059B09E6}">
      <dgm:prSet/>
      <dgm:spPr/>
      <dgm:t>
        <a:bodyPr/>
        <a:lstStyle/>
        <a:p>
          <a:endParaRPr lang="en-US"/>
        </a:p>
      </dgm:t>
    </dgm:pt>
    <dgm:pt modelId="{E407C80F-AA4A-48C6-B110-BBAC9B76CD2B}" type="sibTrans" cxnId="{F2FBBF9E-A2AA-494B-9D58-9224059B09E6}">
      <dgm:prSet/>
      <dgm:spPr/>
      <dgm:t>
        <a:bodyPr/>
        <a:lstStyle/>
        <a:p>
          <a:endParaRPr lang="en-US"/>
        </a:p>
      </dgm:t>
    </dgm:pt>
    <dgm:pt modelId="{22F06906-86F1-4C5B-A7A3-9A2DCAE6DB0D}">
      <dgm:prSet/>
      <dgm:spPr/>
      <dgm:t>
        <a:bodyPr/>
        <a:lstStyle/>
        <a:p>
          <a:r>
            <a:rPr lang="en-US" dirty="0"/>
            <a:t>Checking neighbors is fast</a:t>
          </a:r>
        </a:p>
      </dgm:t>
    </dgm:pt>
    <dgm:pt modelId="{EA9695BC-1B07-41E7-9121-8F581BBFD5EE}" type="parTrans" cxnId="{ABD8069C-7626-4A5B-A619-934D8FA128D9}">
      <dgm:prSet/>
      <dgm:spPr/>
      <dgm:t>
        <a:bodyPr/>
        <a:lstStyle/>
        <a:p>
          <a:endParaRPr lang="en-US"/>
        </a:p>
      </dgm:t>
    </dgm:pt>
    <dgm:pt modelId="{330DCAC1-133B-472C-9250-2A3EE6FB4F93}" type="sibTrans" cxnId="{ABD8069C-7626-4A5B-A619-934D8FA128D9}">
      <dgm:prSet/>
      <dgm:spPr/>
      <dgm:t>
        <a:bodyPr/>
        <a:lstStyle/>
        <a:p>
          <a:endParaRPr lang="en-US"/>
        </a:p>
      </dgm:t>
    </dgm:pt>
    <dgm:pt modelId="{395F6B2F-323B-4521-8DE4-9C22C704F99C}">
      <dgm:prSet/>
      <dgm:spPr/>
      <dgm:t>
        <a:bodyPr/>
        <a:lstStyle/>
        <a:p>
          <a:r>
            <a:rPr lang="en-US" dirty="0"/>
            <a:t>Better for sparse graphs</a:t>
          </a:r>
        </a:p>
      </dgm:t>
    </dgm:pt>
    <dgm:pt modelId="{5867EBD2-2290-40D3-A64D-ED28CC108AA9}" type="parTrans" cxnId="{CDF35B0A-6824-4171-AC79-95408AC5C832}">
      <dgm:prSet/>
      <dgm:spPr/>
      <dgm:t>
        <a:bodyPr/>
        <a:lstStyle/>
        <a:p>
          <a:endParaRPr lang="en-US"/>
        </a:p>
      </dgm:t>
    </dgm:pt>
    <dgm:pt modelId="{9830842B-8EAE-4715-A867-1C9D69629F25}" type="sibTrans" cxnId="{CDF35B0A-6824-4171-AC79-95408AC5C832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364645DD-A0A4-4603-9FDB-80ACBD30ED13}">
          <dgm:prSet/>
          <dgm:spPr/>
          <dgm:t>
            <a:bodyPr/>
            <a:lstStyle/>
            <a:p>
              <a:r>
                <a:rPr lang="en-US" dirty="0"/>
                <a:t>Edge checks take </a:t>
              </a:r>
              <a14:m>
                <m:oMath xmlns:m="http://schemas.openxmlformats.org/officeDocument/2006/math">
                  <m:r>
                    <a:rPr lang="en-US" b="0" i="1" smtClean="0">
                      <a:latin typeface="Cambria Math" panose="02040503050406030204" pitchFamily="18" charset="0"/>
                    </a:rPr>
                    <m:t>𝑂</m:t>
                  </m:r>
                  <m:d>
                    <m:dPr>
                      <m:ctrlPr>
                        <a:rPr lang="en-US" b="0" i="1" smtClean="0"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e>
                  </m:d>
                </m:oMath>
              </a14:m>
              <a:r>
                <a:rPr lang="en-US" dirty="0"/>
                <a:t> time</a:t>
              </a:r>
            </a:p>
          </dgm:t>
        </dgm:pt>
      </mc:Choice>
      <mc:Fallback xmlns="">
        <dgm:pt modelId="{364645DD-A0A4-4603-9FDB-80ACBD30ED13}">
          <dgm:prSet/>
          <dgm:spPr/>
          <dgm:t>
            <a:bodyPr/>
            <a:lstStyle/>
            <a:p>
              <a:r>
                <a:rPr lang="en-US" dirty="0"/>
                <a:t>Edge checks take </a:t>
              </a:r>
              <a:r>
                <a:rPr lang="en-US" b="0" i="0">
                  <a:latin typeface="Cambria Math" panose="02040503050406030204" pitchFamily="18" charset="0"/>
                </a:rPr>
                <a:t>𝑂(1)</a:t>
              </a:r>
              <a:r>
                <a:rPr lang="en-US" dirty="0"/>
                <a:t> time</a:t>
              </a:r>
            </a:p>
          </dgm:t>
        </dgm:pt>
      </mc:Fallback>
    </mc:AlternateContent>
    <dgm:pt modelId="{58E4DA2E-7910-41FB-BDC6-06A9DFAEEBE2}" type="parTrans" cxnId="{91D6A137-4322-4ED9-A1C0-D5902862944C}">
      <dgm:prSet/>
      <dgm:spPr/>
      <dgm:t>
        <a:bodyPr/>
        <a:lstStyle/>
        <a:p>
          <a:endParaRPr lang="en-US"/>
        </a:p>
      </dgm:t>
    </dgm:pt>
    <dgm:pt modelId="{5A33F4B6-16B9-46A2-8AC5-3819F459E373}" type="sibTrans" cxnId="{91D6A137-4322-4ED9-A1C0-D5902862944C}">
      <dgm:prSet/>
      <dgm:spPr/>
      <dgm:t>
        <a:bodyPr/>
        <a:lstStyle/>
        <a:p>
          <a:endParaRPr lang="en-US"/>
        </a:p>
      </dgm:t>
    </dgm:pt>
    <dgm:pt modelId="{A3C14C19-2499-4A77-9A0E-148C1BAAF5FC}" type="pres">
      <dgm:prSet presAssocID="{E6A05264-0001-4666-975C-C220328397CA}" presName="Name0" presStyleCnt="0">
        <dgm:presLayoutVars>
          <dgm:dir/>
          <dgm:animLvl val="lvl"/>
          <dgm:resizeHandles val="exact"/>
        </dgm:presLayoutVars>
      </dgm:prSet>
      <dgm:spPr/>
    </dgm:pt>
    <dgm:pt modelId="{36C7B327-AFB7-46B4-8681-4C07ED4CC33C}" type="pres">
      <dgm:prSet presAssocID="{0D437028-6753-4C9F-AA95-5F591CE74953}" presName="linNode" presStyleCnt="0"/>
      <dgm:spPr/>
    </dgm:pt>
    <dgm:pt modelId="{669E390F-148B-41F4-A67A-8DACE33E496A}" type="pres">
      <dgm:prSet presAssocID="{0D437028-6753-4C9F-AA95-5F591CE74953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C9380DF9-4F8E-46FD-B71F-B199B02D42EE}" type="pres">
      <dgm:prSet presAssocID="{0D437028-6753-4C9F-AA95-5F591CE74953}" presName="descendantText" presStyleLbl="alignAccFollowNode1" presStyleIdx="0" presStyleCnt="2">
        <dgm:presLayoutVars>
          <dgm:bulletEnabled val="1"/>
        </dgm:presLayoutVars>
      </dgm:prSet>
      <dgm:spPr/>
    </dgm:pt>
    <dgm:pt modelId="{CCC72A0B-C231-4D7F-A283-0AD9FA749AE2}" type="pres">
      <dgm:prSet presAssocID="{F2F6DDFA-42B4-41BE-B62B-0BBAF437E31B}" presName="sp" presStyleCnt="0"/>
      <dgm:spPr/>
    </dgm:pt>
    <dgm:pt modelId="{CABD6FA4-8FD2-4F0C-9AF9-A3EE5813D3FE}" type="pres">
      <dgm:prSet presAssocID="{AE3B8DED-1C99-4148-9EFB-4385324103E2}" presName="linNode" presStyleCnt="0"/>
      <dgm:spPr/>
    </dgm:pt>
    <dgm:pt modelId="{A2DD8DA4-4F0C-4BD8-B168-5F02E698F5D0}" type="pres">
      <dgm:prSet presAssocID="{AE3B8DED-1C99-4148-9EFB-4385324103E2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86494588-B593-4E9E-A0AD-54CC6F86A746}" type="pres">
      <dgm:prSet presAssocID="{AE3B8DED-1C99-4148-9EFB-4385324103E2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CDF35B0A-6824-4171-AC79-95408AC5C832}" srcId="{AE3B8DED-1C99-4148-9EFB-4385324103E2}" destId="{395F6B2F-323B-4521-8DE4-9C22C704F99C}" srcOrd="2" destOrd="0" parTransId="{5867EBD2-2290-40D3-A64D-ED28CC108AA9}" sibTransId="{9830842B-8EAE-4715-A867-1C9D69629F25}"/>
    <dgm:cxn modelId="{91D6A137-4322-4ED9-A1C0-D5902862944C}" srcId="{0D437028-6753-4C9F-AA95-5F591CE74953}" destId="{364645DD-A0A4-4603-9FDB-80ACBD30ED13}" srcOrd="1" destOrd="0" parTransId="{58E4DA2E-7910-41FB-BDC6-06A9DFAEEBE2}" sibTransId="{5A33F4B6-16B9-46A2-8AC5-3819F459E373}"/>
    <dgm:cxn modelId="{28BF4066-9D2F-4C5C-938C-7EEA66EC9FD1}" type="presOf" srcId="{3C66BE35-CB2D-4478-91AE-3B64E6372FF8}" destId="{86494588-B593-4E9E-A0AD-54CC6F86A746}" srcOrd="0" destOrd="0" presId="urn:microsoft.com/office/officeart/2005/8/layout/vList5"/>
    <dgm:cxn modelId="{6E3DC34B-5AA6-4976-9A01-5E3D258CA536}" type="presOf" srcId="{AE3B8DED-1C99-4148-9EFB-4385324103E2}" destId="{A2DD8DA4-4F0C-4BD8-B168-5F02E698F5D0}" srcOrd="0" destOrd="0" presId="urn:microsoft.com/office/officeart/2005/8/layout/vList5"/>
    <dgm:cxn modelId="{F66A1D78-3C15-49FA-BB3E-1E7E9DBD214F}" type="presOf" srcId="{22F06906-86F1-4C5B-A7A3-9A2DCAE6DB0D}" destId="{86494588-B593-4E9E-A0AD-54CC6F86A746}" srcOrd="0" destOrd="1" presId="urn:microsoft.com/office/officeart/2005/8/layout/vList5"/>
    <dgm:cxn modelId="{5773167B-85C6-4832-90B6-F4F72FBA5CA5}" type="presOf" srcId="{E6A05264-0001-4666-975C-C220328397CA}" destId="{A3C14C19-2499-4A77-9A0E-148C1BAAF5FC}" srcOrd="0" destOrd="0" presId="urn:microsoft.com/office/officeart/2005/8/layout/vList5"/>
    <dgm:cxn modelId="{F8A74181-90E4-4AE5-90EA-7C30151EFBCD}" type="presOf" srcId="{395F6B2F-323B-4521-8DE4-9C22C704F99C}" destId="{86494588-B593-4E9E-A0AD-54CC6F86A746}" srcOrd="0" destOrd="2" presId="urn:microsoft.com/office/officeart/2005/8/layout/vList5"/>
    <dgm:cxn modelId="{ABD8069C-7626-4A5B-A619-934D8FA128D9}" srcId="{AE3B8DED-1C99-4148-9EFB-4385324103E2}" destId="{22F06906-86F1-4C5B-A7A3-9A2DCAE6DB0D}" srcOrd="1" destOrd="0" parTransId="{EA9695BC-1B07-41E7-9121-8F581BBFD5EE}" sibTransId="{330DCAC1-133B-472C-9250-2A3EE6FB4F93}"/>
    <dgm:cxn modelId="{F2FBBF9E-A2AA-494B-9D58-9224059B09E6}" srcId="{AE3B8DED-1C99-4148-9EFB-4385324103E2}" destId="{3C66BE35-CB2D-4478-91AE-3B64E6372FF8}" srcOrd="0" destOrd="0" parTransId="{F40E3A56-3B60-4101-A074-AF7338699999}" sibTransId="{E407C80F-AA4A-48C6-B110-BBAC9B76CD2B}"/>
    <dgm:cxn modelId="{CFC2B0A4-0693-4B7B-BEC5-DBC58732D93B}" type="presOf" srcId="{0D437028-6753-4C9F-AA95-5F591CE74953}" destId="{669E390F-148B-41F4-A67A-8DACE33E496A}" srcOrd="0" destOrd="0" presId="urn:microsoft.com/office/officeart/2005/8/layout/vList5"/>
    <dgm:cxn modelId="{E9DBC7A6-323E-484A-A018-17C8E1D55480}" type="presOf" srcId="{71A022E7-AA2B-4E6E-A4C9-66BF1634A285}" destId="{C9380DF9-4F8E-46FD-B71F-B199B02D42EE}" srcOrd="0" destOrd="2" presId="urn:microsoft.com/office/officeart/2005/8/layout/vList5"/>
    <dgm:cxn modelId="{744AF8AA-7CD0-4F52-A721-90E8A02F5766}" type="presOf" srcId="{364645DD-A0A4-4603-9FDB-80ACBD30ED13}" destId="{C9380DF9-4F8E-46FD-B71F-B199B02D42EE}" srcOrd="0" destOrd="1" presId="urn:microsoft.com/office/officeart/2005/8/layout/vList5"/>
    <dgm:cxn modelId="{C7B8ABB1-AAD0-455D-B6B3-2B93FF8B3DF4}" srcId="{0D437028-6753-4C9F-AA95-5F591CE74953}" destId="{71A022E7-AA2B-4E6E-A4C9-66BF1634A285}" srcOrd="2" destOrd="0" parTransId="{E8949610-1891-4C42-BAEB-DBCF2BCE9868}" sibTransId="{A149A4A6-6FF0-4F6B-9087-FCE2E41EB2FB}"/>
    <dgm:cxn modelId="{525433B7-9D58-4CB3-92B2-ACB2FBB83ECE}" type="presOf" srcId="{2903AD44-4F9B-46AD-8E6B-1AADE4B23BB1}" destId="{C9380DF9-4F8E-46FD-B71F-B199B02D42EE}" srcOrd="0" destOrd="0" presId="urn:microsoft.com/office/officeart/2005/8/layout/vList5"/>
    <dgm:cxn modelId="{CB68C4BF-B64C-448E-B8F4-7EC93DB79714}" srcId="{E6A05264-0001-4666-975C-C220328397CA}" destId="{AE3B8DED-1C99-4148-9EFB-4385324103E2}" srcOrd="1" destOrd="0" parTransId="{7473B9FF-CC0F-4501-8D2E-7A5A3F3B3545}" sibTransId="{E66B8B33-B89B-409D-9D38-F40E5846DEEA}"/>
    <dgm:cxn modelId="{1BD98BD9-6F32-49C5-B03D-96C9BCA20F2E}" srcId="{E6A05264-0001-4666-975C-C220328397CA}" destId="{0D437028-6753-4C9F-AA95-5F591CE74953}" srcOrd="0" destOrd="0" parTransId="{01474A00-6B6B-47E3-87A4-F026B237BAF3}" sibTransId="{F2F6DDFA-42B4-41BE-B62B-0BBAF437E31B}"/>
    <dgm:cxn modelId="{8AECAAF4-DBB5-425E-904B-C18BB698ED38}" srcId="{0D437028-6753-4C9F-AA95-5F591CE74953}" destId="{2903AD44-4F9B-46AD-8E6B-1AADE4B23BB1}" srcOrd="0" destOrd="0" parTransId="{6C651004-8A6B-40C9-BDFC-0530450A8AD5}" sibTransId="{FBB24D60-FFA9-4B4B-9CD6-E1A6A2CCF0A2}"/>
    <dgm:cxn modelId="{70C7D2C1-84D3-44DF-B1A3-6282B41F365E}" type="presParOf" srcId="{A3C14C19-2499-4A77-9A0E-148C1BAAF5FC}" destId="{36C7B327-AFB7-46B4-8681-4C07ED4CC33C}" srcOrd="0" destOrd="0" presId="urn:microsoft.com/office/officeart/2005/8/layout/vList5"/>
    <dgm:cxn modelId="{DB3FE78D-CBC3-4E58-BC34-5CD532925449}" type="presParOf" srcId="{36C7B327-AFB7-46B4-8681-4C07ED4CC33C}" destId="{669E390F-148B-41F4-A67A-8DACE33E496A}" srcOrd="0" destOrd="0" presId="urn:microsoft.com/office/officeart/2005/8/layout/vList5"/>
    <dgm:cxn modelId="{A65FBE75-8C7C-48A8-9CDC-6223C3C8AAFC}" type="presParOf" srcId="{36C7B327-AFB7-46B4-8681-4C07ED4CC33C}" destId="{C9380DF9-4F8E-46FD-B71F-B199B02D42EE}" srcOrd="1" destOrd="0" presId="urn:microsoft.com/office/officeart/2005/8/layout/vList5"/>
    <dgm:cxn modelId="{3B038895-FF07-4C80-B531-F06FBF980330}" type="presParOf" srcId="{A3C14C19-2499-4A77-9A0E-148C1BAAF5FC}" destId="{CCC72A0B-C231-4D7F-A283-0AD9FA749AE2}" srcOrd="1" destOrd="0" presId="urn:microsoft.com/office/officeart/2005/8/layout/vList5"/>
    <dgm:cxn modelId="{30E819A1-3984-4E56-98F6-24E98B7E092B}" type="presParOf" srcId="{A3C14C19-2499-4A77-9A0E-148C1BAAF5FC}" destId="{CABD6FA4-8FD2-4F0C-9AF9-A3EE5813D3FE}" srcOrd="2" destOrd="0" presId="urn:microsoft.com/office/officeart/2005/8/layout/vList5"/>
    <dgm:cxn modelId="{FDF0202F-4B12-4838-9DED-6E6ABA7F8F37}" type="presParOf" srcId="{CABD6FA4-8FD2-4F0C-9AF9-A3EE5813D3FE}" destId="{A2DD8DA4-4F0C-4BD8-B168-5F02E698F5D0}" srcOrd="0" destOrd="0" presId="urn:microsoft.com/office/officeart/2005/8/layout/vList5"/>
    <dgm:cxn modelId="{741279B4-13DA-4757-89EC-83C6BCE2D747}" type="presParOf" srcId="{CABD6FA4-8FD2-4F0C-9AF9-A3EE5813D3FE}" destId="{86494588-B593-4E9E-A0AD-54CC6F86A74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6A05264-0001-4666-975C-C220328397CA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D437028-6753-4C9F-AA95-5F591CE74953}">
      <dgm:prSet/>
      <dgm:spPr/>
      <dgm:t>
        <a:bodyPr/>
        <a:lstStyle/>
        <a:p>
          <a:r>
            <a:rPr lang="en-US"/>
            <a:t>Adjacency Matrix</a:t>
          </a:r>
        </a:p>
      </dgm:t>
    </dgm:pt>
    <dgm:pt modelId="{01474A00-6B6B-47E3-87A4-F026B237BAF3}" type="parTrans" cxnId="{1BD98BD9-6F32-49C5-B03D-96C9BCA20F2E}">
      <dgm:prSet/>
      <dgm:spPr/>
      <dgm:t>
        <a:bodyPr/>
        <a:lstStyle/>
        <a:p>
          <a:endParaRPr lang="en-US"/>
        </a:p>
      </dgm:t>
    </dgm:pt>
    <dgm:pt modelId="{F2F6DDFA-42B4-41BE-B62B-0BBAF437E31B}" type="sibTrans" cxnId="{1BD98BD9-6F32-49C5-B03D-96C9BCA20F2E}">
      <dgm:prSet/>
      <dgm:spPr/>
      <dgm:t>
        <a:bodyPr/>
        <a:lstStyle/>
        <a:p>
          <a:endParaRPr lang="en-US"/>
        </a:p>
      </dgm:t>
    </dgm:pt>
    <dgm:pt modelId="{2903AD44-4F9B-46AD-8E6B-1AADE4B23BB1}">
      <dgm:prSet/>
      <dgm:spPr>
        <a:blipFill>
          <a:blip xmlns:r="http://schemas.openxmlformats.org/officeDocument/2006/relationships" r:embed="rId1"/>
          <a:stretch>
            <a:fillRect l="-1807" t="-709" b="-4965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6C651004-8A6B-40C9-BDFC-0530450A8AD5}" type="parTrans" cxnId="{8AECAAF4-DBB5-425E-904B-C18BB698ED38}">
      <dgm:prSet/>
      <dgm:spPr/>
      <dgm:t>
        <a:bodyPr/>
        <a:lstStyle/>
        <a:p>
          <a:endParaRPr lang="en-US"/>
        </a:p>
      </dgm:t>
    </dgm:pt>
    <dgm:pt modelId="{FBB24D60-FFA9-4B4B-9CD6-E1A6A2CCF0A2}" type="sibTrans" cxnId="{8AECAAF4-DBB5-425E-904B-C18BB698ED38}">
      <dgm:prSet/>
      <dgm:spPr/>
      <dgm:t>
        <a:bodyPr/>
        <a:lstStyle/>
        <a:p>
          <a:endParaRPr lang="en-US"/>
        </a:p>
      </dgm:t>
    </dgm:pt>
    <dgm:pt modelId="{71A022E7-AA2B-4E6E-A4C9-66BF1634A285}">
      <dgm:prSet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E8949610-1891-4C42-BAEB-DBCF2BCE9868}" type="parTrans" cxnId="{C7B8ABB1-AAD0-455D-B6B3-2B93FF8B3DF4}">
      <dgm:prSet/>
      <dgm:spPr/>
      <dgm:t>
        <a:bodyPr/>
        <a:lstStyle/>
        <a:p>
          <a:endParaRPr lang="en-US"/>
        </a:p>
      </dgm:t>
    </dgm:pt>
    <dgm:pt modelId="{A149A4A6-6FF0-4F6B-9087-FCE2E41EB2FB}" type="sibTrans" cxnId="{C7B8ABB1-AAD0-455D-B6B3-2B93FF8B3DF4}">
      <dgm:prSet/>
      <dgm:spPr/>
      <dgm:t>
        <a:bodyPr/>
        <a:lstStyle/>
        <a:p>
          <a:endParaRPr lang="en-US"/>
        </a:p>
      </dgm:t>
    </dgm:pt>
    <dgm:pt modelId="{AE3B8DED-1C99-4148-9EFB-4385324103E2}">
      <dgm:prSet/>
      <dgm:spPr/>
      <dgm:t>
        <a:bodyPr/>
        <a:lstStyle/>
        <a:p>
          <a:r>
            <a:rPr lang="en-US"/>
            <a:t>Adjacency List</a:t>
          </a:r>
        </a:p>
      </dgm:t>
    </dgm:pt>
    <dgm:pt modelId="{7473B9FF-CC0F-4501-8D2E-7A5A3F3B3545}" type="parTrans" cxnId="{CB68C4BF-B64C-448E-B8F4-7EC93DB79714}">
      <dgm:prSet/>
      <dgm:spPr/>
      <dgm:t>
        <a:bodyPr/>
        <a:lstStyle/>
        <a:p>
          <a:endParaRPr lang="en-US"/>
        </a:p>
      </dgm:t>
    </dgm:pt>
    <dgm:pt modelId="{E66B8B33-B89B-409D-9D38-F40E5846DEEA}" type="sibTrans" cxnId="{CB68C4BF-B64C-448E-B8F4-7EC93DB79714}">
      <dgm:prSet/>
      <dgm:spPr/>
      <dgm:t>
        <a:bodyPr/>
        <a:lstStyle/>
        <a:p>
          <a:endParaRPr lang="en-US"/>
        </a:p>
      </dgm:t>
    </dgm:pt>
    <dgm:pt modelId="{3C66BE35-CB2D-4478-91AE-3B64E6372FF8}">
      <dgm:prSet/>
      <dgm:spPr>
        <a:blipFill>
          <a:blip xmlns:r="http://schemas.openxmlformats.org/officeDocument/2006/relationships" r:embed="rId2"/>
          <a:stretch>
            <a:fillRect l="-1807" t="-712" b="-4626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F40E3A56-3B60-4101-A074-AF7338699999}" type="parTrans" cxnId="{F2FBBF9E-A2AA-494B-9D58-9224059B09E6}">
      <dgm:prSet/>
      <dgm:spPr/>
      <dgm:t>
        <a:bodyPr/>
        <a:lstStyle/>
        <a:p>
          <a:endParaRPr lang="en-US"/>
        </a:p>
      </dgm:t>
    </dgm:pt>
    <dgm:pt modelId="{E407C80F-AA4A-48C6-B110-BBAC9B76CD2B}" type="sibTrans" cxnId="{F2FBBF9E-A2AA-494B-9D58-9224059B09E6}">
      <dgm:prSet/>
      <dgm:spPr/>
      <dgm:t>
        <a:bodyPr/>
        <a:lstStyle/>
        <a:p>
          <a:endParaRPr lang="en-US"/>
        </a:p>
      </dgm:t>
    </dgm:pt>
    <dgm:pt modelId="{22F06906-86F1-4C5B-A7A3-9A2DCAE6DB0D}">
      <dgm:prSet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EA9695BC-1B07-41E7-9121-8F581BBFD5EE}" type="parTrans" cxnId="{ABD8069C-7626-4A5B-A619-934D8FA128D9}">
      <dgm:prSet/>
      <dgm:spPr/>
      <dgm:t>
        <a:bodyPr/>
        <a:lstStyle/>
        <a:p>
          <a:endParaRPr lang="en-US"/>
        </a:p>
      </dgm:t>
    </dgm:pt>
    <dgm:pt modelId="{330DCAC1-133B-472C-9250-2A3EE6FB4F93}" type="sibTrans" cxnId="{ABD8069C-7626-4A5B-A619-934D8FA128D9}">
      <dgm:prSet/>
      <dgm:spPr/>
      <dgm:t>
        <a:bodyPr/>
        <a:lstStyle/>
        <a:p>
          <a:endParaRPr lang="en-US"/>
        </a:p>
      </dgm:t>
    </dgm:pt>
    <dgm:pt modelId="{395F6B2F-323B-4521-8DE4-9C22C704F99C}">
      <dgm:prSet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5867EBD2-2290-40D3-A64D-ED28CC108AA9}" type="parTrans" cxnId="{CDF35B0A-6824-4171-AC79-95408AC5C832}">
      <dgm:prSet/>
      <dgm:spPr/>
      <dgm:t>
        <a:bodyPr/>
        <a:lstStyle/>
        <a:p>
          <a:endParaRPr lang="en-US"/>
        </a:p>
      </dgm:t>
    </dgm:pt>
    <dgm:pt modelId="{9830842B-8EAE-4715-A867-1C9D69629F25}" type="sibTrans" cxnId="{CDF35B0A-6824-4171-AC79-95408AC5C832}">
      <dgm:prSet/>
      <dgm:spPr/>
      <dgm:t>
        <a:bodyPr/>
        <a:lstStyle/>
        <a:p>
          <a:endParaRPr lang="en-US"/>
        </a:p>
      </dgm:t>
    </dgm:pt>
    <dgm:pt modelId="{364645DD-A0A4-4603-9FDB-80ACBD30ED13}">
      <dgm:prSet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58E4DA2E-7910-41FB-BDC6-06A9DFAEEBE2}" type="parTrans" cxnId="{91D6A137-4322-4ED9-A1C0-D5902862944C}">
      <dgm:prSet/>
      <dgm:spPr/>
      <dgm:t>
        <a:bodyPr/>
        <a:lstStyle/>
        <a:p>
          <a:endParaRPr lang="en-US"/>
        </a:p>
      </dgm:t>
    </dgm:pt>
    <dgm:pt modelId="{5A33F4B6-16B9-46A2-8AC5-3819F459E373}" type="sibTrans" cxnId="{91D6A137-4322-4ED9-A1C0-D5902862944C}">
      <dgm:prSet/>
      <dgm:spPr/>
      <dgm:t>
        <a:bodyPr/>
        <a:lstStyle/>
        <a:p>
          <a:endParaRPr lang="en-US"/>
        </a:p>
      </dgm:t>
    </dgm:pt>
    <dgm:pt modelId="{A3C14C19-2499-4A77-9A0E-148C1BAAF5FC}" type="pres">
      <dgm:prSet presAssocID="{E6A05264-0001-4666-975C-C220328397CA}" presName="Name0" presStyleCnt="0">
        <dgm:presLayoutVars>
          <dgm:dir/>
          <dgm:animLvl val="lvl"/>
          <dgm:resizeHandles val="exact"/>
        </dgm:presLayoutVars>
      </dgm:prSet>
      <dgm:spPr/>
    </dgm:pt>
    <dgm:pt modelId="{36C7B327-AFB7-46B4-8681-4C07ED4CC33C}" type="pres">
      <dgm:prSet presAssocID="{0D437028-6753-4C9F-AA95-5F591CE74953}" presName="linNode" presStyleCnt="0"/>
      <dgm:spPr/>
    </dgm:pt>
    <dgm:pt modelId="{669E390F-148B-41F4-A67A-8DACE33E496A}" type="pres">
      <dgm:prSet presAssocID="{0D437028-6753-4C9F-AA95-5F591CE74953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C9380DF9-4F8E-46FD-B71F-B199B02D42EE}" type="pres">
      <dgm:prSet presAssocID="{0D437028-6753-4C9F-AA95-5F591CE74953}" presName="descendantText" presStyleLbl="alignAccFollowNode1" presStyleIdx="0" presStyleCnt="2">
        <dgm:presLayoutVars>
          <dgm:bulletEnabled val="1"/>
        </dgm:presLayoutVars>
      </dgm:prSet>
      <dgm:spPr/>
    </dgm:pt>
    <dgm:pt modelId="{CCC72A0B-C231-4D7F-A283-0AD9FA749AE2}" type="pres">
      <dgm:prSet presAssocID="{F2F6DDFA-42B4-41BE-B62B-0BBAF437E31B}" presName="sp" presStyleCnt="0"/>
      <dgm:spPr/>
    </dgm:pt>
    <dgm:pt modelId="{CABD6FA4-8FD2-4F0C-9AF9-A3EE5813D3FE}" type="pres">
      <dgm:prSet presAssocID="{AE3B8DED-1C99-4148-9EFB-4385324103E2}" presName="linNode" presStyleCnt="0"/>
      <dgm:spPr/>
    </dgm:pt>
    <dgm:pt modelId="{A2DD8DA4-4F0C-4BD8-B168-5F02E698F5D0}" type="pres">
      <dgm:prSet presAssocID="{AE3B8DED-1C99-4148-9EFB-4385324103E2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86494588-B593-4E9E-A0AD-54CC6F86A746}" type="pres">
      <dgm:prSet presAssocID="{AE3B8DED-1C99-4148-9EFB-4385324103E2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CDF35B0A-6824-4171-AC79-95408AC5C832}" srcId="{AE3B8DED-1C99-4148-9EFB-4385324103E2}" destId="{395F6B2F-323B-4521-8DE4-9C22C704F99C}" srcOrd="2" destOrd="0" parTransId="{5867EBD2-2290-40D3-A64D-ED28CC108AA9}" sibTransId="{9830842B-8EAE-4715-A867-1C9D69629F25}"/>
    <dgm:cxn modelId="{91D6A137-4322-4ED9-A1C0-D5902862944C}" srcId="{0D437028-6753-4C9F-AA95-5F591CE74953}" destId="{364645DD-A0A4-4603-9FDB-80ACBD30ED13}" srcOrd="1" destOrd="0" parTransId="{58E4DA2E-7910-41FB-BDC6-06A9DFAEEBE2}" sibTransId="{5A33F4B6-16B9-46A2-8AC5-3819F459E373}"/>
    <dgm:cxn modelId="{28BF4066-9D2F-4C5C-938C-7EEA66EC9FD1}" type="presOf" srcId="{3C66BE35-CB2D-4478-91AE-3B64E6372FF8}" destId="{86494588-B593-4E9E-A0AD-54CC6F86A746}" srcOrd="0" destOrd="0" presId="urn:microsoft.com/office/officeart/2005/8/layout/vList5"/>
    <dgm:cxn modelId="{6E3DC34B-5AA6-4976-9A01-5E3D258CA536}" type="presOf" srcId="{AE3B8DED-1C99-4148-9EFB-4385324103E2}" destId="{A2DD8DA4-4F0C-4BD8-B168-5F02E698F5D0}" srcOrd="0" destOrd="0" presId="urn:microsoft.com/office/officeart/2005/8/layout/vList5"/>
    <dgm:cxn modelId="{F66A1D78-3C15-49FA-BB3E-1E7E9DBD214F}" type="presOf" srcId="{22F06906-86F1-4C5B-A7A3-9A2DCAE6DB0D}" destId="{86494588-B593-4E9E-A0AD-54CC6F86A746}" srcOrd="0" destOrd="1" presId="urn:microsoft.com/office/officeart/2005/8/layout/vList5"/>
    <dgm:cxn modelId="{5773167B-85C6-4832-90B6-F4F72FBA5CA5}" type="presOf" srcId="{E6A05264-0001-4666-975C-C220328397CA}" destId="{A3C14C19-2499-4A77-9A0E-148C1BAAF5FC}" srcOrd="0" destOrd="0" presId="urn:microsoft.com/office/officeart/2005/8/layout/vList5"/>
    <dgm:cxn modelId="{F8A74181-90E4-4AE5-90EA-7C30151EFBCD}" type="presOf" srcId="{395F6B2F-323B-4521-8DE4-9C22C704F99C}" destId="{86494588-B593-4E9E-A0AD-54CC6F86A746}" srcOrd="0" destOrd="2" presId="urn:microsoft.com/office/officeart/2005/8/layout/vList5"/>
    <dgm:cxn modelId="{ABD8069C-7626-4A5B-A619-934D8FA128D9}" srcId="{AE3B8DED-1C99-4148-9EFB-4385324103E2}" destId="{22F06906-86F1-4C5B-A7A3-9A2DCAE6DB0D}" srcOrd="1" destOrd="0" parTransId="{EA9695BC-1B07-41E7-9121-8F581BBFD5EE}" sibTransId="{330DCAC1-133B-472C-9250-2A3EE6FB4F93}"/>
    <dgm:cxn modelId="{F2FBBF9E-A2AA-494B-9D58-9224059B09E6}" srcId="{AE3B8DED-1C99-4148-9EFB-4385324103E2}" destId="{3C66BE35-CB2D-4478-91AE-3B64E6372FF8}" srcOrd="0" destOrd="0" parTransId="{F40E3A56-3B60-4101-A074-AF7338699999}" sibTransId="{E407C80F-AA4A-48C6-B110-BBAC9B76CD2B}"/>
    <dgm:cxn modelId="{CFC2B0A4-0693-4B7B-BEC5-DBC58732D93B}" type="presOf" srcId="{0D437028-6753-4C9F-AA95-5F591CE74953}" destId="{669E390F-148B-41F4-A67A-8DACE33E496A}" srcOrd="0" destOrd="0" presId="urn:microsoft.com/office/officeart/2005/8/layout/vList5"/>
    <dgm:cxn modelId="{E9DBC7A6-323E-484A-A018-17C8E1D55480}" type="presOf" srcId="{71A022E7-AA2B-4E6E-A4C9-66BF1634A285}" destId="{C9380DF9-4F8E-46FD-B71F-B199B02D42EE}" srcOrd="0" destOrd="2" presId="urn:microsoft.com/office/officeart/2005/8/layout/vList5"/>
    <dgm:cxn modelId="{744AF8AA-7CD0-4F52-A721-90E8A02F5766}" type="presOf" srcId="{364645DD-A0A4-4603-9FDB-80ACBD30ED13}" destId="{C9380DF9-4F8E-46FD-B71F-B199B02D42EE}" srcOrd="0" destOrd="1" presId="urn:microsoft.com/office/officeart/2005/8/layout/vList5"/>
    <dgm:cxn modelId="{C7B8ABB1-AAD0-455D-B6B3-2B93FF8B3DF4}" srcId="{0D437028-6753-4C9F-AA95-5F591CE74953}" destId="{71A022E7-AA2B-4E6E-A4C9-66BF1634A285}" srcOrd="2" destOrd="0" parTransId="{E8949610-1891-4C42-BAEB-DBCF2BCE9868}" sibTransId="{A149A4A6-6FF0-4F6B-9087-FCE2E41EB2FB}"/>
    <dgm:cxn modelId="{525433B7-9D58-4CB3-92B2-ACB2FBB83ECE}" type="presOf" srcId="{2903AD44-4F9B-46AD-8E6B-1AADE4B23BB1}" destId="{C9380DF9-4F8E-46FD-B71F-B199B02D42EE}" srcOrd="0" destOrd="0" presId="urn:microsoft.com/office/officeart/2005/8/layout/vList5"/>
    <dgm:cxn modelId="{CB68C4BF-B64C-448E-B8F4-7EC93DB79714}" srcId="{E6A05264-0001-4666-975C-C220328397CA}" destId="{AE3B8DED-1C99-4148-9EFB-4385324103E2}" srcOrd="1" destOrd="0" parTransId="{7473B9FF-CC0F-4501-8D2E-7A5A3F3B3545}" sibTransId="{E66B8B33-B89B-409D-9D38-F40E5846DEEA}"/>
    <dgm:cxn modelId="{1BD98BD9-6F32-49C5-B03D-96C9BCA20F2E}" srcId="{E6A05264-0001-4666-975C-C220328397CA}" destId="{0D437028-6753-4C9F-AA95-5F591CE74953}" srcOrd="0" destOrd="0" parTransId="{01474A00-6B6B-47E3-87A4-F026B237BAF3}" sibTransId="{F2F6DDFA-42B4-41BE-B62B-0BBAF437E31B}"/>
    <dgm:cxn modelId="{8AECAAF4-DBB5-425E-904B-C18BB698ED38}" srcId="{0D437028-6753-4C9F-AA95-5F591CE74953}" destId="{2903AD44-4F9B-46AD-8E6B-1AADE4B23BB1}" srcOrd="0" destOrd="0" parTransId="{6C651004-8A6B-40C9-BDFC-0530450A8AD5}" sibTransId="{FBB24D60-FFA9-4B4B-9CD6-E1A6A2CCF0A2}"/>
    <dgm:cxn modelId="{70C7D2C1-84D3-44DF-B1A3-6282B41F365E}" type="presParOf" srcId="{A3C14C19-2499-4A77-9A0E-148C1BAAF5FC}" destId="{36C7B327-AFB7-46B4-8681-4C07ED4CC33C}" srcOrd="0" destOrd="0" presId="urn:microsoft.com/office/officeart/2005/8/layout/vList5"/>
    <dgm:cxn modelId="{DB3FE78D-CBC3-4E58-BC34-5CD532925449}" type="presParOf" srcId="{36C7B327-AFB7-46B4-8681-4C07ED4CC33C}" destId="{669E390F-148B-41F4-A67A-8DACE33E496A}" srcOrd="0" destOrd="0" presId="urn:microsoft.com/office/officeart/2005/8/layout/vList5"/>
    <dgm:cxn modelId="{A65FBE75-8C7C-48A8-9CDC-6223C3C8AAFC}" type="presParOf" srcId="{36C7B327-AFB7-46B4-8681-4C07ED4CC33C}" destId="{C9380DF9-4F8E-46FD-B71F-B199B02D42EE}" srcOrd="1" destOrd="0" presId="urn:microsoft.com/office/officeart/2005/8/layout/vList5"/>
    <dgm:cxn modelId="{3B038895-FF07-4C80-B531-F06FBF980330}" type="presParOf" srcId="{A3C14C19-2499-4A77-9A0E-148C1BAAF5FC}" destId="{CCC72A0B-C231-4D7F-A283-0AD9FA749AE2}" srcOrd="1" destOrd="0" presId="urn:microsoft.com/office/officeart/2005/8/layout/vList5"/>
    <dgm:cxn modelId="{30E819A1-3984-4E56-98F6-24E98B7E092B}" type="presParOf" srcId="{A3C14C19-2499-4A77-9A0E-148C1BAAF5FC}" destId="{CABD6FA4-8FD2-4F0C-9AF9-A3EE5813D3FE}" srcOrd="2" destOrd="0" presId="urn:microsoft.com/office/officeart/2005/8/layout/vList5"/>
    <dgm:cxn modelId="{FDF0202F-4B12-4838-9DED-6E6ABA7F8F37}" type="presParOf" srcId="{CABD6FA4-8FD2-4F0C-9AF9-A3EE5813D3FE}" destId="{A2DD8DA4-4F0C-4BD8-B168-5F02E698F5D0}" srcOrd="0" destOrd="0" presId="urn:microsoft.com/office/officeart/2005/8/layout/vList5"/>
    <dgm:cxn modelId="{741279B4-13DA-4757-89EC-83C6BCE2D747}" type="presParOf" srcId="{CABD6FA4-8FD2-4F0C-9AF9-A3EE5813D3FE}" destId="{86494588-B593-4E9E-A0AD-54CC6F86A74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0BE9E04-5C25-4451-928D-D5B92100782B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3DD6D24-81FB-4C47-83EB-744339BC522A}">
      <dgm:prSet/>
      <dgm:spPr/>
      <dgm:t>
        <a:bodyPr/>
        <a:lstStyle/>
        <a:p>
          <a:r>
            <a:rPr lang="en-US"/>
            <a:t>Preorder</a:t>
          </a:r>
        </a:p>
      </dgm:t>
    </dgm:pt>
    <dgm:pt modelId="{7D70C8E6-9A0A-4F12-A0B5-EDDACD788262}" type="parTrans" cxnId="{0ABBE07E-7D9F-4BC8-A560-8328C5C41C29}">
      <dgm:prSet/>
      <dgm:spPr/>
      <dgm:t>
        <a:bodyPr/>
        <a:lstStyle/>
        <a:p>
          <a:endParaRPr lang="en-US"/>
        </a:p>
      </dgm:t>
    </dgm:pt>
    <dgm:pt modelId="{F1FDBEC3-E65F-4E1F-B92C-61629C5EE537}" type="sibTrans" cxnId="{0ABBE07E-7D9F-4BC8-A560-8328C5C41C29}">
      <dgm:prSet/>
      <dgm:spPr/>
      <dgm:t>
        <a:bodyPr/>
        <a:lstStyle/>
        <a:p>
          <a:endParaRPr lang="en-US"/>
        </a:p>
      </dgm:t>
    </dgm:pt>
    <dgm:pt modelId="{93D31B91-FE0E-4F3F-9BB8-C4B7E74F1CC9}">
      <dgm:prSet/>
      <dgm:spPr/>
      <dgm:t>
        <a:bodyPr/>
        <a:lstStyle/>
        <a:p>
          <a:r>
            <a:rPr lang="en-US"/>
            <a:t>Postorder</a:t>
          </a:r>
        </a:p>
      </dgm:t>
    </dgm:pt>
    <dgm:pt modelId="{CD5F3912-9FED-448A-A4E7-C824F149B75D}" type="parTrans" cxnId="{B4DB1FBE-2B26-476A-8DE4-5BDDC4CB0FAE}">
      <dgm:prSet/>
      <dgm:spPr/>
      <dgm:t>
        <a:bodyPr/>
        <a:lstStyle/>
        <a:p>
          <a:endParaRPr lang="en-US"/>
        </a:p>
      </dgm:t>
    </dgm:pt>
    <dgm:pt modelId="{E23C31F6-F4A0-4B4D-9CC0-444944D19D09}" type="sibTrans" cxnId="{B4DB1FBE-2B26-476A-8DE4-5BDDC4CB0FAE}">
      <dgm:prSet/>
      <dgm:spPr/>
      <dgm:t>
        <a:bodyPr/>
        <a:lstStyle/>
        <a:p>
          <a:endParaRPr lang="en-US"/>
        </a:p>
      </dgm:t>
    </dgm:pt>
    <dgm:pt modelId="{8122602C-241A-4A0F-8307-B5D8C6860613}" type="pres">
      <dgm:prSet presAssocID="{C0BE9E04-5C25-4451-928D-D5B92100782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3603667-C65A-4479-A1AE-D4D6D2200B05}" type="pres">
      <dgm:prSet presAssocID="{B3DD6D24-81FB-4C47-83EB-744339BC522A}" presName="hierRoot1" presStyleCnt="0"/>
      <dgm:spPr/>
    </dgm:pt>
    <dgm:pt modelId="{E08A5D9C-EE10-4F8D-AB1C-B9FCDF6011FB}" type="pres">
      <dgm:prSet presAssocID="{B3DD6D24-81FB-4C47-83EB-744339BC522A}" presName="composite" presStyleCnt="0"/>
      <dgm:spPr/>
    </dgm:pt>
    <dgm:pt modelId="{A4F9ABD2-9024-499D-A9EB-47121884DCB4}" type="pres">
      <dgm:prSet presAssocID="{B3DD6D24-81FB-4C47-83EB-744339BC522A}" presName="background" presStyleLbl="node0" presStyleIdx="0" presStyleCnt="2"/>
      <dgm:spPr/>
    </dgm:pt>
    <dgm:pt modelId="{4C4B5017-86A6-4DB3-A530-E699FC3F96B9}" type="pres">
      <dgm:prSet presAssocID="{B3DD6D24-81FB-4C47-83EB-744339BC522A}" presName="text" presStyleLbl="fgAcc0" presStyleIdx="0" presStyleCnt="2">
        <dgm:presLayoutVars>
          <dgm:chPref val="3"/>
        </dgm:presLayoutVars>
      </dgm:prSet>
      <dgm:spPr/>
    </dgm:pt>
    <dgm:pt modelId="{96BD4270-DB8D-4B13-A931-A0EC5A477D1D}" type="pres">
      <dgm:prSet presAssocID="{B3DD6D24-81FB-4C47-83EB-744339BC522A}" presName="hierChild2" presStyleCnt="0"/>
      <dgm:spPr/>
    </dgm:pt>
    <dgm:pt modelId="{75346D61-F71C-4B8D-8DB3-31CC01225382}" type="pres">
      <dgm:prSet presAssocID="{93D31B91-FE0E-4F3F-9BB8-C4B7E74F1CC9}" presName="hierRoot1" presStyleCnt="0"/>
      <dgm:spPr/>
    </dgm:pt>
    <dgm:pt modelId="{3072AC17-A0D9-4A5E-925D-F674F0D8F4BF}" type="pres">
      <dgm:prSet presAssocID="{93D31B91-FE0E-4F3F-9BB8-C4B7E74F1CC9}" presName="composite" presStyleCnt="0"/>
      <dgm:spPr/>
    </dgm:pt>
    <dgm:pt modelId="{F576E1BF-004C-4F7D-8B2B-6571A20F9B20}" type="pres">
      <dgm:prSet presAssocID="{93D31B91-FE0E-4F3F-9BB8-C4B7E74F1CC9}" presName="background" presStyleLbl="node0" presStyleIdx="1" presStyleCnt="2"/>
      <dgm:spPr/>
    </dgm:pt>
    <dgm:pt modelId="{8C693B06-4BA4-47E6-ADFE-C0D3F3ECDA08}" type="pres">
      <dgm:prSet presAssocID="{93D31B91-FE0E-4F3F-9BB8-C4B7E74F1CC9}" presName="text" presStyleLbl="fgAcc0" presStyleIdx="1" presStyleCnt="2">
        <dgm:presLayoutVars>
          <dgm:chPref val="3"/>
        </dgm:presLayoutVars>
      </dgm:prSet>
      <dgm:spPr/>
    </dgm:pt>
    <dgm:pt modelId="{D094B1AE-7453-49ED-AC56-722EF3DA65C8}" type="pres">
      <dgm:prSet presAssocID="{93D31B91-FE0E-4F3F-9BB8-C4B7E74F1CC9}" presName="hierChild2" presStyleCnt="0"/>
      <dgm:spPr/>
    </dgm:pt>
  </dgm:ptLst>
  <dgm:cxnLst>
    <dgm:cxn modelId="{06123B1B-82CC-4092-9FDC-049EDB2836CB}" type="presOf" srcId="{93D31B91-FE0E-4F3F-9BB8-C4B7E74F1CC9}" destId="{8C693B06-4BA4-47E6-ADFE-C0D3F3ECDA08}" srcOrd="0" destOrd="0" presId="urn:microsoft.com/office/officeart/2005/8/layout/hierarchy1"/>
    <dgm:cxn modelId="{1F02BB46-D1B5-41D5-927B-0BED9435F077}" type="presOf" srcId="{B3DD6D24-81FB-4C47-83EB-744339BC522A}" destId="{4C4B5017-86A6-4DB3-A530-E699FC3F96B9}" srcOrd="0" destOrd="0" presId="urn:microsoft.com/office/officeart/2005/8/layout/hierarchy1"/>
    <dgm:cxn modelId="{0ABBE07E-7D9F-4BC8-A560-8328C5C41C29}" srcId="{C0BE9E04-5C25-4451-928D-D5B92100782B}" destId="{B3DD6D24-81FB-4C47-83EB-744339BC522A}" srcOrd="0" destOrd="0" parTransId="{7D70C8E6-9A0A-4F12-A0B5-EDDACD788262}" sibTransId="{F1FDBEC3-E65F-4E1F-B92C-61629C5EE537}"/>
    <dgm:cxn modelId="{DDE97A87-880E-4202-B829-B19CD60E72C5}" type="presOf" srcId="{C0BE9E04-5C25-4451-928D-D5B92100782B}" destId="{8122602C-241A-4A0F-8307-B5D8C6860613}" srcOrd="0" destOrd="0" presId="urn:microsoft.com/office/officeart/2005/8/layout/hierarchy1"/>
    <dgm:cxn modelId="{B4DB1FBE-2B26-476A-8DE4-5BDDC4CB0FAE}" srcId="{C0BE9E04-5C25-4451-928D-D5B92100782B}" destId="{93D31B91-FE0E-4F3F-9BB8-C4B7E74F1CC9}" srcOrd="1" destOrd="0" parTransId="{CD5F3912-9FED-448A-A4E7-C824F149B75D}" sibTransId="{E23C31F6-F4A0-4B4D-9CC0-444944D19D09}"/>
    <dgm:cxn modelId="{0A9516AC-4460-4C9A-AFDA-A749AA1ABBC6}" type="presParOf" srcId="{8122602C-241A-4A0F-8307-B5D8C6860613}" destId="{B3603667-C65A-4479-A1AE-D4D6D2200B05}" srcOrd="0" destOrd="0" presId="urn:microsoft.com/office/officeart/2005/8/layout/hierarchy1"/>
    <dgm:cxn modelId="{77816246-81FE-4D5C-82C6-DF4D5D1B34FB}" type="presParOf" srcId="{B3603667-C65A-4479-A1AE-D4D6D2200B05}" destId="{E08A5D9C-EE10-4F8D-AB1C-B9FCDF6011FB}" srcOrd="0" destOrd="0" presId="urn:microsoft.com/office/officeart/2005/8/layout/hierarchy1"/>
    <dgm:cxn modelId="{E2583F45-E2CD-4A6C-A3E0-055088CA6123}" type="presParOf" srcId="{E08A5D9C-EE10-4F8D-AB1C-B9FCDF6011FB}" destId="{A4F9ABD2-9024-499D-A9EB-47121884DCB4}" srcOrd="0" destOrd="0" presId="urn:microsoft.com/office/officeart/2005/8/layout/hierarchy1"/>
    <dgm:cxn modelId="{262E8018-9F3D-4433-A865-D95F4705C2AF}" type="presParOf" srcId="{E08A5D9C-EE10-4F8D-AB1C-B9FCDF6011FB}" destId="{4C4B5017-86A6-4DB3-A530-E699FC3F96B9}" srcOrd="1" destOrd="0" presId="urn:microsoft.com/office/officeart/2005/8/layout/hierarchy1"/>
    <dgm:cxn modelId="{5352464D-2953-4E03-9E66-CA07247C03FF}" type="presParOf" srcId="{B3603667-C65A-4479-A1AE-D4D6D2200B05}" destId="{96BD4270-DB8D-4B13-A931-A0EC5A477D1D}" srcOrd="1" destOrd="0" presId="urn:microsoft.com/office/officeart/2005/8/layout/hierarchy1"/>
    <dgm:cxn modelId="{9A689C31-AF5B-4DCC-8FFC-06A63929B2CF}" type="presParOf" srcId="{8122602C-241A-4A0F-8307-B5D8C6860613}" destId="{75346D61-F71C-4B8D-8DB3-31CC01225382}" srcOrd="1" destOrd="0" presId="urn:microsoft.com/office/officeart/2005/8/layout/hierarchy1"/>
    <dgm:cxn modelId="{58B41E15-BD24-4B02-B55F-15EBE40056F6}" type="presParOf" srcId="{75346D61-F71C-4B8D-8DB3-31CC01225382}" destId="{3072AC17-A0D9-4A5E-925D-F674F0D8F4BF}" srcOrd="0" destOrd="0" presId="urn:microsoft.com/office/officeart/2005/8/layout/hierarchy1"/>
    <dgm:cxn modelId="{14787661-A724-43C0-B4F7-3FE2E041A7C2}" type="presParOf" srcId="{3072AC17-A0D9-4A5E-925D-F674F0D8F4BF}" destId="{F576E1BF-004C-4F7D-8B2B-6571A20F9B20}" srcOrd="0" destOrd="0" presId="urn:microsoft.com/office/officeart/2005/8/layout/hierarchy1"/>
    <dgm:cxn modelId="{126A3AF1-FFE8-4B30-A96C-8C201151737C}" type="presParOf" srcId="{3072AC17-A0D9-4A5E-925D-F674F0D8F4BF}" destId="{8C693B06-4BA4-47E6-ADFE-C0D3F3ECDA08}" srcOrd="1" destOrd="0" presId="urn:microsoft.com/office/officeart/2005/8/layout/hierarchy1"/>
    <dgm:cxn modelId="{D5DDC225-0CFA-48FA-89EF-51CC8915DE68}" type="presParOf" srcId="{75346D61-F71C-4B8D-8DB3-31CC01225382}" destId="{D094B1AE-7453-49ED-AC56-722EF3DA65C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E7CF3F9-7CFB-46D9-B935-3BAAA51EF62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6E322D5-F3F5-4442-AC59-6C889CFB65C1}">
      <dgm:prSet/>
      <dgm:spPr/>
      <dgm:t>
        <a:bodyPr/>
        <a:lstStyle/>
        <a:p>
          <a:r>
            <a:rPr lang="en-US"/>
            <a:t>Think of nodes as tasks</a:t>
          </a:r>
        </a:p>
      </dgm:t>
    </dgm:pt>
    <dgm:pt modelId="{3473A86E-6C97-4725-ACFD-DBE772403DE0}" type="parTrans" cxnId="{643995AB-1520-4573-924D-9FF6F76740C9}">
      <dgm:prSet/>
      <dgm:spPr/>
      <dgm:t>
        <a:bodyPr/>
        <a:lstStyle/>
        <a:p>
          <a:endParaRPr lang="en-US"/>
        </a:p>
      </dgm:t>
    </dgm:pt>
    <dgm:pt modelId="{EEE7F1A4-0337-4F04-AE80-2B82B87C7FE7}" type="sibTrans" cxnId="{643995AB-1520-4573-924D-9FF6F76740C9}">
      <dgm:prSet/>
      <dgm:spPr/>
      <dgm:t>
        <a:bodyPr/>
        <a:lstStyle/>
        <a:p>
          <a:endParaRPr lang="en-US"/>
        </a:p>
      </dgm:t>
    </dgm:pt>
    <dgm:pt modelId="{AB778D11-5274-4DE2-983E-88E3EF9C44A2}">
      <dgm:prSet/>
      <dgm:spPr/>
      <dgm:t>
        <a:bodyPr/>
        <a:lstStyle/>
        <a:p>
          <a:r>
            <a:rPr lang="en-US"/>
            <a:t>0 </a:t>
          </a:r>
          <a:r>
            <a:rPr lang="en-US">
              <a:sym typeface="Wingdings" panose="05000000000000000000" pitchFamily="2" charset="2"/>
            </a:rPr>
            <a:t></a:t>
          </a:r>
          <a:r>
            <a:rPr lang="en-US"/>
            <a:t> 1 means task 0 must be done before task 1</a:t>
          </a:r>
        </a:p>
      </dgm:t>
    </dgm:pt>
    <dgm:pt modelId="{1C791A14-0DE1-4156-8722-E77F7BE22B66}" type="parTrans" cxnId="{47E73A4A-8470-4E7E-8746-7E39C9D2A97E}">
      <dgm:prSet/>
      <dgm:spPr/>
      <dgm:t>
        <a:bodyPr/>
        <a:lstStyle/>
        <a:p>
          <a:endParaRPr lang="en-US"/>
        </a:p>
      </dgm:t>
    </dgm:pt>
    <dgm:pt modelId="{5172EA5F-B6B0-4ABD-89A5-46E87E53F14D}" type="sibTrans" cxnId="{47E73A4A-8470-4E7E-8746-7E39C9D2A97E}">
      <dgm:prSet/>
      <dgm:spPr/>
      <dgm:t>
        <a:bodyPr/>
        <a:lstStyle/>
        <a:p>
          <a:endParaRPr lang="en-US"/>
        </a:p>
      </dgm:t>
    </dgm:pt>
    <dgm:pt modelId="{FB309019-6B3F-46C6-9659-845E50F4485C}" type="pres">
      <dgm:prSet presAssocID="{BE7CF3F9-7CFB-46D9-B935-3BAAA51EF624}" presName="linear" presStyleCnt="0">
        <dgm:presLayoutVars>
          <dgm:animLvl val="lvl"/>
          <dgm:resizeHandles val="exact"/>
        </dgm:presLayoutVars>
      </dgm:prSet>
      <dgm:spPr/>
    </dgm:pt>
    <dgm:pt modelId="{E95C0266-B5FF-47F9-A979-E37113221F6F}" type="pres">
      <dgm:prSet presAssocID="{66E322D5-F3F5-4442-AC59-6C889CFB65C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0128F4A-7215-4D7B-A84E-FBB0493938DB}" type="pres">
      <dgm:prSet presAssocID="{EEE7F1A4-0337-4F04-AE80-2B82B87C7FE7}" presName="spacer" presStyleCnt="0"/>
      <dgm:spPr/>
    </dgm:pt>
    <dgm:pt modelId="{879DAD81-35E4-4686-842C-C3D49EE1DB3E}" type="pres">
      <dgm:prSet presAssocID="{AB778D11-5274-4DE2-983E-88E3EF9C44A2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47E73A4A-8470-4E7E-8746-7E39C9D2A97E}" srcId="{BE7CF3F9-7CFB-46D9-B935-3BAAA51EF624}" destId="{AB778D11-5274-4DE2-983E-88E3EF9C44A2}" srcOrd="1" destOrd="0" parTransId="{1C791A14-0DE1-4156-8722-E77F7BE22B66}" sibTransId="{5172EA5F-B6B0-4ABD-89A5-46E87E53F14D}"/>
    <dgm:cxn modelId="{D449528A-5274-4AA7-9EA7-EA67CCBD15B6}" type="presOf" srcId="{AB778D11-5274-4DE2-983E-88E3EF9C44A2}" destId="{879DAD81-35E4-4686-842C-C3D49EE1DB3E}" srcOrd="0" destOrd="0" presId="urn:microsoft.com/office/officeart/2005/8/layout/vList2"/>
    <dgm:cxn modelId="{AC87FDA4-5E30-4F34-BACC-556583DA7E56}" type="presOf" srcId="{BE7CF3F9-7CFB-46D9-B935-3BAAA51EF624}" destId="{FB309019-6B3F-46C6-9659-845E50F4485C}" srcOrd="0" destOrd="0" presId="urn:microsoft.com/office/officeart/2005/8/layout/vList2"/>
    <dgm:cxn modelId="{643995AB-1520-4573-924D-9FF6F76740C9}" srcId="{BE7CF3F9-7CFB-46D9-B935-3BAAA51EF624}" destId="{66E322D5-F3F5-4442-AC59-6C889CFB65C1}" srcOrd="0" destOrd="0" parTransId="{3473A86E-6C97-4725-ACFD-DBE772403DE0}" sibTransId="{EEE7F1A4-0337-4F04-AE80-2B82B87C7FE7}"/>
    <dgm:cxn modelId="{F71A18BD-44FD-4ADA-BE77-46FEC26D46E1}" type="presOf" srcId="{66E322D5-F3F5-4442-AC59-6C889CFB65C1}" destId="{E95C0266-B5FF-47F9-A979-E37113221F6F}" srcOrd="0" destOrd="0" presId="urn:microsoft.com/office/officeart/2005/8/layout/vList2"/>
    <dgm:cxn modelId="{43F37AB6-BBAA-440D-AA59-5C922761F167}" type="presParOf" srcId="{FB309019-6B3F-46C6-9659-845E50F4485C}" destId="{E95C0266-B5FF-47F9-A979-E37113221F6F}" srcOrd="0" destOrd="0" presId="urn:microsoft.com/office/officeart/2005/8/layout/vList2"/>
    <dgm:cxn modelId="{4A0B8AC8-7FBA-4B61-89B3-998B05828380}" type="presParOf" srcId="{FB309019-6B3F-46C6-9659-845E50F4485C}" destId="{B0128F4A-7215-4D7B-A84E-FBB0493938DB}" srcOrd="1" destOrd="0" presId="urn:microsoft.com/office/officeart/2005/8/layout/vList2"/>
    <dgm:cxn modelId="{55A6ED46-4E13-459E-B8B2-F8916D5FA34F}" type="presParOf" srcId="{FB309019-6B3F-46C6-9659-845E50F4485C}" destId="{879DAD81-35E4-4686-842C-C3D49EE1DB3E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86FA15-CE66-4202-A095-99A74345408B}">
      <dsp:nvSpPr>
        <dsp:cNvPr id="0" name=""/>
        <dsp:cNvSpPr/>
      </dsp:nvSpPr>
      <dsp:spPr>
        <a:xfrm>
          <a:off x="0" y="513839"/>
          <a:ext cx="6253721" cy="14458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5358" tIns="708152" rIns="485358" bIns="241808" numCol="1" spcCol="1270" anchor="t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kern="1200"/>
            <a:t>Degree of a vertex</a:t>
          </a:r>
        </a:p>
      </dsp:txBody>
      <dsp:txXfrm>
        <a:off x="0" y="513839"/>
        <a:ext cx="6253721" cy="1445850"/>
      </dsp:txXfrm>
    </dsp:sp>
    <dsp:sp modelId="{485979D7-B752-4E75-9F8A-FB1958D21F68}">
      <dsp:nvSpPr>
        <dsp:cNvPr id="0" name=""/>
        <dsp:cNvSpPr/>
      </dsp:nvSpPr>
      <dsp:spPr>
        <a:xfrm>
          <a:off x="312686" y="11999"/>
          <a:ext cx="4377605" cy="10036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463" tIns="0" rIns="165463" bIns="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Nodes (Vertices) – </a:t>
          </a:r>
          <a:r>
            <a:rPr lang="en-US" sz="3400" i="1" kern="1200"/>
            <a:t>V</a:t>
          </a:r>
          <a:endParaRPr lang="en-US" sz="3400" kern="1200"/>
        </a:p>
      </dsp:txBody>
      <dsp:txXfrm>
        <a:off x="361682" y="60995"/>
        <a:ext cx="4279613" cy="905688"/>
      </dsp:txXfrm>
    </dsp:sp>
    <dsp:sp modelId="{65E53337-8069-4475-978A-670A35BAE9B5}">
      <dsp:nvSpPr>
        <dsp:cNvPr id="0" name=""/>
        <dsp:cNvSpPr/>
      </dsp:nvSpPr>
      <dsp:spPr>
        <a:xfrm>
          <a:off x="0" y="2645129"/>
          <a:ext cx="6253721" cy="856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-6076075"/>
              <a:satOff val="-413"/>
              <a:lumOff val="98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FBF026-B5D1-487F-8313-D55F58FA0435}">
      <dsp:nvSpPr>
        <dsp:cNvPr id="0" name=""/>
        <dsp:cNvSpPr/>
      </dsp:nvSpPr>
      <dsp:spPr>
        <a:xfrm>
          <a:off x="312686" y="2143289"/>
          <a:ext cx="4377605" cy="1003680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463" tIns="0" rIns="165463" bIns="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Edges – </a:t>
          </a:r>
          <a:r>
            <a:rPr lang="en-US" sz="3400" i="1" kern="1200"/>
            <a:t>E</a:t>
          </a:r>
          <a:endParaRPr lang="en-US" sz="3400" kern="1200"/>
        </a:p>
      </dsp:txBody>
      <dsp:txXfrm>
        <a:off x="361682" y="2192285"/>
        <a:ext cx="4279613" cy="905688"/>
      </dsp:txXfrm>
    </dsp:sp>
    <dsp:sp modelId="{47AD9E5B-BF68-4B22-BCA0-B3FB1A06118D}">
      <dsp:nvSpPr>
        <dsp:cNvPr id="0" name=""/>
        <dsp:cNvSpPr/>
      </dsp:nvSpPr>
      <dsp:spPr>
        <a:xfrm>
          <a:off x="0" y="4187370"/>
          <a:ext cx="6253721" cy="856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1885C4-A901-4D13-94C9-1E464FF24DB3}">
      <dsp:nvSpPr>
        <dsp:cNvPr id="0" name=""/>
        <dsp:cNvSpPr/>
      </dsp:nvSpPr>
      <dsp:spPr>
        <a:xfrm>
          <a:off x="312686" y="3685529"/>
          <a:ext cx="4377605" cy="100368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463" tIns="0" rIns="165463" bIns="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Paths</a:t>
          </a:r>
        </a:p>
      </dsp:txBody>
      <dsp:txXfrm>
        <a:off x="361682" y="3734525"/>
        <a:ext cx="4279613" cy="90568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7816EA-42F4-4F6D-8C5A-8EB1159B6E88}">
      <dsp:nvSpPr>
        <dsp:cNvPr id="0" name=""/>
        <dsp:cNvSpPr/>
      </dsp:nvSpPr>
      <dsp:spPr>
        <a:xfrm>
          <a:off x="752566" y="1045320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1FA0C7-E36E-4499-95F8-3255F17067A8}">
      <dsp:nvSpPr>
        <dsp:cNvPr id="0" name=""/>
        <dsp:cNvSpPr/>
      </dsp:nvSpPr>
      <dsp:spPr>
        <a:xfrm>
          <a:off x="10068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Social networks</a:t>
          </a:r>
        </a:p>
      </dsp:txBody>
      <dsp:txXfrm>
        <a:off x="100682" y="2427484"/>
        <a:ext cx="2370489" cy="720000"/>
      </dsp:txXfrm>
    </dsp:sp>
    <dsp:sp modelId="{A89C90CA-4B19-41A4-9240-59E0F8D0C83E}">
      <dsp:nvSpPr>
        <dsp:cNvPr id="0" name=""/>
        <dsp:cNvSpPr/>
      </dsp:nvSpPr>
      <dsp:spPr>
        <a:xfrm>
          <a:off x="3537891" y="1045320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56A2B5-4B73-4D46-B790-A67C9F1E053A}">
      <dsp:nvSpPr>
        <dsp:cNvPr id="0" name=""/>
        <dsp:cNvSpPr/>
      </dsp:nvSpPr>
      <dsp:spPr>
        <a:xfrm>
          <a:off x="288600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Navigation systems</a:t>
          </a:r>
        </a:p>
      </dsp:txBody>
      <dsp:txXfrm>
        <a:off x="2886007" y="2427484"/>
        <a:ext cx="2370489" cy="720000"/>
      </dsp:txXfrm>
    </dsp:sp>
    <dsp:sp modelId="{4FAF117C-8F61-4995-99A9-4355B37768F9}">
      <dsp:nvSpPr>
        <dsp:cNvPr id="0" name=""/>
        <dsp:cNvSpPr/>
      </dsp:nvSpPr>
      <dsp:spPr>
        <a:xfrm>
          <a:off x="6323216" y="1045320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0A8894-58E0-45FB-A552-F5A09CD73185}">
      <dsp:nvSpPr>
        <dsp:cNvPr id="0" name=""/>
        <dsp:cNvSpPr/>
      </dsp:nvSpPr>
      <dsp:spPr>
        <a:xfrm>
          <a:off x="567133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The internet</a:t>
          </a:r>
        </a:p>
      </dsp:txBody>
      <dsp:txXfrm>
        <a:off x="5671332" y="2427484"/>
        <a:ext cx="2370489" cy="720000"/>
      </dsp:txXfrm>
    </dsp:sp>
    <dsp:sp modelId="{77624890-CF2A-42AA-AC4C-F88BC4034929}">
      <dsp:nvSpPr>
        <dsp:cNvPr id="0" name=""/>
        <dsp:cNvSpPr/>
      </dsp:nvSpPr>
      <dsp:spPr>
        <a:xfrm>
          <a:off x="9108541" y="1045320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528BFC-83B2-43D2-B18B-6E7B8053163A}">
      <dsp:nvSpPr>
        <dsp:cNvPr id="0" name=""/>
        <dsp:cNvSpPr/>
      </dsp:nvSpPr>
      <dsp:spPr>
        <a:xfrm>
          <a:off x="845665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Search Engines</a:t>
          </a:r>
        </a:p>
      </dsp:txBody>
      <dsp:txXfrm>
        <a:off x="8456657" y="2427484"/>
        <a:ext cx="2370489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5A8054-6840-4D40-B739-CD51248CB063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886D38-BC69-44C8-B195-B4548C32307D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Adjacency matrix</a:t>
          </a:r>
        </a:p>
      </dsp:txBody>
      <dsp:txXfrm>
        <a:off x="608661" y="692298"/>
        <a:ext cx="4508047" cy="2799040"/>
      </dsp:txXfrm>
    </dsp:sp>
    <dsp:sp modelId="{8F962982-94A5-4BD5-BDE7-4D7955326F3B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CE8241-C32E-48B3-BEAB-5E4612BA2747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Adjacency list</a:t>
          </a:r>
        </a:p>
      </dsp:txBody>
      <dsp:txXfrm>
        <a:off x="6331365" y="692298"/>
        <a:ext cx="4508047" cy="279904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380DF9-4F8E-46FD-B71F-B199B02D42EE}">
      <dsp:nvSpPr>
        <dsp:cNvPr id="0" name=""/>
        <dsp:cNvSpPr/>
      </dsp:nvSpPr>
      <dsp:spPr>
        <a:xfrm rot="5400000">
          <a:off x="6301587" y="-2303662"/>
          <a:ext cx="1698041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/>
            <a:t>Good for dense graphs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/>
            <a:t>Edge checks take </a:t>
          </a:r>
          <a14:m xmlns:a14="http://schemas.microsoft.com/office/drawing/2010/main">
            <m:oMath xmlns:m="http://schemas.openxmlformats.org/officeDocument/2006/math">
              <m:r>
                <a:rPr lang="en-US" sz="3000" b="0" i="1" kern="1200" smtClean="0">
                  <a:latin typeface="Cambria Math" panose="02040503050406030204" pitchFamily="18" charset="0"/>
                </a:rPr>
                <m:t>𝑂</m:t>
              </m:r>
              <m:d>
                <m:dPr>
                  <m:ctrlPr>
                    <a:rPr lang="en-US" sz="3000" b="0" i="1" kern="1200" smtClean="0">
                      <a:latin typeface="Cambria Math" panose="02040503050406030204" pitchFamily="18" charset="0"/>
                    </a:rPr>
                  </m:ctrlPr>
                </m:dPr>
                <m:e>
                  <m:r>
                    <a:rPr lang="en-US" sz="3000" b="0" i="1" kern="1200" smtClean="0">
                      <a:latin typeface="Cambria Math" panose="02040503050406030204" pitchFamily="18" charset="0"/>
                    </a:rPr>
                    <m:t>1</m:t>
                  </m:r>
                </m:e>
              </m:d>
            </m:oMath>
          </a14:m>
          <a:r>
            <a:rPr lang="en-US" sz="3000" kern="1200" dirty="0"/>
            <a:t> time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/>
            <a:t>Space inefficient – </a:t>
          </a:r>
          <a14:m xmlns:a14="http://schemas.microsoft.com/office/drawing/2010/main">
            <m:oMath xmlns:m="http://schemas.openxmlformats.org/officeDocument/2006/math">
              <m:r>
                <a:rPr lang="en-US" sz="3000" b="0" i="1" kern="1200" smtClean="0">
                  <a:latin typeface="Cambria Math" panose="02040503050406030204" pitchFamily="18" charset="0"/>
                </a:rPr>
                <m:t>𝑂</m:t>
              </m:r>
              <m:r>
                <a:rPr lang="en-US" sz="3000" b="0" i="1" kern="1200" smtClean="0">
                  <a:latin typeface="Cambria Math" panose="02040503050406030204" pitchFamily="18" charset="0"/>
                </a:rPr>
                <m:t>(</m:t>
              </m:r>
              <m:sSup>
                <m:sSupPr>
                  <m:ctrlPr>
                    <a:rPr lang="en-US" sz="3000" b="0" i="1" kern="1200" smtClean="0">
                      <a:latin typeface="Cambria Math" panose="02040503050406030204" pitchFamily="18" charset="0"/>
                    </a:rPr>
                  </m:ctrlPr>
                </m:sSupPr>
                <m:e>
                  <m:r>
                    <a:rPr lang="en-US" sz="3000" b="0" i="1" kern="1200" smtClean="0">
                      <a:latin typeface="Cambria Math" panose="02040503050406030204" pitchFamily="18" charset="0"/>
                    </a:rPr>
                    <m:t>𝑉</m:t>
                  </m:r>
                </m:e>
                <m:sup>
                  <m:r>
                    <a:rPr lang="en-US" sz="3000" b="0" i="1" kern="1200" smtClean="0">
                      <a:latin typeface="Cambria Math" panose="02040503050406030204" pitchFamily="18" charset="0"/>
                    </a:rPr>
                    <m:t>2</m:t>
                  </m:r>
                </m:sup>
              </m:sSup>
              <m:r>
                <a:rPr lang="en-US" sz="3000" b="0" i="1" kern="1200" smtClean="0">
                  <a:latin typeface="Cambria Math" panose="02040503050406030204" pitchFamily="18" charset="0"/>
                </a:rPr>
                <m:t>)</m:t>
              </m:r>
            </m:oMath>
          </a14:m>
          <a:endParaRPr lang="en-US" sz="3000" kern="1200" dirty="0"/>
        </a:p>
      </dsp:txBody>
      <dsp:txXfrm rot="-5400000">
        <a:off x="3785616" y="295201"/>
        <a:ext cx="6647092" cy="1532257"/>
      </dsp:txXfrm>
    </dsp:sp>
    <dsp:sp modelId="{669E390F-148B-41F4-A67A-8DACE33E496A}">
      <dsp:nvSpPr>
        <dsp:cNvPr id="0" name=""/>
        <dsp:cNvSpPr/>
      </dsp:nvSpPr>
      <dsp:spPr>
        <a:xfrm>
          <a:off x="0" y="53"/>
          <a:ext cx="3785616" cy="21225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20" tIns="99060" rIns="198120" bIns="9906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/>
            <a:t>Adjacency Matrix</a:t>
          </a:r>
        </a:p>
      </dsp:txBody>
      <dsp:txXfrm>
        <a:off x="103614" y="103667"/>
        <a:ext cx="3578388" cy="1915324"/>
      </dsp:txXfrm>
    </dsp:sp>
    <dsp:sp modelId="{86494588-B593-4E9E-A0AD-54CC6F86A746}">
      <dsp:nvSpPr>
        <dsp:cNvPr id="0" name=""/>
        <dsp:cNvSpPr/>
      </dsp:nvSpPr>
      <dsp:spPr>
        <a:xfrm rot="5400000">
          <a:off x="6301587" y="-74983"/>
          <a:ext cx="1698041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/>
            <a:t>Space efficient – </a:t>
          </a:r>
          <a14:m xmlns:a14="http://schemas.microsoft.com/office/drawing/2010/main">
            <m:oMath xmlns:m="http://schemas.openxmlformats.org/officeDocument/2006/math">
              <m:r>
                <a:rPr lang="en-US" sz="3000" i="1" kern="1200" dirty="0" smtClean="0">
                  <a:latin typeface="Cambria Math" panose="02040503050406030204" pitchFamily="18" charset="0"/>
                </a:rPr>
                <m:t>𝑂</m:t>
              </m:r>
              <m:r>
                <a:rPr lang="en-US" sz="3000" i="1" kern="1200" dirty="0" smtClean="0">
                  <a:latin typeface="Cambria Math" panose="02040503050406030204" pitchFamily="18" charset="0"/>
                </a:rPr>
                <m:t>(</m:t>
              </m:r>
              <m:r>
                <a:rPr lang="en-US" sz="3000" i="1" kern="1200" dirty="0" smtClean="0">
                  <a:latin typeface="Cambria Math" panose="02040503050406030204" pitchFamily="18" charset="0"/>
                </a:rPr>
                <m:t>𝑉</m:t>
              </m:r>
              <m:r>
                <a:rPr lang="en-US" sz="3000" i="1" kern="1200" dirty="0" smtClean="0">
                  <a:latin typeface="Cambria Math" panose="02040503050406030204" pitchFamily="18" charset="0"/>
                </a:rPr>
                <m:t> + </m:t>
              </m:r>
              <m:r>
                <a:rPr lang="en-US" sz="3000" i="1" kern="1200" dirty="0" smtClean="0">
                  <a:latin typeface="Cambria Math" panose="02040503050406030204" pitchFamily="18" charset="0"/>
                </a:rPr>
                <m:t>𝐸</m:t>
              </m:r>
              <m:r>
                <a:rPr lang="en-US" sz="3000" i="1" kern="1200" dirty="0" smtClean="0">
                  <a:latin typeface="Cambria Math" panose="02040503050406030204" pitchFamily="18" charset="0"/>
                </a:rPr>
                <m:t>)</m:t>
              </m:r>
            </m:oMath>
          </a14:m>
          <a:endParaRPr lang="en-US" sz="3000" kern="1200" dirty="0"/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/>
            <a:t>Checking neighbors is fast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/>
            <a:t>Better for sparse graphs</a:t>
          </a:r>
        </a:p>
      </dsp:txBody>
      <dsp:txXfrm rot="-5400000">
        <a:off x="3785616" y="2523880"/>
        <a:ext cx="6647092" cy="1532257"/>
      </dsp:txXfrm>
    </dsp:sp>
    <dsp:sp modelId="{A2DD8DA4-4F0C-4BD8-B168-5F02E698F5D0}">
      <dsp:nvSpPr>
        <dsp:cNvPr id="0" name=""/>
        <dsp:cNvSpPr/>
      </dsp:nvSpPr>
      <dsp:spPr>
        <a:xfrm>
          <a:off x="0" y="2228732"/>
          <a:ext cx="3785616" cy="21225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20" tIns="99060" rIns="198120" bIns="9906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/>
            <a:t>Adjacency List</a:t>
          </a:r>
        </a:p>
      </dsp:txBody>
      <dsp:txXfrm>
        <a:off x="103614" y="2332346"/>
        <a:ext cx="3578388" cy="191532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F9ABD2-9024-499D-A9EB-47121884DCB4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4B5017-86A6-4DB3-A530-E699FC3F96B9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Preorder</a:t>
          </a:r>
        </a:p>
      </dsp:txBody>
      <dsp:txXfrm>
        <a:off x="608661" y="692298"/>
        <a:ext cx="4508047" cy="2799040"/>
      </dsp:txXfrm>
    </dsp:sp>
    <dsp:sp modelId="{F576E1BF-004C-4F7D-8B2B-6571A20F9B20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693B06-4BA4-47E6-ADFE-C0D3F3ECDA08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Postorder</a:t>
          </a:r>
        </a:p>
      </dsp:txBody>
      <dsp:txXfrm>
        <a:off x="6331365" y="692298"/>
        <a:ext cx="4508047" cy="279904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5C0266-B5FF-47F9-A979-E37113221F6F}">
      <dsp:nvSpPr>
        <dsp:cNvPr id="0" name=""/>
        <dsp:cNvSpPr/>
      </dsp:nvSpPr>
      <dsp:spPr>
        <a:xfrm>
          <a:off x="0" y="24623"/>
          <a:ext cx="10515600" cy="20761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/>
            <a:t>Think of nodes as tasks</a:t>
          </a:r>
        </a:p>
      </dsp:txBody>
      <dsp:txXfrm>
        <a:off x="101350" y="125973"/>
        <a:ext cx="10312900" cy="1873465"/>
      </dsp:txXfrm>
    </dsp:sp>
    <dsp:sp modelId="{879DAD81-35E4-4686-842C-C3D49EE1DB3E}">
      <dsp:nvSpPr>
        <dsp:cNvPr id="0" name=""/>
        <dsp:cNvSpPr/>
      </dsp:nvSpPr>
      <dsp:spPr>
        <a:xfrm>
          <a:off x="0" y="2250549"/>
          <a:ext cx="10515600" cy="20761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/>
            <a:t>0 </a:t>
          </a:r>
          <a:r>
            <a:rPr lang="en-US" sz="5200" kern="1200">
              <a:sym typeface="Wingdings" panose="05000000000000000000" pitchFamily="2" charset="2"/>
            </a:rPr>
            <a:t></a:t>
          </a:r>
          <a:r>
            <a:rPr lang="en-US" sz="5200" kern="1200"/>
            <a:t> 1 means task 0 must be done before task 1</a:t>
          </a:r>
        </a:p>
      </dsp:txBody>
      <dsp:txXfrm>
        <a:off x="101350" y="2351899"/>
        <a:ext cx="10312900" cy="18734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D67A5-D9EF-9870-F3AC-EE5D40A96B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252755-E0E5-F086-2C9A-B0066B86C9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F987E2-45AD-EAF9-2CDB-F80E155CA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17EC5-65BF-47F0-8028-C3A40CA760AA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5DBF8-329D-D770-77F3-A4966A414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6BD13-055E-D5FD-3B61-429011C48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28978-B066-43DD-9F5C-A90FCAFFA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937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4E874-ECB2-F092-B775-E2B8662C7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7EBD1-3A2F-5763-D9F9-99015B782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F3A39-88C9-AB2B-6511-E6501C750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17EC5-65BF-47F0-8028-C3A40CA760AA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F7064-1928-C0D2-37AD-F79FAFCAC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0D8A5-2E90-095C-0C0F-C5799B9A5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28978-B066-43DD-9F5C-A90FCAFFA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067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DB7F2-F743-5B24-A976-8DD2EF06E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68F3F-B6CA-4E05-61C3-03C518F0F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90347-3363-E852-4FA9-1EA4F4B3C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17EC5-65BF-47F0-8028-C3A40CA760AA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804ED-9BE4-5BA5-D260-F13ED9C0A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DD52C-7095-82AC-2513-644F30A0C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28978-B066-43DD-9F5C-A90FCAFFA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081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57193-35F8-B378-04C0-03D78CBF8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FDBA9-7B1B-CD0E-7E42-45FB1E63D4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261F61-B045-6F3F-3C99-775BB2FD7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79A4B0-9DB0-EA58-207A-AC9F63FA6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17EC5-65BF-47F0-8028-C3A40CA760AA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DBA433-BF81-22AE-C61C-E290C913A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840867-308B-73E7-E36A-A03C76CD2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28978-B066-43DD-9F5C-A90FCAFFA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078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5D6FB-344D-68BA-E7FC-CC7978E90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53E641-CD11-BC69-23B3-2149EA8139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6A25CE-7639-5332-5BC4-B10BCBEDAD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37446D-C92D-BD30-6188-2938AC9F74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48EAC8-8DCC-6F2D-1D91-DE2E21861B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77B694-F868-C2F3-7CA9-D28BB9A38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17EC5-65BF-47F0-8028-C3A40CA760AA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C0D93A-414B-2944-045C-31CFCA6D5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81C1FB-BD01-6B8A-AE75-F3F706A31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28978-B066-43DD-9F5C-A90FCAFFA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368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49CBD-687A-DFDA-08F4-95AAB50F1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5DBAA1-492C-596B-0135-348E7105B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17EC5-65BF-47F0-8028-C3A40CA760AA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36C3E5-BFD8-A0E7-D491-711D61587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6382A1-D6E6-FF77-771A-1207A9F42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28978-B066-43DD-9F5C-A90FCAFFA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126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3A2048-74B5-E4A0-A3CA-CA00A6A92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17EC5-65BF-47F0-8028-C3A40CA760AA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ED63BC-F797-71A6-1BE2-8333EE5F0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8E14A3-B6EA-5670-A423-37F76451F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28978-B066-43DD-9F5C-A90FCAFFA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178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7023E-BAAC-CA4B-2112-42D016532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3A80A-6387-F8F8-78B7-5887F5A4C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6F839B-6C31-865F-BCBF-9F5426C983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D63674-188A-6A54-E268-F071BFE03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17EC5-65BF-47F0-8028-C3A40CA760AA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9B85B0-0D85-2E9C-B3F2-41AB7A941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AE9CD-5F21-5E97-88C7-40340A00B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28978-B066-43DD-9F5C-A90FCAFFA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987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59516-89C1-462A-9409-58191BAA7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3FEDEA-6B18-7028-D506-EB4662FA7F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CB5D5B-6728-343D-2E16-21AFCD0E82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167CB7-CB7D-E4C1-6F97-8B0A95A41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17EC5-65BF-47F0-8028-C3A40CA760AA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951018-E38B-97D3-ECE2-4771B1A49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B257C5-4F4E-41F7-FFC2-ACAFF8024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28978-B066-43DD-9F5C-A90FCAFFA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577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5C2B2-250F-729D-49BE-843E67FDB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6B714-4F96-6D11-FCEA-F26CE56DC0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D895B-AEB8-97FC-0E55-732DA04E1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17EC5-65BF-47F0-8028-C3A40CA760AA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DE617-CDE9-C6D5-80ED-7997284C7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6C993-6922-F5D4-1FA5-2027EC9F8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28978-B066-43DD-9F5C-A90FCAFFA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272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3BC1D1-DEE3-5467-B1C7-1AE92D272D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C76408-9FE9-C846-C8EA-9C58168C72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0EA3D2-F49B-2262-29A2-FD819E5DA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17EC5-65BF-47F0-8028-C3A40CA760AA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48A1C8-5B50-5848-97B3-2696C3B25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9ED34-F390-B6F2-2373-0D96D1A65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28978-B066-43DD-9F5C-A90FCAFFA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312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6E241-8B2D-ECEF-1744-39FA11751D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C4B584-F076-BFF5-2434-985C49B34C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6BE45-9333-2FDA-D229-BB7F94A5D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9F73C-3050-7F08-0988-E7AEA1F89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D4AD9-A904-5C5F-CDA1-D8026F121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5426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95DA2-4849-C734-D90A-A02D0BDBE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62D88-0BC7-285A-7150-77A3E5324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1DFE6-67D6-6929-B0D7-1E50EFDF0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F74CE-909D-327A-16CE-F8B08425B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4D6BD-363C-FFDE-0147-FCB593507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6573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BFB66-FED5-C23F-A119-568478715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70F3DC-C4FA-9B3E-0A41-B994BE54A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F6593-7605-6B6A-43F8-A75CE3FCA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20ADF-AB69-F8FF-7D51-F02E78011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14165-98C3-E8F8-9238-5B86EC409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476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AFA95-D666-B294-DAA1-F38D600B4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D57B3-312E-150E-FAC4-37CAE3F7AE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BD6F15-44BA-54B3-0C6E-93D10704EC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10D678-A6C5-B023-1F27-3F4DF5C9B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2D8DA-3B85-9DB5-2A7E-64796A358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4B562F-1AFF-0C90-B6D3-AA0AC2466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5116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D3A3E-D984-E5EE-B50B-82D6A146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1172E0-233A-777A-19F0-886F8F7F8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606BBD-7869-1FA8-E9C2-0F2A5E46C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7F7557-A959-94A1-6DAA-946B541C0E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A3DB72-1531-44DB-2BB0-1C3A9CCC62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686509-38A8-DEB0-AC4E-60273B6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595E2D-3FCE-7663-ADDD-B9D2BABB7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05A61D-0F2E-5F50-3F85-96416B9B6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2226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0F628-9666-D68E-8925-4C88B845C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7FE773-9442-F217-C0F2-3E90F36E2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02FF80-E9B3-F78D-421C-077FDDE08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9B4EFF-CFDA-40BC-8C59-EF47FC2B5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4155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E2CD6C-62A6-7807-BCA5-9C954C036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D1C279-D75F-759D-4B09-34A880540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E702A-5E82-A436-1CF1-AC1A5F1D8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8849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255C2-612A-1713-E9F9-C567C49EF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C25D3-AC77-BEC9-CAE2-E0B56C6C6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40BF17-72D6-4C5F-63BF-63E09F848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46480D-1305-DBDC-69F1-7F5788D24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10CE9-13D7-28C9-516A-5F548EC30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F8DFF4-9934-70B9-FF5A-14DECC12E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2913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2A2AC-3BFC-8D13-F061-1D8BA629F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E17838-5D5F-1AC4-2AA6-AB201A4986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3A495F-243C-04C6-D8FF-44A21B7A8F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73BC94-BB1D-03FB-0C2A-5A2874C63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58AE6C-6A78-516D-60F4-3DDC1EBA5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A5DE6A-457E-2A89-A0BB-5A61AD899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9148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11E31-AC2E-E027-6BCA-8959DD373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CD8F0C-E592-BC50-EACE-A200D9D69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0F7BB-297F-7BA6-2B9B-CCB896D23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FB0D6-482B-29F6-26D6-5EDD7B777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74FB8-D633-35BA-DDD7-CD6F08599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5289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FD6B4B-D467-2CC4-B071-114D099A06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34A8AA-9629-7368-7203-3E2A03E01A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85EF8-CBC7-A453-61F9-476116AF6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CAA67-64B2-580A-F610-CEBEFC325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F326A-582B-1C6F-4791-84ACA5589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283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1B1197-84E2-2252-B6BD-3FD340974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E674A8-AD6A-0ADA-07CE-E7030A3C14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F4044-CEE8-8778-C799-FE187FE4AF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517EC5-65BF-47F0-8028-C3A40CA760AA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36446-75CE-8FA9-4AC8-BE9B3B1894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44100-E155-B7B0-3C00-E9AB992224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628978-B066-43DD-9F5C-A90FCAFFA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020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DC7DE6-1EEF-DF17-75D8-A6F6D6344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8223C0-1BCC-71E5-EE23-D01197BCA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31058-303A-EE33-694F-DE56AC03D5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041930-F8FC-4542-827E-E504F4750562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59B44-5FCF-3438-7C14-156D364CBA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E7A8B-89D9-BA6F-C698-C50583E759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035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hyperlink" Target="https://medium.com/@sarinyaswift/intro-to-the-graph-data-structure-a8277c6a2ad9" TargetMode="Externa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ee6zIj4J3-Y" TargetMode="Externa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xlVX7dXLS64" TargetMode="Externa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PMMc4VsIacU" TargetMode="Externa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6" name="Rectangle 13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ED9A9A-32C5-C019-66BA-65438A784F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3442" y="921715"/>
            <a:ext cx="5163022" cy="2635993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/>
              <a:t>Data Structures and Algorithms I.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C05CA36-AD6A-4ABF-9A05-52E5A143D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4022214"/>
            <a:ext cx="12192000" cy="2835786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D4331EE8-85A4-4588-8D9E-70E534D47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4022220"/>
            <a:ext cx="8153398" cy="2835780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49D6C862-61CC-4B46-8080-96583D65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022219"/>
            <a:ext cx="12253472" cy="2835781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2F5B50-E332-CBF2-D1A2-66ADD28495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3442" y="4541263"/>
            <a:ext cx="4662957" cy="1395022"/>
          </a:xfrm>
        </p:spPr>
        <p:txBody>
          <a:bodyPr anchor="t">
            <a:normAutofit/>
          </a:bodyPr>
          <a:lstStyle/>
          <a:p>
            <a:pPr algn="l"/>
            <a:r>
              <a:rPr lang="hu-HU" dirty="0">
                <a:solidFill>
                  <a:srgbClr val="FFFFFF"/>
                </a:solidFill>
              </a:rPr>
              <a:t>University of </a:t>
            </a:r>
            <a:r>
              <a:rPr lang="en-US" dirty="0">
                <a:solidFill>
                  <a:srgbClr val="FFFFFF"/>
                </a:solidFill>
              </a:rPr>
              <a:t>Szeged </a:t>
            </a:r>
          </a:p>
          <a:p>
            <a:pPr algn="l"/>
            <a:r>
              <a:rPr lang="en-US" sz="1600" dirty="0">
                <a:solidFill>
                  <a:srgbClr val="FFFFFF"/>
                </a:solidFill>
              </a:rPr>
              <a:t>Robert Nagy</a:t>
            </a:r>
          </a:p>
          <a:p>
            <a:pPr algn="l"/>
            <a:r>
              <a:rPr lang="en-US" dirty="0">
                <a:solidFill>
                  <a:srgbClr val="FFFFFF"/>
                </a:solidFill>
              </a:rPr>
              <a:t>2025/26. Spring Semester</a:t>
            </a:r>
          </a:p>
          <a:p>
            <a:pPr algn="l"/>
            <a:endParaRPr lang="hu-HU" dirty="0">
              <a:solidFill>
                <a:srgbClr val="FFFFFF"/>
              </a:solidFill>
            </a:endParaRPr>
          </a:p>
        </p:txBody>
      </p:sp>
      <p:pic>
        <p:nvPicPr>
          <p:cNvPr id="6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F6E8DA17-1D3B-550A-937D-6AA2C49DC4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3"/>
          <a:stretch>
            <a:fillRect/>
          </a:stretch>
        </p:blipFill>
        <p:spPr>
          <a:xfrm>
            <a:off x="6573907" y="658489"/>
            <a:ext cx="5163022" cy="5163022"/>
          </a:xfrm>
          <a:prstGeom prst="rect">
            <a:avLst/>
          </a:prstGeom>
        </p:spPr>
      </p:pic>
      <p:sp>
        <p:nvSpPr>
          <p:cNvPr id="144" name="Rectangle 143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797"/>
            <a:ext cx="12191998" cy="457203"/>
          </a:xfrm>
          <a:prstGeom prst="rect">
            <a:avLst/>
          </a:prstGeom>
          <a:gradFill>
            <a:gsLst>
              <a:gs pos="0">
                <a:srgbClr val="000000">
                  <a:alpha val="43000"/>
                </a:srgbClr>
              </a:gs>
              <a:gs pos="79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1004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986850-5628-D424-2394-FD93CBEAF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Graph</a:t>
            </a:r>
          </a:p>
        </p:txBody>
      </p:sp>
      <p:pic>
        <p:nvPicPr>
          <p:cNvPr id="5" name="Content Placeholder 4" descr="A diagram of a network&#10;&#10;AI-generated content may be incorrect.">
            <a:extLst>
              <a:ext uri="{FF2B5EF4-FFF2-40B4-BE49-F238E27FC236}">
                <a16:creationId xmlns:a16="http://schemas.microsoft.com/office/drawing/2014/main" id="{A10437BA-492E-9E1F-499F-749E674BF5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8540" y="1675227"/>
            <a:ext cx="6974919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701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EFF7B1-6CB7-47D1-AD37-B870CA2B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A2962B-21B6-4689-A95D-A8FF6ADE4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745280D-ED36-41FE-8EB1-CE597C99C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117348" y="774914"/>
            <a:ext cx="304800" cy="429768"/>
            <a:chOff x="215328" y="-46937"/>
            <a:chExt cx="304800" cy="2773841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D26CEB3-5AE4-4088-AD63-396DB50F2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AA9279A-AD34-474C-834E-6BF658144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3589559-7D9A-4ECD-90BB-A5565E2DA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01B1A71-DCEA-4EB2-8133-98A2CD6F0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E95A5C-1E97-41C3-9DEC-245FF6DE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D3C3374-C720-4FCD-B6CD-AEF1D1A6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639E2EF-4D23-4EA3-B29E-D6362FF72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30820A4-6CEA-4BF7-8DE4-F5B2D2EB2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320E002-8AED-4D4F-A104-0585FFFB9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A0BF3F3-3A09-42CE-9483-114BD01DD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233BD5C-DFC7-4EB7-B348-7C9B5B8D0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A00D2CE1-35C1-46E6-BD59-CEE668BD9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58DCE86-9AE1-46D1-96D6-04B8B3EDF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9B74739-D423-4F25-A976-0A6CD86D1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018E700-FF08-42AA-9237-24E7A74AD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6B3488A-8A55-403E-B9C9-75AFA0CF5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5089B9D-BA8D-4A64-B95F-33940D9D6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E18403B7-F2C7-4C07-8522-21C319109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3B58CC6-A99E-43AF-A467-256F192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FE97852-3A18-4317-B17E-8C45174F9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9D0BC6E-6D0B-4589-B1BF-372BAA383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30B892E-E062-4B0A-B79E-E55D36EC9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D1A4DF9-C28A-4C0A-B273-702F0C488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5408DB5-0808-41D3-24C4-AA525C843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95992"/>
            <a:ext cx="4195140" cy="5638831"/>
          </a:xfrm>
          <a:noFill/>
        </p:spPr>
        <p:txBody>
          <a:bodyPr anchor="ctr">
            <a:normAutofit/>
          </a:bodyPr>
          <a:lstStyle/>
          <a:p>
            <a:r>
              <a:rPr lang="en-US" sz="4800" dirty="0"/>
              <a:t>Some graph properties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9F16036-B316-3052-0082-6EE441BD34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9758725"/>
              </p:ext>
            </p:extLst>
          </p:nvPr>
        </p:nvGraphicFramePr>
        <p:xfrm>
          <a:off x="4915947" y="866585"/>
          <a:ext cx="6253722" cy="50561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7B6444D-192C-4ACA-92D6-F2CCACD82667}"/>
              </a:ext>
            </a:extLst>
          </p:cNvPr>
          <p:cNvSpPr txBox="1"/>
          <p:nvPr/>
        </p:nvSpPr>
        <p:spPr>
          <a:xfrm>
            <a:off x="463424" y="6221636"/>
            <a:ext cx="86798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https://medium.com/@sarinyaswift/intro-to-the-graph-data-structure-a8277c6a2ad9</a:t>
            </a:r>
            <a:endParaRPr lang="en-US" dirty="0">
              <a:solidFill>
                <a:srgbClr val="FFFF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08986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C3C66-D1C4-19D7-DB2A-74065BC98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Graphs in real life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6B8CC55-0D73-9294-DBED-CC2E1FC1F6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989063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29329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623F0F-6E35-5DD5-E065-029255830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Different types of graphs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8183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2D8853-C6A7-4BE0-964B-81847C3F9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Undirected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C07D2633-0C36-00B0-6B51-1767C33B4D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912" y="640080"/>
            <a:ext cx="5217383" cy="555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228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AA8D7B-77EE-CB72-A85D-0846A2AC0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3928BB3-47C4-D370-EDC0-FCAA5E0BF2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DCE4E8-694C-98FE-4959-97BDCED13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Directed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98641017-1305-7623-AFB4-9052892F3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41B9DD-B958-6746-3968-1DE7DB6BF4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47827" y="457200"/>
            <a:ext cx="5217383" cy="6160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892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E6C57F-5DE7-3438-4712-039C15F95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F739A0C-7A5E-2C47-36F4-D17410E58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CDD1F0-9C4F-4E87-10D4-7044FFE8C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Weighted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78FF1F3-AF98-0F69-7C9C-5FFEFB4F0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FDF84F-8079-836D-7EE8-0DE5D6DDC0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52912" y="640080"/>
            <a:ext cx="5217383" cy="555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46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9066A0-3822-DBE6-5D65-181A2A37B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Graph representation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8620E82-5DDE-F546-813F-F84452FB1A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5976323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22361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diagram of a graph&#10;&#10;AI-generated content may be incorrect.">
            <a:extLst>
              <a:ext uri="{FF2B5EF4-FFF2-40B4-BE49-F238E27FC236}">
                <a16:creationId xmlns:a16="http://schemas.microsoft.com/office/drawing/2014/main" id="{EB6C1715-5680-35C6-0785-089BA44897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029" y="643467"/>
            <a:ext cx="7477941" cy="557106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49C1C8A-3A3B-4A41-8147-01095889EFEC}"/>
              </a:ext>
            </a:extLst>
          </p:cNvPr>
          <p:cNvSpPr/>
          <p:nvPr/>
        </p:nvSpPr>
        <p:spPr>
          <a:xfrm>
            <a:off x="6485467" y="5444067"/>
            <a:ext cx="2540000" cy="376766"/>
          </a:xfrm>
          <a:prstGeom prst="rect">
            <a:avLst/>
          </a:prstGeom>
          <a:solidFill>
            <a:srgbClr val="F3F3F3"/>
          </a:solidFill>
          <a:ln>
            <a:solidFill>
              <a:srgbClr val="F3F3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216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blackboard with white text and white letters&#10;&#10;AI-generated content may be incorrect.">
            <a:extLst>
              <a:ext uri="{FF2B5EF4-FFF2-40B4-BE49-F238E27FC236}">
                <a16:creationId xmlns:a16="http://schemas.microsoft.com/office/drawing/2014/main" id="{1F01D850-E1E5-FC85-B182-DAACD44A8E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B2C54BC-25A9-6DA7-B040-DC8ECF27AE5A}"/>
              </a:ext>
            </a:extLst>
          </p:cNvPr>
          <p:cNvSpPr txBox="1"/>
          <p:nvPr/>
        </p:nvSpPr>
        <p:spPr>
          <a:xfrm>
            <a:off x="502920" y="1794510"/>
            <a:ext cx="4896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https://www.youtube.com/watch?v=ee6zIj4J3-Y</a:t>
            </a:r>
            <a:endParaRPr lang="en-US" dirty="0">
              <a:solidFill>
                <a:srgbClr val="FFFF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2501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2">
                <a:extLst>
                  <a:ext uri="{FF2B5EF4-FFF2-40B4-BE49-F238E27FC236}">
                    <a16:creationId xmlns:a16="http://schemas.microsoft.com/office/drawing/2014/main" id="{F2D9C891-583E-F628-BB61-15D621C53BF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193282683"/>
                  </p:ext>
                </p:extLst>
              </p:nvPr>
            </p:nvGraphicFramePr>
            <p:xfrm>
              <a:off x="838200" y="1825625"/>
              <a:ext cx="10515600" cy="4351338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5" name="Content Placeholder 2">
                <a:extLst>
                  <a:ext uri="{FF2B5EF4-FFF2-40B4-BE49-F238E27FC236}">
                    <a16:creationId xmlns:a16="http://schemas.microsoft.com/office/drawing/2014/main" id="{F2D9C891-583E-F628-BB61-15D621C53BF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193282683"/>
                  </p:ext>
                </p:extLst>
              </p:nvPr>
            </p:nvGraphicFramePr>
            <p:xfrm>
              <a:off x="838200" y="1825625"/>
              <a:ext cx="10515600" cy="4351338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329583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206F51-13C7-C962-280B-A18251FA3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93338"/>
            <a:ext cx="9144000" cy="32745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Graph Algorithms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05166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9C7E0A2C-7C0A-4AAC-B3B0-6C12B2EBA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D8481F-241C-86CA-5D56-D25FC2944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48587"/>
            <a:ext cx="914400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BFS – Breadth First Search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5DC3E9C-4D5F-407F-4573-1797F777F8CA}"/>
              </a:ext>
            </a:extLst>
          </p:cNvPr>
          <p:cNvSpPr txBox="1"/>
          <p:nvPr/>
        </p:nvSpPr>
        <p:spPr>
          <a:xfrm>
            <a:off x="3547641" y="4332813"/>
            <a:ext cx="50967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https://www.youtube.com/watch?v=xlVX7dXLS64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77787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diagram of a network&#10;&#10;AI-generated content may be incorrect.">
            <a:extLst>
              <a:ext uri="{FF2B5EF4-FFF2-40B4-BE49-F238E27FC236}">
                <a16:creationId xmlns:a16="http://schemas.microsoft.com/office/drawing/2014/main" id="{77A08172-A16B-32FC-534B-028012CC8E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1714" y="457200"/>
            <a:ext cx="8708571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6281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D4540-0966-4D87-7C22-49D23FC6C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8D4E91F-DCAE-4A8C-A9DE-1C7977E4BB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85756" y="226909"/>
            <a:ext cx="7820487" cy="6404182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D0BFC85-18A4-3DE9-96F6-21D7BFA54695}"/>
              </a:ext>
            </a:extLst>
          </p:cNvPr>
          <p:cNvSpPr/>
          <p:nvPr/>
        </p:nvSpPr>
        <p:spPr>
          <a:xfrm>
            <a:off x="1714500" y="2308860"/>
            <a:ext cx="8435340" cy="4434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6713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82984-B625-A6E9-D7F8-3EB3113FB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A1870A-B297-4DAA-6D34-6E858A9EC8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85756" y="226909"/>
            <a:ext cx="7820487" cy="6404182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6D4B23C-F920-DA12-294F-6B392E28625C}"/>
              </a:ext>
            </a:extLst>
          </p:cNvPr>
          <p:cNvSpPr/>
          <p:nvPr/>
        </p:nvSpPr>
        <p:spPr>
          <a:xfrm>
            <a:off x="1714500" y="4114800"/>
            <a:ext cx="843534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4210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98A5B-793C-BC07-AF22-941D731DC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4AFE385-207F-6227-EF05-D4CF1AC5E9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85756" y="226909"/>
            <a:ext cx="7820487" cy="6404182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271E435-4AAC-E0EC-F74C-133A4F926598}"/>
              </a:ext>
            </a:extLst>
          </p:cNvPr>
          <p:cNvSpPr/>
          <p:nvPr/>
        </p:nvSpPr>
        <p:spPr>
          <a:xfrm>
            <a:off x="1714500" y="4480560"/>
            <a:ext cx="8435340" cy="2263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3664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7C0B1-0CA0-0C15-758C-0575898CD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B83B46-C483-1EF9-39BC-AEB8BEEDE7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85756" y="226909"/>
            <a:ext cx="7820487" cy="6404182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4F21797-CF86-786A-C499-97AFAD389E0D}"/>
              </a:ext>
            </a:extLst>
          </p:cNvPr>
          <p:cNvSpPr/>
          <p:nvPr/>
        </p:nvSpPr>
        <p:spPr>
          <a:xfrm>
            <a:off x="1714500" y="5863590"/>
            <a:ext cx="8435340" cy="88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7560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A6AAD-BAFD-EB54-CFA8-E26052A99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C5DFB2-19F4-13D6-63A7-AAEA90A9AE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85756" y="226909"/>
            <a:ext cx="7820487" cy="6404182"/>
          </a:xfrm>
        </p:spPr>
      </p:pic>
    </p:spTree>
    <p:extLst>
      <p:ext uri="{BB962C8B-B14F-4D97-AF65-F5344CB8AC3E}">
        <p14:creationId xmlns:p14="http://schemas.microsoft.com/office/powerpoint/2010/main" val="21907550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095C1F4-AE7F-44E4-8693-40D3D6831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-15978"/>
            <a:ext cx="7147352" cy="5876916"/>
            <a:chOff x="329184" y="-99107"/>
            <a:chExt cx="524256" cy="5876916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-99107"/>
              <a:ext cx="524256" cy="563122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1055718"/>
            <a:ext cx="10999072" cy="33583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2534E0-1487-2429-D4CA-49DF472A6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584683"/>
            <a:ext cx="9144000" cy="25518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DFS – Depth First Search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28F942-00DC-F748-9B05-69942C7C1F4B}"/>
              </a:ext>
            </a:extLst>
          </p:cNvPr>
          <p:cNvSpPr txBox="1"/>
          <p:nvPr/>
        </p:nvSpPr>
        <p:spPr>
          <a:xfrm>
            <a:off x="3471471" y="3428682"/>
            <a:ext cx="52431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https://www.youtube.com/watch?v=PMMc4VsIacU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1688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diagram of a network&#10;&#10;AI-generated content may be incorrect.">
            <a:extLst>
              <a:ext uri="{FF2B5EF4-FFF2-40B4-BE49-F238E27FC236}">
                <a16:creationId xmlns:a16="http://schemas.microsoft.com/office/drawing/2014/main" id="{58305609-5BC1-8858-EC8A-A3DEE2A902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778764"/>
            <a:ext cx="11277600" cy="5300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3455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082FFA-F974-B131-6D68-A02F61BFA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2 DFS Variations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81F56B9-1DED-5751-19AF-AD8D33A307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8970775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510880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C7E0A2C-7C0A-4AAC-B3B0-6C12B2EBA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8AF3FD-F103-7276-5A1E-1DE221C53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48587"/>
            <a:ext cx="914400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Preorder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08070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B798DC4-67B2-F41E-87F9-598CD48177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067" y="461192"/>
            <a:ext cx="8553865" cy="5935615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0EAE01A-AF48-5E94-1249-6E9E905DC015}"/>
              </a:ext>
            </a:extLst>
          </p:cNvPr>
          <p:cNvSpPr/>
          <p:nvPr/>
        </p:nvSpPr>
        <p:spPr>
          <a:xfrm>
            <a:off x="1062990" y="2891790"/>
            <a:ext cx="9601200" cy="3966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1481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011F6-560E-F608-DCD3-4B5FC6738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B5CFD74-08C1-55BD-85F8-EC1486D576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067" y="461192"/>
            <a:ext cx="8553865" cy="5935615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6A25C84-9AFA-F5BE-8BA5-39EE17AD8F59}"/>
              </a:ext>
            </a:extLst>
          </p:cNvPr>
          <p:cNvSpPr/>
          <p:nvPr/>
        </p:nvSpPr>
        <p:spPr>
          <a:xfrm>
            <a:off x="1062990" y="4617720"/>
            <a:ext cx="9601200" cy="2240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7181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3A7EC-3315-857C-EE59-D20949E4A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A672405-4B7B-05FE-8958-11E08CFFAD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067" y="461192"/>
            <a:ext cx="8553865" cy="5935615"/>
          </a:xfrm>
        </p:spPr>
      </p:pic>
    </p:spTree>
    <p:extLst>
      <p:ext uri="{BB962C8B-B14F-4D97-AF65-F5344CB8AC3E}">
        <p14:creationId xmlns:p14="http://schemas.microsoft.com/office/powerpoint/2010/main" val="20755118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6FC0AD-B8CA-7405-7F0D-3BD196027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7909" y="2023110"/>
            <a:ext cx="2469624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Post-order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A409446-A3CD-C8ED-0BD0-2674A13479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796" y="858525"/>
            <a:ext cx="6903188" cy="521190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2941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48B49-6135-48B6-AC0F-97E5D8D1F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D3F467-5437-9881-E46B-24FA2EDEA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9766" y="1146412"/>
            <a:ext cx="9014348" cy="240200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Topological sort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" y="4374554"/>
            <a:ext cx="12192007" cy="24834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40655" y="4374554"/>
            <a:ext cx="4051344" cy="2483446"/>
          </a:xfrm>
          <a:prstGeom prst="rect">
            <a:avLst/>
          </a:prstGeom>
          <a:gradFill>
            <a:gsLst>
              <a:gs pos="4000">
                <a:schemeClr val="accent1">
                  <a:alpha val="21000"/>
                </a:schemeClr>
              </a:gs>
              <a:gs pos="83000">
                <a:schemeClr val="accent1">
                  <a:lumMod val="50000"/>
                  <a:alpha val="61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56AC18-FB41-4977-8B0C-F5082335A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379429"/>
            <a:ext cx="12191984" cy="1953928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5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" y="4380927"/>
            <a:ext cx="12192000" cy="2019443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45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D1D94-EC1B-4E01-44EB-7EB6EA2A4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9765" y="4892722"/>
            <a:ext cx="6387155" cy="10781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Directed, acyclic graphs</a:t>
            </a:r>
          </a:p>
        </p:txBody>
      </p:sp>
    </p:spTree>
    <p:extLst>
      <p:ext uri="{BB962C8B-B14F-4D97-AF65-F5344CB8AC3E}">
        <p14:creationId xmlns:p14="http://schemas.microsoft.com/office/powerpoint/2010/main" val="25015041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74494-7348-B6E9-8CA8-3DDB61A47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2F7FFAC-3E6B-88A4-2A69-A747C86EC81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818712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372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diagram of a network&#10;&#10;AI-generated content may be incorrect.">
            <a:extLst>
              <a:ext uri="{FF2B5EF4-FFF2-40B4-BE49-F238E27FC236}">
                <a16:creationId xmlns:a16="http://schemas.microsoft.com/office/drawing/2014/main" id="{D7B2AC78-188D-C6A1-81B9-492F9CAAFE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057149"/>
            <a:ext cx="10905066" cy="474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1670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E6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D823E808-141D-8097-977D-382A1B0EA0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815" y="643467"/>
            <a:ext cx="10870370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5778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0B5C3D-B1CB-0DEF-0114-2FD94AFD5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8CB0C3-B8EF-39D0-8AA7-417C4CE09F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765416" y="457200"/>
            <a:ext cx="10661168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4667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1CA8C0-B657-405F-D101-82ED4617A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D763054-E25C-7405-0A14-C123F2B3D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BE0AD43-A0EB-B2F5-1BE6-C7A8165C1E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DE84D61-625E-FC6F-599E-CCA76C72E4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6D89EFF-0652-A656-ADF2-BA4FC7C61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9AD25C-5F56-69C6-8D69-91D99357B8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5033" y="691301"/>
            <a:ext cx="10661168" cy="547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6598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B1E897-2FFD-A17B-2F8A-DE086F60F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B9D81C9-DFAC-D9A5-AF29-4A61B4B33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25D7C18-F7F4-3D22-E4E6-9B5DEB579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C44EC9F-347F-A9B0-5617-F283ABBB6F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54ED8D-FD5A-3BEE-B5E5-76493F972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65A414-C60F-53FA-C5B8-CE5AD0B3B9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5033" y="691301"/>
            <a:ext cx="10661168" cy="547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6542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AE4270-8313-CBA3-EB7F-552C4F881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CD6FB7E-446C-CB56-EBBB-9BA4FDAB1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F66CBA5-3951-9502-C4AD-59826097CC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A1E7E69-363C-59B1-1F3F-A7AE56D2C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589F249-97CE-7C24-50E8-E73DF1AAB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C16757-00F1-C1D1-4EFD-07E7D3D43B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5033" y="499955"/>
            <a:ext cx="10661168" cy="5857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7193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EF679F-CFFC-EF6B-9088-90D487F1A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D8588AD-D01B-D836-C752-1CAB2E16A8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D16827-3682-6C0C-68E4-365D784CF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40EC1A6-F2AE-4171-545D-D21F92AA1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FB4BA23-114E-B173-A3F9-1130F1363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E00DE9-8EDF-FA24-1B97-94966392E3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5033" y="228601"/>
            <a:ext cx="10661168" cy="6129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8441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9908EC-C8D4-480B-5B25-7657726FB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>
                <a:solidFill>
                  <a:schemeClr val="bg1">
                    <a:lumMod val="95000"/>
                    <a:lumOff val="5000"/>
                  </a:schemeClr>
                </a:solidFill>
              </a:rPr>
              <a:t>Reversing a post-order DFS always gives a valid topological sort.</a:t>
            </a:r>
          </a:p>
        </p:txBody>
      </p:sp>
    </p:spTree>
    <p:extLst>
      <p:ext uri="{BB962C8B-B14F-4D97-AF65-F5344CB8AC3E}">
        <p14:creationId xmlns:p14="http://schemas.microsoft.com/office/powerpoint/2010/main" val="24517572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87D6B-BB25-9F27-D1B3-589064047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F.Y.I.</a:t>
            </a:r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4E39F16-2578-8198-28BB-6E3744C1F9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4670" y="190310"/>
            <a:ext cx="7785077" cy="6477380"/>
          </a:xfrm>
        </p:spPr>
      </p:pic>
    </p:spTree>
    <p:extLst>
      <p:ext uri="{BB962C8B-B14F-4D97-AF65-F5344CB8AC3E}">
        <p14:creationId xmlns:p14="http://schemas.microsoft.com/office/powerpoint/2010/main" val="3111174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204</Words>
  <Application>Microsoft Office PowerPoint</Application>
  <PresentationFormat>Widescreen</PresentationFormat>
  <Paragraphs>49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39</vt:i4>
      </vt:variant>
    </vt:vector>
  </HeadingPairs>
  <TitlesOfParts>
    <vt:vector size="47" baseType="lpstr">
      <vt:lpstr>Aptos</vt:lpstr>
      <vt:lpstr>Aptos Display</vt:lpstr>
      <vt:lpstr>Arial</vt:lpstr>
      <vt:lpstr>Calibri</vt:lpstr>
      <vt:lpstr>Cambria Math</vt:lpstr>
      <vt:lpstr>Wingdings</vt:lpstr>
      <vt:lpstr>Office Theme</vt:lpstr>
      <vt:lpstr>1_Office Theme</vt:lpstr>
      <vt:lpstr>Data Structures and Algorithms I.</vt:lpstr>
      <vt:lpstr>Graph</vt:lpstr>
      <vt:lpstr>Some graph properties</vt:lpstr>
      <vt:lpstr>Graphs in real life</vt:lpstr>
      <vt:lpstr>Different types of graphs</vt:lpstr>
      <vt:lpstr>Undirected</vt:lpstr>
      <vt:lpstr>Directed</vt:lpstr>
      <vt:lpstr>Weighted</vt:lpstr>
      <vt:lpstr>Graph representation</vt:lpstr>
      <vt:lpstr>PowerPoint Presentation</vt:lpstr>
      <vt:lpstr>PowerPoint Presentation</vt:lpstr>
      <vt:lpstr>PowerPoint Presentation</vt:lpstr>
      <vt:lpstr>Graph Algorithms</vt:lpstr>
      <vt:lpstr>BFS – Breadth First Search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DFS – Depth First Search</vt:lpstr>
      <vt:lpstr>PowerPoint Presentation</vt:lpstr>
      <vt:lpstr>2 DFS Variations</vt:lpstr>
      <vt:lpstr>Preorder</vt:lpstr>
      <vt:lpstr>PowerPoint Presentation</vt:lpstr>
      <vt:lpstr>PowerPoint Presentation</vt:lpstr>
      <vt:lpstr>PowerPoint Presentation</vt:lpstr>
      <vt:lpstr>Post-order</vt:lpstr>
      <vt:lpstr>Topological sort</vt:lpstr>
      <vt:lpstr>Meaning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Reversing a post-order DFS always gives a valid topological sort.</vt:lpstr>
      <vt:lpstr>F.Y.I.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Nagy Róbert</dc:creator>
  <cp:lastModifiedBy>Nagy Róbert</cp:lastModifiedBy>
  <cp:revision>14</cp:revision>
  <dcterms:created xsi:type="dcterms:W3CDTF">2025-09-06T15:52:28Z</dcterms:created>
  <dcterms:modified xsi:type="dcterms:W3CDTF">2026-04-02T15:01:20Z</dcterms:modified>
</cp:coreProperties>
</file>