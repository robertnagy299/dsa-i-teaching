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60" r:id="rId4"/>
    <p:sldId id="258" r:id="rId5"/>
    <p:sldId id="261" r:id="rId6"/>
    <p:sldId id="265" r:id="rId7"/>
    <p:sldId id="266" r:id="rId8"/>
    <p:sldId id="259" r:id="rId9"/>
    <p:sldId id="262" r:id="rId10"/>
    <p:sldId id="263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3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2E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AE1614-A216-4A5C-B7C2-85C5784DDC9C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A86AB7D-ED05-43D3-8CA9-789D19CE0464}">
      <dgm:prSet/>
      <dgm:spPr/>
      <dgm:t>
        <a:bodyPr/>
        <a:lstStyle/>
        <a:p>
          <a:r>
            <a:rPr lang="en-US" b="1" i="1" dirty="0"/>
            <a:t>Ordered</a:t>
          </a:r>
        </a:p>
      </dgm:t>
    </dgm:pt>
    <dgm:pt modelId="{A28FD3CE-C909-443F-83C6-8130E6A8CF8F}" type="parTrans" cxnId="{1BDA2724-B2F0-434C-8896-A1DDF06B68A3}">
      <dgm:prSet/>
      <dgm:spPr/>
      <dgm:t>
        <a:bodyPr/>
        <a:lstStyle/>
        <a:p>
          <a:endParaRPr lang="en-US"/>
        </a:p>
      </dgm:t>
    </dgm:pt>
    <dgm:pt modelId="{11C8D572-66C7-4AA0-A3AE-1F0618CEDAB4}" type="sibTrans" cxnId="{1BDA2724-B2F0-434C-8896-A1DDF06B68A3}">
      <dgm:prSet/>
      <dgm:spPr/>
      <dgm:t>
        <a:bodyPr/>
        <a:lstStyle/>
        <a:p>
          <a:endParaRPr lang="en-US"/>
        </a:p>
      </dgm:t>
    </dgm:pt>
    <dgm:pt modelId="{99226C1E-F04C-4A8C-BC09-8A94CB5FA9A4}">
      <dgm:prSet/>
      <dgm:spPr/>
      <dgm:t>
        <a:bodyPr/>
        <a:lstStyle/>
        <a:p>
          <a:r>
            <a:rPr lang="en-US"/>
            <a:t>Unordered</a:t>
          </a:r>
        </a:p>
      </dgm:t>
    </dgm:pt>
    <dgm:pt modelId="{2C55D0A9-4E17-4DCF-92B9-EADA200F3DE7}" type="parTrans" cxnId="{C7B07A1A-25F9-4BBC-8F75-872F89EEE990}">
      <dgm:prSet/>
      <dgm:spPr/>
      <dgm:t>
        <a:bodyPr/>
        <a:lstStyle/>
        <a:p>
          <a:endParaRPr lang="en-US"/>
        </a:p>
      </dgm:t>
    </dgm:pt>
    <dgm:pt modelId="{BEEABD06-D477-4725-BDBE-E930ABE3E003}" type="sibTrans" cxnId="{C7B07A1A-25F9-4BBC-8F75-872F89EEE990}">
      <dgm:prSet/>
      <dgm:spPr/>
      <dgm:t>
        <a:bodyPr/>
        <a:lstStyle/>
        <a:p>
          <a:endParaRPr lang="en-US"/>
        </a:p>
      </dgm:t>
    </dgm:pt>
    <dgm:pt modelId="{83A42C5F-35EA-42C5-AFE0-2C2C8B003EA5}" type="pres">
      <dgm:prSet presAssocID="{09AE1614-A216-4A5C-B7C2-85C5784DDC9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13A8741-DF47-4403-B78E-1CF09CB5C3E8}" type="pres">
      <dgm:prSet presAssocID="{5A86AB7D-ED05-43D3-8CA9-789D19CE0464}" presName="hierRoot1" presStyleCnt="0"/>
      <dgm:spPr/>
    </dgm:pt>
    <dgm:pt modelId="{4A26511D-DB8D-4474-8898-710C5F0C76E5}" type="pres">
      <dgm:prSet presAssocID="{5A86AB7D-ED05-43D3-8CA9-789D19CE0464}" presName="composite" presStyleCnt="0"/>
      <dgm:spPr/>
    </dgm:pt>
    <dgm:pt modelId="{7E3126C0-EED0-4175-B303-F3A5D492A5C5}" type="pres">
      <dgm:prSet presAssocID="{5A86AB7D-ED05-43D3-8CA9-789D19CE0464}" presName="background" presStyleLbl="node0" presStyleIdx="0" presStyleCnt="2"/>
      <dgm:spPr/>
    </dgm:pt>
    <dgm:pt modelId="{284E9554-6BC7-4AEA-9E74-29F902B84B09}" type="pres">
      <dgm:prSet presAssocID="{5A86AB7D-ED05-43D3-8CA9-789D19CE0464}" presName="text" presStyleLbl="fgAcc0" presStyleIdx="0" presStyleCnt="2">
        <dgm:presLayoutVars>
          <dgm:chPref val="3"/>
        </dgm:presLayoutVars>
      </dgm:prSet>
      <dgm:spPr/>
    </dgm:pt>
    <dgm:pt modelId="{E361AA27-A285-4091-9977-751DFA4A477A}" type="pres">
      <dgm:prSet presAssocID="{5A86AB7D-ED05-43D3-8CA9-789D19CE0464}" presName="hierChild2" presStyleCnt="0"/>
      <dgm:spPr/>
    </dgm:pt>
    <dgm:pt modelId="{71DCC057-3DD1-4D84-B59D-563DA0CD2E59}" type="pres">
      <dgm:prSet presAssocID="{99226C1E-F04C-4A8C-BC09-8A94CB5FA9A4}" presName="hierRoot1" presStyleCnt="0"/>
      <dgm:spPr/>
    </dgm:pt>
    <dgm:pt modelId="{CB9065C0-B27E-43BD-B895-5841317A3001}" type="pres">
      <dgm:prSet presAssocID="{99226C1E-F04C-4A8C-BC09-8A94CB5FA9A4}" presName="composite" presStyleCnt="0"/>
      <dgm:spPr/>
    </dgm:pt>
    <dgm:pt modelId="{4A54EFFF-847F-410E-8503-02B0333F6940}" type="pres">
      <dgm:prSet presAssocID="{99226C1E-F04C-4A8C-BC09-8A94CB5FA9A4}" presName="background" presStyleLbl="node0" presStyleIdx="1" presStyleCnt="2"/>
      <dgm:spPr/>
    </dgm:pt>
    <dgm:pt modelId="{E610FC33-3981-4696-A1F0-CD6E0824986E}" type="pres">
      <dgm:prSet presAssocID="{99226C1E-F04C-4A8C-BC09-8A94CB5FA9A4}" presName="text" presStyleLbl="fgAcc0" presStyleIdx="1" presStyleCnt="2">
        <dgm:presLayoutVars>
          <dgm:chPref val="3"/>
        </dgm:presLayoutVars>
      </dgm:prSet>
      <dgm:spPr/>
    </dgm:pt>
    <dgm:pt modelId="{9D76C63C-9BB9-4CF9-83A7-596F7A9C9456}" type="pres">
      <dgm:prSet presAssocID="{99226C1E-F04C-4A8C-BC09-8A94CB5FA9A4}" presName="hierChild2" presStyleCnt="0"/>
      <dgm:spPr/>
    </dgm:pt>
  </dgm:ptLst>
  <dgm:cxnLst>
    <dgm:cxn modelId="{C7B07A1A-25F9-4BBC-8F75-872F89EEE990}" srcId="{09AE1614-A216-4A5C-B7C2-85C5784DDC9C}" destId="{99226C1E-F04C-4A8C-BC09-8A94CB5FA9A4}" srcOrd="1" destOrd="0" parTransId="{2C55D0A9-4E17-4DCF-92B9-EADA200F3DE7}" sibTransId="{BEEABD06-D477-4725-BDBE-E930ABE3E003}"/>
    <dgm:cxn modelId="{1BDA2724-B2F0-434C-8896-A1DDF06B68A3}" srcId="{09AE1614-A216-4A5C-B7C2-85C5784DDC9C}" destId="{5A86AB7D-ED05-43D3-8CA9-789D19CE0464}" srcOrd="0" destOrd="0" parTransId="{A28FD3CE-C909-443F-83C6-8130E6A8CF8F}" sibTransId="{11C8D572-66C7-4AA0-A3AE-1F0618CEDAB4}"/>
    <dgm:cxn modelId="{D3FD7687-F7B5-401F-8329-63DA72EA63E8}" type="presOf" srcId="{09AE1614-A216-4A5C-B7C2-85C5784DDC9C}" destId="{83A42C5F-35EA-42C5-AFE0-2C2C8B003EA5}" srcOrd="0" destOrd="0" presId="urn:microsoft.com/office/officeart/2005/8/layout/hierarchy1"/>
    <dgm:cxn modelId="{3572ADAC-F9A3-4ED4-B8B3-4C408064A442}" type="presOf" srcId="{5A86AB7D-ED05-43D3-8CA9-789D19CE0464}" destId="{284E9554-6BC7-4AEA-9E74-29F902B84B09}" srcOrd="0" destOrd="0" presId="urn:microsoft.com/office/officeart/2005/8/layout/hierarchy1"/>
    <dgm:cxn modelId="{7C8694D8-A09F-4CA2-BE80-475A818A2598}" type="presOf" srcId="{99226C1E-F04C-4A8C-BC09-8A94CB5FA9A4}" destId="{E610FC33-3981-4696-A1F0-CD6E0824986E}" srcOrd="0" destOrd="0" presId="urn:microsoft.com/office/officeart/2005/8/layout/hierarchy1"/>
    <dgm:cxn modelId="{87FA5E37-6F1E-4BD3-9F5C-877EE99600D7}" type="presParOf" srcId="{83A42C5F-35EA-42C5-AFE0-2C2C8B003EA5}" destId="{613A8741-DF47-4403-B78E-1CF09CB5C3E8}" srcOrd="0" destOrd="0" presId="urn:microsoft.com/office/officeart/2005/8/layout/hierarchy1"/>
    <dgm:cxn modelId="{F7EA3164-4E45-4276-A288-DCB53FD989B3}" type="presParOf" srcId="{613A8741-DF47-4403-B78E-1CF09CB5C3E8}" destId="{4A26511D-DB8D-4474-8898-710C5F0C76E5}" srcOrd="0" destOrd="0" presId="urn:microsoft.com/office/officeart/2005/8/layout/hierarchy1"/>
    <dgm:cxn modelId="{35D84812-1480-4547-B211-007800ACC733}" type="presParOf" srcId="{4A26511D-DB8D-4474-8898-710C5F0C76E5}" destId="{7E3126C0-EED0-4175-B303-F3A5D492A5C5}" srcOrd="0" destOrd="0" presId="urn:microsoft.com/office/officeart/2005/8/layout/hierarchy1"/>
    <dgm:cxn modelId="{F1814BAA-067A-4EBC-B489-6F58AA59A05B}" type="presParOf" srcId="{4A26511D-DB8D-4474-8898-710C5F0C76E5}" destId="{284E9554-6BC7-4AEA-9E74-29F902B84B09}" srcOrd="1" destOrd="0" presId="urn:microsoft.com/office/officeart/2005/8/layout/hierarchy1"/>
    <dgm:cxn modelId="{0FFBDE16-EEB9-4D2B-8026-CDA1E9FF495A}" type="presParOf" srcId="{613A8741-DF47-4403-B78E-1CF09CB5C3E8}" destId="{E361AA27-A285-4091-9977-751DFA4A477A}" srcOrd="1" destOrd="0" presId="urn:microsoft.com/office/officeart/2005/8/layout/hierarchy1"/>
    <dgm:cxn modelId="{4F5B4206-D25F-4BE2-869D-F20B8A42E578}" type="presParOf" srcId="{83A42C5F-35EA-42C5-AFE0-2C2C8B003EA5}" destId="{71DCC057-3DD1-4D84-B59D-563DA0CD2E59}" srcOrd="1" destOrd="0" presId="urn:microsoft.com/office/officeart/2005/8/layout/hierarchy1"/>
    <dgm:cxn modelId="{9BD9FC82-A7BF-479D-8D50-064CF464EFB2}" type="presParOf" srcId="{71DCC057-3DD1-4D84-B59D-563DA0CD2E59}" destId="{CB9065C0-B27E-43BD-B895-5841317A3001}" srcOrd="0" destOrd="0" presId="urn:microsoft.com/office/officeart/2005/8/layout/hierarchy1"/>
    <dgm:cxn modelId="{6FCB26B5-FC3B-4044-AF98-332BE7A8ABA9}" type="presParOf" srcId="{CB9065C0-B27E-43BD-B895-5841317A3001}" destId="{4A54EFFF-847F-410E-8503-02B0333F6940}" srcOrd="0" destOrd="0" presId="urn:microsoft.com/office/officeart/2005/8/layout/hierarchy1"/>
    <dgm:cxn modelId="{013ABF8E-2571-41B9-9E49-6290DF4CBBD7}" type="presParOf" srcId="{CB9065C0-B27E-43BD-B895-5841317A3001}" destId="{E610FC33-3981-4696-A1F0-CD6E0824986E}" srcOrd="1" destOrd="0" presId="urn:microsoft.com/office/officeart/2005/8/layout/hierarchy1"/>
    <dgm:cxn modelId="{A8CAF401-F701-463C-8D87-354D3EC55385}" type="presParOf" srcId="{71DCC057-3DD1-4D84-B59D-563DA0CD2E59}" destId="{9D76C63C-9BB9-4CF9-83A7-596F7A9C945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104E0B-E926-45C7-9884-D97774D8854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71CCC39-35E8-40AF-BDE3-8E05A4081BD1}">
      <dgm:prSet/>
      <dgm:spPr/>
      <dgm:t>
        <a:bodyPr/>
        <a:lstStyle/>
        <a:p>
          <a:r>
            <a:rPr lang="en-US" b="1" i="1"/>
            <a:t>Ordered</a:t>
          </a:r>
          <a:endParaRPr lang="en-US"/>
        </a:p>
      </dgm:t>
    </dgm:pt>
    <dgm:pt modelId="{55679B70-2D36-40A3-AC61-F52B74AE82EF}" type="parTrans" cxnId="{E42A52CC-B72A-4BCE-A6E3-9D99BA8C8B3B}">
      <dgm:prSet/>
      <dgm:spPr/>
      <dgm:t>
        <a:bodyPr/>
        <a:lstStyle/>
        <a:p>
          <a:endParaRPr lang="en-US"/>
        </a:p>
      </dgm:t>
    </dgm:pt>
    <dgm:pt modelId="{9F8C1736-2E1C-4996-BD82-07C6433F42F2}" type="sibTrans" cxnId="{E42A52CC-B72A-4BCE-A6E3-9D99BA8C8B3B}">
      <dgm:prSet/>
      <dgm:spPr/>
      <dgm:t>
        <a:bodyPr/>
        <a:lstStyle/>
        <a:p>
          <a:endParaRPr lang="en-US"/>
        </a:p>
      </dgm:t>
    </dgm:pt>
    <dgm:pt modelId="{2359F6E0-FB31-4AE6-9D15-F82B751E15D5}">
      <dgm:prSet/>
      <dgm:spPr/>
      <dgm:t>
        <a:bodyPr/>
        <a:lstStyle/>
        <a:p>
          <a:r>
            <a:rPr lang="en-US"/>
            <a:t>Unordered</a:t>
          </a:r>
        </a:p>
      </dgm:t>
    </dgm:pt>
    <dgm:pt modelId="{1980A2C3-E404-47F2-AF28-2AD275283123}" type="parTrans" cxnId="{D9A9195D-14C8-4A99-880C-568984C0101A}">
      <dgm:prSet/>
      <dgm:spPr/>
      <dgm:t>
        <a:bodyPr/>
        <a:lstStyle/>
        <a:p>
          <a:endParaRPr lang="en-US"/>
        </a:p>
      </dgm:t>
    </dgm:pt>
    <dgm:pt modelId="{CB06576E-89F9-4746-8EF1-7C7956158610}" type="sibTrans" cxnId="{D9A9195D-14C8-4A99-880C-568984C0101A}">
      <dgm:prSet/>
      <dgm:spPr/>
      <dgm:t>
        <a:bodyPr/>
        <a:lstStyle/>
        <a:p>
          <a:endParaRPr lang="en-US"/>
        </a:p>
      </dgm:t>
    </dgm:pt>
    <dgm:pt modelId="{AF2F8F2E-D70E-43C8-9F8C-D674B1F030A4}" type="pres">
      <dgm:prSet presAssocID="{38104E0B-E926-45C7-9884-D97774D8854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D5665AF-68C3-481C-B392-6796F333B68B}" type="pres">
      <dgm:prSet presAssocID="{571CCC39-35E8-40AF-BDE3-8E05A4081BD1}" presName="hierRoot1" presStyleCnt="0"/>
      <dgm:spPr/>
    </dgm:pt>
    <dgm:pt modelId="{BA18B62D-B603-4799-A900-EE79BF1F8F5D}" type="pres">
      <dgm:prSet presAssocID="{571CCC39-35E8-40AF-BDE3-8E05A4081BD1}" presName="composite" presStyleCnt="0"/>
      <dgm:spPr/>
    </dgm:pt>
    <dgm:pt modelId="{4EB4D35B-F7A5-4D20-8FF9-E9721F7F0687}" type="pres">
      <dgm:prSet presAssocID="{571CCC39-35E8-40AF-BDE3-8E05A4081BD1}" presName="background" presStyleLbl="node0" presStyleIdx="0" presStyleCnt="2"/>
      <dgm:spPr/>
    </dgm:pt>
    <dgm:pt modelId="{C14DA880-7066-42E9-B116-1066DBB53611}" type="pres">
      <dgm:prSet presAssocID="{571CCC39-35E8-40AF-BDE3-8E05A4081BD1}" presName="text" presStyleLbl="fgAcc0" presStyleIdx="0" presStyleCnt="2">
        <dgm:presLayoutVars>
          <dgm:chPref val="3"/>
        </dgm:presLayoutVars>
      </dgm:prSet>
      <dgm:spPr/>
    </dgm:pt>
    <dgm:pt modelId="{58CFF8E0-0664-4BA4-AA9D-F070F2AFEF39}" type="pres">
      <dgm:prSet presAssocID="{571CCC39-35E8-40AF-BDE3-8E05A4081BD1}" presName="hierChild2" presStyleCnt="0"/>
      <dgm:spPr/>
    </dgm:pt>
    <dgm:pt modelId="{B7C3B2FE-F55F-443A-A2E4-C09533CF4D5B}" type="pres">
      <dgm:prSet presAssocID="{2359F6E0-FB31-4AE6-9D15-F82B751E15D5}" presName="hierRoot1" presStyleCnt="0"/>
      <dgm:spPr/>
    </dgm:pt>
    <dgm:pt modelId="{89810E1E-2AC0-4756-AE80-48481224808D}" type="pres">
      <dgm:prSet presAssocID="{2359F6E0-FB31-4AE6-9D15-F82B751E15D5}" presName="composite" presStyleCnt="0"/>
      <dgm:spPr/>
    </dgm:pt>
    <dgm:pt modelId="{627FE7A1-FCA8-4890-A09D-AA5C71E3CDA4}" type="pres">
      <dgm:prSet presAssocID="{2359F6E0-FB31-4AE6-9D15-F82B751E15D5}" presName="background" presStyleLbl="node0" presStyleIdx="1" presStyleCnt="2"/>
      <dgm:spPr/>
    </dgm:pt>
    <dgm:pt modelId="{2D60EF72-1405-4AC4-BCDC-58461111F4E2}" type="pres">
      <dgm:prSet presAssocID="{2359F6E0-FB31-4AE6-9D15-F82B751E15D5}" presName="text" presStyleLbl="fgAcc0" presStyleIdx="1" presStyleCnt="2">
        <dgm:presLayoutVars>
          <dgm:chPref val="3"/>
        </dgm:presLayoutVars>
      </dgm:prSet>
      <dgm:spPr/>
    </dgm:pt>
    <dgm:pt modelId="{B50C4FB0-6A34-4C0E-BBA5-B969348C6AD1}" type="pres">
      <dgm:prSet presAssocID="{2359F6E0-FB31-4AE6-9D15-F82B751E15D5}" presName="hierChild2" presStyleCnt="0"/>
      <dgm:spPr/>
    </dgm:pt>
  </dgm:ptLst>
  <dgm:cxnLst>
    <dgm:cxn modelId="{58C67B1D-F214-4E02-B74F-7C3484390BE9}" type="presOf" srcId="{38104E0B-E926-45C7-9884-D97774D88549}" destId="{AF2F8F2E-D70E-43C8-9F8C-D674B1F030A4}" srcOrd="0" destOrd="0" presId="urn:microsoft.com/office/officeart/2005/8/layout/hierarchy1"/>
    <dgm:cxn modelId="{D9A9195D-14C8-4A99-880C-568984C0101A}" srcId="{38104E0B-E926-45C7-9884-D97774D88549}" destId="{2359F6E0-FB31-4AE6-9D15-F82B751E15D5}" srcOrd="1" destOrd="0" parTransId="{1980A2C3-E404-47F2-AF28-2AD275283123}" sibTransId="{CB06576E-89F9-4746-8EF1-7C7956158610}"/>
    <dgm:cxn modelId="{CADAADAF-7687-44AD-9B33-FE0F97584C50}" type="presOf" srcId="{571CCC39-35E8-40AF-BDE3-8E05A4081BD1}" destId="{C14DA880-7066-42E9-B116-1066DBB53611}" srcOrd="0" destOrd="0" presId="urn:microsoft.com/office/officeart/2005/8/layout/hierarchy1"/>
    <dgm:cxn modelId="{64CE44BC-AC96-4FC4-A014-C5D1F2863FE5}" type="presOf" srcId="{2359F6E0-FB31-4AE6-9D15-F82B751E15D5}" destId="{2D60EF72-1405-4AC4-BCDC-58461111F4E2}" srcOrd="0" destOrd="0" presId="urn:microsoft.com/office/officeart/2005/8/layout/hierarchy1"/>
    <dgm:cxn modelId="{E42A52CC-B72A-4BCE-A6E3-9D99BA8C8B3B}" srcId="{38104E0B-E926-45C7-9884-D97774D88549}" destId="{571CCC39-35E8-40AF-BDE3-8E05A4081BD1}" srcOrd="0" destOrd="0" parTransId="{55679B70-2D36-40A3-AC61-F52B74AE82EF}" sibTransId="{9F8C1736-2E1C-4996-BD82-07C6433F42F2}"/>
    <dgm:cxn modelId="{A8AB261F-DA16-4964-B1FE-7676298D2880}" type="presParOf" srcId="{AF2F8F2E-D70E-43C8-9F8C-D674B1F030A4}" destId="{ED5665AF-68C3-481C-B392-6796F333B68B}" srcOrd="0" destOrd="0" presId="urn:microsoft.com/office/officeart/2005/8/layout/hierarchy1"/>
    <dgm:cxn modelId="{402D1570-249A-4CDD-A54D-DAF0CB41692F}" type="presParOf" srcId="{ED5665AF-68C3-481C-B392-6796F333B68B}" destId="{BA18B62D-B603-4799-A900-EE79BF1F8F5D}" srcOrd="0" destOrd="0" presId="urn:microsoft.com/office/officeart/2005/8/layout/hierarchy1"/>
    <dgm:cxn modelId="{04946A5A-4A7F-47F3-A2B7-430462D516B5}" type="presParOf" srcId="{BA18B62D-B603-4799-A900-EE79BF1F8F5D}" destId="{4EB4D35B-F7A5-4D20-8FF9-E9721F7F0687}" srcOrd="0" destOrd="0" presId="urn:microsoft.com/office/officeart/2005/8/layout/hierarchy1"/>
    <dgm:cxn modelId="{570CFA87-261E-4BB3-8ED3-E2B6033EE861}" type="presParOf" srcId="{BA18B62D-B603-4799-A900-EE79BF1F8F5D}" destId="{C14DA880-7066-42E9-B116-1066DBB53611}" srcOrd="1" destOrd="0" presId="urn:microsoft.com/office/officeart/2005/8/layout/hierarchy1"/>
    <dgm:cxn modelId="{983DD2EE-4178-46C3-B98D-B4D38CC30814}" type="presParOf" srcId="{ED5665AF-68C3-481C-B392-6796F333B68B}" destId="{58CFF8E0-0664-4BA4-AA9D-F070F2AFEF39}" srcOrd="1" destOrd="0" presId="urn:microsoft.com/office/officeart/2005/8/layout/hierarchy1"/>
    <dgm:cxn modelId="{F822C67A-AE35-4CAA-97EF-ACBB0CF95DE1}" type="presParOf" srcId="{AF2F8F2E-D70E-43C8-9F8C-D674B1F030A4}" destId="{B7C3B2FE-F55F-443A-A2E4-C09533CF4D5B}" srcOrd="1" destOrd="0" presId="urn:microsoft.com/office/officeart/2005/8/layout/hierarchy1"/>
    <dgm:cxn modelId="{F1F5652D-B281-4A71-A708-6FE43A6CF750}" type="presParOf" srcId="{B7C3B2FE-F55F-443A-A2E4-C09533CF4D5B}" destId="{89810E1E-2AC0-4756-AE80-48481224808D}" srcOrd="0" destOrd="0" presId="urn:microsoft.com/office/officeart/2005/8/layout/hierarchy1"/>
    <dgm:cxn modelId="{F34503AC-803C-4100-B7AC-1FE714608361}" type="presParOf" srcId="{89810E1E-2AC0-4756-AE80-48481224808D}" destId="{627FE7A1-FCA8-4890-A09D-AA5C71E3CDA4}" srcOrd="0" destOrd="0" presId="urn:microsoft.com/office/officeart/2005/8/layout/hierarchy1"/>
    <dgm:cxn modelId="{400DE328-7C13-4637-9260-1A35C7345D50}" type="presParOf" srcId="{89810E1E-2AC0-4756-AE80-48481224808D}" destId="{2D60EF72-1405-4AC4-BCDC-58461111F4E2}" srcOrd="1" destOrd="0" presId="urn:microsoft.com/office/officeart/2005/8/layout/hierarchy1"/>
    <dgm:cxn modelId="{DA7F4790-555B-406A-92F9-71DAFCC55842}" type="presParOf" srcId="{B7C3B2FE-F55F-443A-A2E4-C09533CF4D5B}" destId="{B50C4FB0-6A34-4C0E-BBA5-B969348C6AD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D3DEB9-CA45-4799-B6D3-92C5C8776003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0858A59-B3B0-408A-92A8-D18C5F1C9213}">
      <dgm:prSet/>
      <dgm:spPr/>
      <dgm:t>
        <a:bodyPr/>
        <a:lstStyle/>
        <a:p>
          <a:r>
            <a:rPr lang="en-US"/>
            <a:t>Leaf nodes</a:t>
          </a:r>
        </a:p>
      </dgm:t>
    </dgm:pt>
    <dgm:pt modelId="{4D098151-6A3C-424E-99BE-126E374B189C}" type="parTrans" cxnId="{2F8B8D66-5C4C-4E67-AEB9-1B165E07E3EB}">
      <dgm:prSet/>
      <dgm:spPr/>
      <dgm:t>
        <a:bodyPr/>
        <a:lstStyle/>
        <a:p>
          <a:endParaRPr lang="en-US"/>
        </a:p>
      </dgm:t>
    </dgm:pt>
    <dgm:pt modelId="{94768400-6760-4E78-84B4-8BF69055F2C7}" type="sibTrans" cxnId="{2F8B8D66-5C4C-4E67-AEB9-1B165E07E3EB}">
      <dgm:prSet/>
      <dgm:spPr/>
      <dgm:t>
        <a:bodyPr/>
        <a:lstStyle/>
        <a:p>
          <a:endParaRPr lang="en-US"/>
        </a:p>
      </dgm:t>
    </dgm:pt>
    <dgm:pt modelId="{9CB8F35A-EF5C-4C06-A2A0-D2FFEEDAA7D5}">
      <dgm:prSet/>
      <dgm:spPr/>
      <dgm:t>
        <a:bodyPr/>
        <a:lstStyle/>
        <a:p>
          <a:r>
            <a:rPr lang="en-US"/>
            <a:t>Internal nodes</a:t>
          </a:r>
        </a:p>
      </dgm:t>
    </dgm:pt>
    <dgm:pt modelId="{DB2F072A-D99E-4583-93D1-B78C5AFFD1CB}" type="parTrans" cxnId="{B51A6129-4EE8-444A-87C8-404508E7B2B5}">
      <dgm:prSet/>
      <dgm:spPr/>
      <dgm:t>
        <a:bodyPr/>
        <a:lstStyle/>
        <a:p>
          <a:endParaRPr lang="en-US"/>
        </a:p>
      </dgm:t>
    </dgm:pt>
    <dgm:pt modelId="{95483C18-8C65-45D5-A2A2-ED6DE07E4207}" type="sibTrans" cxnId="{B51A6129-4EE8-444A-87C8-404508E7B2B5}">
      <dgm:prSet/>
      <dgm:spPr/>
      <dgm:t>
        <a:bodyPr/>
        <a:lstStyle/>
        <a:p>
          <a:endParaRPr lang="en-US"/>
        </a:p>
      </dgm:t>
    </dgm:pt>
    <dgm:pt modelId="{2C6F77E2-830C-4FDE-855F-52A1633F4ED3}" type="pres">
      <dgm:prSet presAssocID="{A0D3DEB9-CA45-4799-B6D3-92C5C8776003}" presName="linear" presStyleCnt="0">
        <dgm:presLayoutVars>
          <dgm:dir/>
          <dgm:animLvl val="lvl"/>
          <dgm:resizeHandles val="exact"/>
        </dgm:presLayoutVars>
      </dgm:prSet>
      <dgm:spPr/>
    </dgm:pt>
    <dgm:pt modelId="{85293196-DFE0-4281-950C-D8FACE1AF943}" type="pres">
      <dgm:prSet presAssocID="{80858A59-B3B0-408A-92A8-D18C5F1C9213}" presName="parentLin" presStyleCnt="0"/>
      <dgm:spPr/>
    </dgm:pt>
    <dgm:pt modelId="{E8136F37-8453-40D6-86D7-F6A3457CDBF7}" type="pres">
      <dgm:prSet presAssocID="{80858A59-B3B0-408A-92A8-D18C5F1C9213}" presName="parentLeftMargin" presStyleLbl="node1" presStyleIdx="0" presStyleCnt="2"/>
      <dgm:spPr/>
    </dgm:pt>
    <dgm:pt modelId="{0E9E9456-7C86-4F9E-991C-D3D6BD2EA5AB}" type="pres">
      <dgm:prSet presAssocID="{80858A59-B3B0-408A-92A8-D18C5F1C921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01AFBD7-E5C2-47E5-BE14-785856FA8CFE}" type="pres">
      <dgm:prSet presAssocID="{80858A59-B3B0-408A-92A8-D18C5F1C9213}" presName="negativeSpace" presStyleCnt="0"/>
      <dgm:spPr/>
    </dgm:pt>
    <dgm:pt modelId="{38B28631-4B72-4485-92E2-673075965692}" type="pres">
      <dgm:prSet presAssocID="{80858A59-B3B0-408A-92A8-D18C5F1C9213}" presName="childText" presStyleLbl="conFgAcc1" presStyleIdx="0" presStyleCnt="2">
        <dgm:presLayoutVars>
          <dgm:bulletEnabled val="1"/>
        </dgm:presLayoutVars>
      </dgm:prSet>
      <dgm:spPr/>
    </dgm:pt>
    <dgm:pt modelId="{4205F36F-14EA-414C-BE86-49CEBDC6C889}" type="pres">
      <dgm:prSet presAssocID="{94768400-6760-4E78-84B4-8BF69055F2C7}" presName="spaceBetweenRectangles" presStyleCnt="0"/>
      <dgm:spPr/>
    </dgm:pt>
    <dgm:pt modelId="{D55D23AC-5ED8-468D-93E6-14A888F9BDED}" type="pres">
      <dgm:prSet presAssocID="{9CB8F35A-EF5C-4C06-A2A0-D2FFEEDAA7D5}" presName="parentLin" presStyleCnt="0"/>
      <dgm:spPr/>
    </dgm:pt>
    <dgm:pt modelId="{FD60872D-A9E7-42EE-9750-9CC7571F97B8}" type="pres">
      <dgm:prSet presAssocID="{9CB8F35A-EF5C-4C06-A2A0-D2FFEEDAA7D5}" presName="parentLeftMargin" presStyleLbl="node1" presStyleIdx="0" presStyleCnt="2"/>
      <dgm:spPr/>
    </dgm:pt>
    <dgm:pt modelId="{0ED08121-1152-472D-A24D-5C97F1209FCA}" type="pres">
      <dgm:prSet presAssocID="{9CB8F35A-EF5C-4C06-A2A0-D2FFEEDAA7D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DF49B52-254E-4ED0-8C6F-2412E5489489}" type="pres">
      <dgm:prSet presAssocID="{9CB8F35A-EF5C-4C06-A2A0-D2FFEEDAA7D5}" presName="negativeSpace" presStyleCnt="0"/>
      <dgm:spPr/>
    </dgm:pt>
    <dgm:pt modelId="{91DED752-CABC-45AE-8722-FCBC3C184AC2}" type="pres">
      <dgm:prSet presAssocID="{9CB8F35A-EF5C-4C06-A2A0-D2FFEEDAA7D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8A3740E-87BE-4F98-A912-4C72532532CA}" type="presOf" srcId="{9CB8F35A-EF5C-4C06-A2A0-D2FFEEDAA7D5}" destId="{0ED08121-1152-472D-A24D-5C97F1209FCA}" srcOrd="1" destOrd="0" presId="urn:microsoft.com/office/officeart/2005/8/layout/list1"/>
    <dgm:cxn modelId="{B51A6129-4EE8-444A-87C8-404508E7B2B5}" srcId="{A0D3DEB9-CA45-4799-B6D3-92C5C8776003}" destId="{9CB8F35A-EF5C-4C06-A2A0-D2FFEEDAA7D5}" srcOrd="1" destOrd="0" parTransId="{DB2F072A-D99E-4583-93D1-B78C5AFFD1CB}" sibTransId="{95483C18-8C65-45D5-A2A2-ED6DE07E4207}"/>
    <dgm:cxn modelId="{2F8B8D66-5C4C-4E67-AEB9-1B165E07E3EB}" srcId="{A0D3DEB9-CA45-4799-B6D3-92C5C8776003}" destId="{80858A59-B3B0-408A-92A8-D18C5F1C9213}" srcOrd="0" destOrd="0" parTransId="{4D098151-6A3C-424E-99BE-126E374B189C}" sibTransId="{94768400-6760-4E78-84B4-8BF69055F2C7}"/>
    <dgm:cxn modelId="{5295D356-BCCD-46C1-BDDC-2F71AF1F746D}" type="presOf" srcId="{80858A59-B3B0-408A-92A8-D18C5F1C9213}" destId="{0E9E9456-7C86-4F9E-991C-D3D6BD2EA5AB}" srcOrd="1" destOrd="0" presId="urn:microsoft.com/office/officeart/2005/8/layout/list1"/>
    <dgm:cxn modelId="{8B745488-BF20-47A6-8622-06E0C3833F19}" type="presOf" srcId="{80858A59-B3B0-408A-92A8-D18C5F1C9213}" destId="{E8136F37-8453-40D6-86D7-F6A3457CDBF7}" srcOrd="0" destOrd="0" presId="urn:microsoft.com/office/officeart/2005/8/layout/list1"/>
    <dgm:cxn modelId="{7A73AE9B-3058-4450-8491-7BE30CB5EDEB}" type="presOf" srcId="{9CB8F35A-EF5C-4C06-A2A0-D2FFEEDAA7D5}" destId="{FD60872D-A9E7-42EE-9750-9CC7571F97B8}" srcOrd="0" destOrd="0" presId="urn:microsoft.com/office/officeart/2005/8/layout/list1"/>
    <dgm:cxn modelId="{0CB1ADAA-8B39-452A-95B9-55CE5155A5C2}" type="presOf" srcId="{A0D3DEB9-CA45-4799-B6D3-92C5C8776003}" destId="{2C6F77E2-830C-4FDE-855F-52A1633F4ED3}" srcOrd="0" destOrd="0" presId="urn:microsoft.com/office/officeart/2005/8/layout/list1"/>
    <dgm:cxn modelId="{B9B0C1B5-2EFE-4EBB-9F01-8B765017328D}" type="presParOf" srcId="{2C6F77E2-830C-4FDE-855F-52A1633F4ED3}" destId="{85293196-DFE0-4281-950C-D8FACE1AF943}" srcOrd="0" destOrd="0" presId="urn:microsoft.com/office/officeart/2005/8/layout/list1"/>
    <dgm:cxn modelId="{558FB4F0-1ED2-4FF3-98E7-8529FB7F5469}" type="presParOf" srcId="{85293196-DFE0-4281-950C-D8FACE1AF943}" destId="{E8136F37-8453-40D6-86D7-F6A3457CDBF7}" srcOrd="0" destOrd="0" presId="urn:microsoft.com/office/officeart/2005/8/layout/list1"/>
    <dgm:cxn modelId="{04E8C7BE-18C1-44AA-9B5F-C0913BECC1CF}" type="presParOf" srcId="{85293196-DFE0-4281-950C-D8FACE1AF943}" destId="{0E9E9456-7C86-4F9E-991C-D3D6BD2EA5AB}" srcOrd="1" destOrd="0" presId="urn:microsoft.com/office/officeart/2005/8/layout/list1"/>
    <dgm:cxn modelId="{28826FC4-4884-4F38-8E02-DDEA77B6CBCB}" type="presParOf" srcId="{2C6F77E2-830C-4FDE-855F-52A1633F4ED3}" destId="{A01AFBD7-E5C2-47E5-BE14-785856FA8CFE}" srcOrd="1" destOrd="0" presId="urn:microsoft.com/office/officeart/2005/8/layout/list1"/>
    <dgm:cxn modelId="{9447B58D-F657-4F24-B9EF-6C2D07E28CD8}" type="presParOf" srcId="{2C6F77E2-830C-4FDE-855F-52A1633F4ED3}" destId="{38B28631-4B72-4485-92E2-673075965692}" srcOrd="2" destOrd="0" presId="urn:microsoft.com/office/officeart/2005/8/layout/list1"/>
    <dgm:cxn modelId="{D2697F4E-6E85-47BC-9D18-0D5C9D98115C}" type="presParOf" srcId="{2C6F77E2-830C-4FDE-855F-52A1633F4ED3}" destId="{4205F36F-14EA-414C-BE86-49CEBDC6C889}" srcOrd="3" destOrd="0" presId="urn:microsoft.com/office/officeart/2005/8/layout/list1"/>
    <dgm:cxn modelId="{4C091DC7-C63B-468D-95AA-E25E4D21E40E}" type="presParOf" srcId="{2C6F77E2-830C-4FDE-855F-52A1633F4ED3}" destId="{D55D23AC-5ED8-468D-93E6-14A888F9BDED}" srcOrd="4" destOrd="0" presId="urn:microsoft.com/office/officeart/2005/8/layout/list1"/>
    <dgm:cxn modelId="{85AE796D-C5B2-4A73-BB32-3C1C0D478E1B}" type="presParOf" srcId="{D55D23AC-5ED8-468D-93E6-14A888F9BDED}" destId="{FD60872D-A9E7-42EE-9750-9CC7571F97B8}" srcOrd="0" destOrd="0" presId="urn:microsoft.com/office/officeart/2005/8/layout/list1"/>
    <dgm:cxn modelId="{CF7A76D2-799A-4501-A42E-14CC2DE29446}" type="presParOf" srcId="{D55D23AC-5ED8-468D-93E6-14A888F9BDED}" destId="{0ED08121-1152-472D-A24D-5C97F1209FCA}" srcOrd="1" destOrd="0" presId="urn:microsoft.com/office/officeart/2005/8/layout/list1"/>
    <dgm:cxn modelId="{09F32494-0627-4EBA-88F9-81FE7439238C}" type="presParOf" srcId="{2C6F77E2-830C-4FDE-855F-52A1633F4ED3}" destId="{6DF49B52-254E-4ED0-8C6F-2412E5489489}" srcOrd="5" destOrd="0" presId="urn:microsoft.com/office/officeart/2005/8/layout/list1"/>
    <dgm:cxn modelId="{032213E3-1D81-4925-A9D6-C16959B827E6}" type="presParOf" srcId="{2C6F77E2-830C-4FDE-855F-52A1633F4ED3}" destId="{91DED752-CABC-45AE-8722-FCBC3C184AC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469A5C-1C84-41D0-A7B8-2A3BF3EC20E7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9960246-25C4-4D01-9F32-91610743B513}">
      <dgm:prSet/>
      <dgm:spPr/>
      <dgm:t>
        <a:bodyPr/>
        <a:lstStyle/>
        <a:p>
          <a:r>
            <a:rPr lang="en-US"/>
            <a:t>Replace with the previous</a:t>
          </a:r>
        </a:p>
      </dgm:t>
    </dgm:pt>
    <dgm:pt modelId="{EC49BB99-68DB-4535-8EF9-0CB6893F21C4}" type="parTrans" cxnId="{EE1743CE-8A61-4986-B288-0F3E5E2E4F21}">
      <dgm:prSet/>
      <dgm:spPr/>
      <dgm:t>
        <a:bodyPr/>
        <a:lstStyle/>
        <a:p>
          <a:endParaRPr lang="en-US"/>
        </a:p>
      </dgm:t>
    </dgm:pt>
    <dgm:pt modelId="{B3D1CB8B-6174-486E-B7FA-11CBA46FD802}" type="sibTrans" cxnId="{EE1743CE-8A61-4986-B288-0F3E5E2E4F21}">
      <dgm:prSet/>
      <dgm:spPr/>
      <dgm:t>
        <a:bodyPr/>
        <a:lstStyle/>
        <a:p>
          <a:endParaRPr lang="en-US"/>
        </a:p>
      </dgm:t>
    </dgm:pt>
    <dgm:pt modelId="{99886788-6C48-4E05-A561-C05E36BC5F5C}">
      <dgm:prSet/>
      <dgm:spPr/>
      <dgm:t>
        <a:bodyPr/>
        <a:lstStyle/>
        <a:p>
          <a:r>
            <a:rPr lang="en-US"/>
            <a:t>Replace with the next</a:t>
          </a:r>
        </a:p>
      </dgm:t>
    </dgm:pt>
    <dgm:pt modelId="{50728FA9-8AAF-48D1-AFED-3FC58B73ADAB}" type="parTrans" cxnId="{9CFA5BB4-22C0-4CD8-BC64-10C0DA98C40A}">
      <dgm:prSet/>
      <dgm:spPr/>
      <dgm:t>
        <a:bodyPr/>
        <a:lstStyle/>
        <a:p>
          <a:endParaRPr lang="en-US"/>
        </a:p>
      </dgm:t>
    </dgm:pt>
    <dgm:pt modelId="{CEF8B5E3-E669-46B5-A47B-9F061E6F210B}" type="sibTrans" cxnId="{9CFA5BB4-22C0-4CD8-BC64-10C0DA98C40A}">
      <dgm:prSet/>
      <dgm:spPr/>
      <dgm:t>
        <a:bodyPr/>
        <a:lstStyle/>
        <a:p>
          <a:endParaRPr lang="en-US"/>
        </a:p>
      </dgm:t>
    </dgm:pt>
    <dgm:pt modelId="{FBA6572B-4360-444A-8F5A-7EC10F971992}" type="pres">
      <dgm:prSet presAssocID="{B0469A5C-1C84-41D0-A7B8-2A3BF3EC20E7}" presName="diagram" presStyleCnt="0">
        <dgm:presLayoutVars>
          <dgm:dir/>
          <dgm:resizeHandles val="exact"/>
        </dgm:presLayoutVars>
      </dgm:prSet>
      <dgm:spPr/>
    </dgm:pt>
    <dgm:pt modelId="{16596F5B-61E2-44BD-B05D-92392BF5A789}" type="pres">
      <dgm:prSet presAssocID="{B9960246-25C4-4D01-9F32-91610743B513}" presName="node" presStyleLbl="node1" presStyleIdx="0" presStyleCnt="2">
        <dgm:presLayoutVars>
          <dgm:bulletEnabled val="1"/>
        </dgm:presLayoutVars>
      </dgm:prSet>
      <dgm:spPr/>
    </dgm:pt>
    <dgm:pt modelId="{91B2E476-6F81-4409-A19C-1BE0DA75E49F}" type="pres">
      <dgm:prSet presAssocID="{B3D1CB8B-6174-486E-B7FA-11CBA46FD802}" presName="sibTrans" presStyleCnt="0"/>
      <dgm:spPr/>
    </dgm:pt>
    <dgm:pt modelId="{AF8CC2C6-8845-482F-80F5-90D992F23F8A}" type="pres">
      <dgm:prSet presAssocID="{99886788-6C48-4E05-A561-C05E36BC5F5C}" presName="node" presStyleLbl="node1" presStyleIdx="1" presStyleCnt="2">
        <dgm:presLayoutVars>
          <dgm:bulletEnabled val="1"/>
        </dgm:presLayoutVars>
      </dgm:prSet>
      <dgm:spPr/>
    </dgm:pt>
  </dgm:ptLst>
  <dgm:cxnLst>
    <dgm:cxn modelId="{B4AC6E00-BD61-4F91-AD12-87384ABD2EC9}" type="presOf" srcId="{B9960246-25C4-4D01-9F32-91610743B513}" destId="{16596F5B-61E2-44BD-B05D-92392BF5A789}" srcOrd="0" destOrd="0" presId="urn:microsoft.com/office/officeart/2005/8/layout/default"/>
    <dgm:cxn modelId="{5AFEB502-3423-4DC7-8A48-94BEBBDBDF18}" type="presOf" srcId="{B0469A5C-1C84-41D0-A7B8-2A3BF3EC20E7}" destId="{FBA6572B-4360-444A-8F5A-7EC10F971992}" srcOrd="0" destOrd="0" presId="urn:microsoft.com/office/officeart/2005/8/layout/default"/>
    <dgm:cxn modelId="{B5F6EA4F-AC53-4239-BBE1-A1D8F97194EE}" type="presOf" srcId="{99886788-6C48-4E05-A561-C05E36BC5F5C}" destId="{AF8CC2C6-8845-482F-80F5-90D992F23F8A}" srcOrd="0" destOrd="0" presId="urn:microsoft.com/office/officeart/2005/8/layout/default"/>
    <dgm:cxn modelId="{9CFA5BB4-22C0-4CD8-BC64-10C0DA98C40A}" srcId="{B0469A5C-1C84-41D0-A7B8-2A3BF3EC20E7}" destId="{99886788-6C48-4E05-A561-C05E36BC5F5C}" srcOrd="1" destOrd="0" parTransId="{50728FA9-8AAF-48D1-AFED-3FC58B73ADAB}" sibTransId="{CEF8B5E3-E669-46B5-A47B-9F061E6F210B}"/>
    <dgm:cxn modelId="{EE1743CE-8A61-4986-B288-0F3E5E2E4F21}" srcId="{B0469A5C-1C84-41D0-A7B8-2A3BF3EC20E7}" destId="{B9960246-25C4-4D01-9F32-91610743B513}" srcOrd="0" destOrd="0" parTransId="{EC49BB99-68DB-4535-8EF9-0CB6893F21C4}" sibTransId="{B3D1CB8B-6174-486E-B7FA-11CBA46FD802}"/>
    <dgm:cxn modelId="{43044B42-C2A2-4093-9A73-3D21CF3BE826}" type="presParOf" srcId="{FBA6572B-4360-444A-8F5A-7EC10F971992}" destId="{16596F5B-61E2-44BD-B05D-92392BF5A789}" srcOrd="0" destOrd="0" presId="urn:microsoft.com/office/officeart/2005/8/layout/default"/>
    <dgm:cxn modelId="{EB58D5EB-52B2-47D7-86BC-C1C20A92439A}" type="presParOf" srcId="{FBA6572B-4360-444A-8F5A-7EC10F971992}" destId="{91B2E476-6F81-4409-A19C-1BE0DA75E49F}" srcOrd="1" destOrd="0" presId="urn:microsoft.com/office/officeart/2005/8/layout/default"/>
    <dgm:cxn modelId="{68928302-B184-4414-A027-032524B6B793}" type="presParOf" srcId="{FBA6572B-4360-444A-8F5A-7EC10F971992}" destId="{AF8CC2C6-8845-482F-80F5-90D992F23F8A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3126C0-EED0-4175-B303-F3A5D492A5C5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4E9554-6BC7-4AEA-9E74-29F902B84B09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b="1" i="1" kern="1200" dirty="0"/>
            <a:t>Ordered</a:t>
          </a:r>
        </a:p>
      </dsp:txBody>
      <dsp:txXfrm>
        <a:off x="696297" y="538547"/>
        <a:ext cx="4171627" cy="2590157"/>
      </dsp:txXfrm>
    </dsp:sp>
    <dsp:sp modelId="{4A54EFFF-847F-410E-8503-02B0333F6940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10FC33-3981-4696-A1F0-CD6E0824986E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Unordered</a:t>
          </a:r>
        </a:p>
      </dsp:txBody>
      <dsp:txXfrm>
        <a:off x="5991936" y="538547"/>
        <a:ext cx="4171627" cy="2590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B4D35B-F7A5-4D20-8FF9-E9721F7F0687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4DA880-7066-42E9-B116-1066DBB53611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b="1" i="1" kern="1200"/>
            <a:t>Ordered</a:t>
          </a:r>
          <a:endParaRPr lang="en-US" sz="6300" kern="1200"/>
        </a:p>
      </dsp:txBody>
      <dsp:txXfrm>
        <a:off x="696297" y="538547"/>
        <a:ext cx="4171627" cy="2590157"/>
      </dsp:txXfrm>
    </dsp:sp>
    <dsp:sp modelId="{627FE7A1-FCA8-4890-A09D-AA5C71E3CDA4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60EF72-1405-4AC4-BCDC-58461111F4E2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Unordered</a:t>
          </a:r>
        </a:p>
      </dsp:txBody>
      <dsp:txXfrm>
        <a:off x="5991936" y="538547"/>
        <a:ext cx="4171627" cy="25901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B28631-4B72-4485-92E2-673075965692}">
      <dsp:nvSpPr>
        <dsp:cNvPr id="0" name=""/>
        <dsp:cNvSpPr/>
      </dsp:nvSpPr>
      <dsp:spPr>
        <a:xfrm>
          <a:off x="0" y="1276159"/>
          <a:ext cx="6666833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9E9456-7C86-4F9E-991C-D3D6BD2EA5AB}">
      <dsp:nvSpPr>
        <dsp:cNvPr id="0" name=""/>
        <dsp:cNvSpPr/>
      </dsp:nvSpPr>
      <dsp:spPr>
        <a:xfrm>
          <a:off x="333341" y="508639"/>
          <a:ext cx="4666783" cy="15350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Leaf nodes</a:t>
          </a:r>
        </a:p>
      </dsp:txBody>
      <dsp:txXfrm>
        <a:off x="408275" y="583573"/>
        <a:ext cx="4516915" cy="1385172"/>
      </dsp:txXfrm>
    </dsp:sp>
    <dsp:sp modelId="{91DED752-CABC-45AE-8722-FCBC3C184AC2}">
      <dsp:nvSpPr>
        <dsp:cNvPr id="0" name=""/>
        <dsp:cNvSpPr/>
      </dsp:nvSpPr>
      <dsp:spPr>
        <a:xfrm>
          <a:off x="0" y="3634880"/>
          <a:ext cx="6666833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08121-1152-472D-A24D-5C97F1209FCA}">
      <dsp:nvSpPr>
        <dsp:cNvPr id="0" name=""/>
        <dsp:cNvSpPr/>
      </dsp:nvSpPr>
      <dsp:spPr>
        <a:xfrm>
          <a:off x="333341" y="2867360"/>
          <a:ext cx="4666783" cy="153504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/>
            <a:t>Internal nodes</a:t>
          </a:r>
        </a:p>
      </dsp:txBody>
      <dsp:txXfrm>
        <a:off x="408275" y="2942294"/>
        <a:ext cx="4516915" cy="13851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596F5B-61E2-44BD-B05D-92392BF5A789}">
      <dsp:nvSpPr>
        <dsp:cNvPr id="0" name=""/>
        <dsp:cNvSpPr/>
      </dsp:nvSpPr>
      <dsp:spPr>
        <a:xfrm>
          <a:off x="1283" y="673807"/>
          <a:ext cx="5006206" cy="3003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Replace with the previous</a:t>
          </a:r>
        </a:p>
      </dsp:txBody>
      <dsp:txXfrm>
        <a:off x="1283" y="673807"/>
        <a:ext cx="5006206" cy="3003723"/>
      </dsp:txXfrm>
    </dsp:sp>
    <dsp:sp modelId="{AF8CC2C6-8845-482F-80F5-90D992F23F8A}">
      <dsp:nvSpPr>
        <dsp:cNvPr id="0" name=""/>
        <dsp:cNvSpPr/>
      </dsp:nvSpPr>
      <dsp:spPr>
        <a:xfrm>
          <a:off x="5508110" y="673807"/>
          <a:ext cx="5006206" cy="3003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0030" tIns="240030" rIns="240030" bIns="24003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/>
            <a:t>Replace with the next</a:t>
          </a:r>
        </a:p>
      </dsp:txBody>
      <dsp:txXfrm>
        <a:off x="5508110" y="673807"/>
        <a:ext cx="5006206" cy="30037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0C947-028B-E54A-2FC2-658E8439E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E5BD5-008C-0C8C-C249-53AA173BD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98E6E-E0A1-46C9-D2A1-5B3CD2160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B7C0-27FD-493C-9B6D-44303E9A84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165D5-117B-7646-68CA-A517D0027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60440-6E9B-B739-FBB5-39BA5093C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592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ED9D-57EB-633B-153D-B5FF5C683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88E65-CD2C-EABB-CE5A-68ADE2C3F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4330A-37B0-C2D4-7259-9582E9B6A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B7C0-27FD-493C-9B6D-44303E9A84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8615A-903D-6CCD-7D84-0A1E17A72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B7E00-3E7F-3E72-33D4-CEFC1775A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509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4A372-C322-8EAC-C3C8-6AE286D04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C5F28-CAC3-FBFE-3048-1D9917EC1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4E04A-29BE-1B49-0AF2-B6FEA5957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B7C0-27FD-493C-9B6D-44303E9A84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5FE50-337C-5C84-ACBA-D664FB61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E6D2C-361A-7DDD-7156-8F7593DA1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76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78FA0-C868-9327-E3A3-ABC8D2068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08F31-0CFF-6667-42F2-7225C2B725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1E2575-6A9C-E028-E578-3BC45EB7F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64865-32EF-9D77-665E-E88C5881F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B7C0-27FD-493C-9B6D-44303E9A84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C8D0C-2EC0-2B19-DC11-3206C5C09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2F2E3-FB85-1CA3-3C10-996FF896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502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53353-86D9-02FD-CC09-BECB0038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AD604-17AB-7CE5-5727-2A43BBA4B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F67FD3-1A73-C351-FE03-B8D299CBA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964E8A-4063-9CD9-9A0A-DB41427B73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B577A9-FAB8-9673-D23A-E7F08A8E7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3652B4-E11F-3234-F559-3FDD8A33B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B7C0-27FD-493C-9B6D-44303E9A84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694FCE-7441-90EC-F110-A735E4A1B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6E157E-3B83-3718-A60F-B5128E6A3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983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02C03-6B8B-01B7-FBB5-B352460E9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5774A-C21B-E0B6-4101-898AACD46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B7C0-27FD-493C-9B6D-44303E9A84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5379C-1D14-0550-7D7E-58AB368C6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1A31DB-9B03-B9C3-4E19-B7AEDE17F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347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6A678F-C4D9-C0B5-6095-76570CF1D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B7C0-27FD-493C-9B6D-44303E9A84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C293E5-20E4-4778-407F-F65671501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CCFB7-0A8D-6A29-FB66-059FB171A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36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04A21-F55A-F721-1F21-9C735AA5C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546C2-A032-D11D-EF33-CA5EC0BF9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6CC4C-C9BE-8209-4D7F-BCE4A7911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FCEAC-5E55-DF3E-5E79-0CA6CE144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B7C0-27FD-493C-9B6D-44303E9A84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7571B-1CB8-9B01-2D28-1484ACA52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A79D5-6CC5-D383-596E-F867643D7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27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EC937-7703-3A3D-4C79-F1919725E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7D36B6-3996-2D9D-214E-CC9CC39B70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3A6D7A-0011-9DB5-40D2-60BEFC0EE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74F9B-D649-1D26-5A05-F525C73DE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B7C0-27FD-493C-9B6D-44303E9A84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8C772-50FA-C438-9B3E-217D33462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EAF74-1C54-9D79-0CD1-18E304E8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10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66FE4-EB0D-EAEA-B089-10464E17D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AE839C-FA76-D401-4C05-B429C7DA1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E4027-656A-8BE2-CDFB-A34E8B8BD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B7C0-27FD-493C-9B6D-44303E9A84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DAF9D-6FFA-E7E1-EBE6-630382815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09413-16CD-CAAD-DB65-8ACDB774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99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6F9D07-C63A-40A5-2FFC-C92C566834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246914-28E2-F3D2-1F89-0123561C0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11ACF-99BB-8F24-EA72-60C279849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FB7C0-27FD-493C-9B6D-44303E9A84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A67EB-FFB1-8C82-E8AD-EEB56866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2178D-1709-DCAD-BC34-68A7D1EEC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80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E241-8B2D-ECEF-1744-39FA11751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4B584-F076-BFF5-2434-985C49B34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BE45-9333-2FDA-D229-BB7F94A5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9F73C-3050-7F08-0988-E7AEA1F8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D4AD9-A904-5C5F-CDA1-D8026F1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724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5DA2-4849-C734-D90A-A02D0BDB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62D88-0BC7-285A-7150-77A3E532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DFE6-67D6-6929-B0D7-1E50EFD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74CE-909D-327A-16CE-F8B0842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D6BD-363C-FFDE-0147-FCB59350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84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FB66-FED5-C23F-A119-56847871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0F3DC-C4FA-9B3E-0A41-B994BE54A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6593-7605-6B6A-43F8-A75CE3FC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0ADF-AB69-F8FF-7D51-F02E7801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4165-98C3-E8F8-9238-5B86EC40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0592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FA95-D666-B294-DAA1-F38D600B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57B3-312E-150E-FAC4-37CAE3F7A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6F15-44BA-54B3-0C6E-93D10704E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0D678-A6C5-B023-1F27-3F4DF5C9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D8DA-3B85-9DB5-2A7E-64796A35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B562F-1AFF-0C90-B6D3-AA0AC246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72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3A3E-D984-E5EE-B50B-82D6A146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72E0-233A-777A-19F0-886F8F7F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6BBD-7869-1FA8-E9C2-0F2A5E46C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F7557-A959-94A1-6DAA-946B541C0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3DB72-1531-44DB-2BB0-1C3A9CCC6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86509-38A8-DEB0-AC4E-60273B6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95E2D-3FCE-7663-ADDD-B9D2BABB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5A61D-0F2E-5F50-3F85-96416B9B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52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F628-9666-D68E-8925-4C88B845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FE773-9442-F217-C0F2-3E90F36E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2FF80-E9B3-F78D-421C-077FDDE0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B4EFF-CFDA-40BC-8C59-EF47FC2B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0440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2CD6C-62A6-7807-BCA5-9C954C03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1C279-D75F-759D-4B09-34A88054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E702A-5E82-A436-1CF1-AC1A5F1D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193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55C2-612A-1713-E9F9-C567C49E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25D3-AC77-BEC9-CAE2-E0B56C6C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0BF17-72D6-4C5F-63BF-63E09F84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6480D-1305-DBDC-69F1-7F5788D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10CE9-13D7-28C9-516A-5F548EC3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8DFF4-9934-70B9-FF5A-14DECC12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726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A2AC-3BFC-8D13-F061-1D8BA629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17838-5D5F-1AC4-2AA6-AB201A498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A495F-243C-04C6-D8FF-44A21B7A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3BC94-BB1D-03FB-0C2A-5A2874C6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AE6C-6A78-516D-60F4-3DDC1EBA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5DE6A-457E-2A89-A0BB-5A61AD89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092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1E31-AC2E-E027-6BCA-8959DD37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8F0C-E592-BC50-EACE-A200D9D69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F7BB-297F-7BA6-2B9B-CCB896D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B0D6-482B-29F6-26D6-5EDD7B77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4FB8-D633-35BA-DDD7-CD6F085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0077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D6B4B-D467-2CC4-B071-114D099A0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4A8AA-9629-7368-7203-3E2A03E01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85EF8-CBC7-A453-61F9-476116AF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CAA67-64B2-580A-F610-CEBEFC32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326A-582B-1C6F-4791-84ACA558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517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47360C-12AC-8AD3-F86D-087B7DFCF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17B63-D2B3-A0E8-0302-AE1E7EF2F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DCC22-9F74-DF08-DF19-63B96AC1D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FB7C0-27FD-493C-9B6D-44303E9A84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48F53-D7C6-8155-5980-AF60FD7D5D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F0F29-4182-34B6-5C66-C6C84ED0F4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ED868D-30FF-49FD-82E6-441C67E25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89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C7DE6-1EEF-DF17-75D8-A6F6D634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223C0-1BCC-71E5-EE23-D01197BC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1058-303A-EE33-694F-DE56AC03D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9B44-5FCF-3438-7C14-156D364C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7A8B-89D9-BA6F-C698-C50583E7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89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D9A9A-32C5-C019-66BA-65438A784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Data Structures and Algorithms I.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F5B50-E332-CBF2-D1A2-66ADD2849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r>
              <a:rPr lang="hu-HU" dirty="0">
                <a:solidFill>
                  <a:srgbClr val="FFFFFF"/>
                </a:solidFill>
              </a:rPr>
              <a:t>University of </a:t>
            </a:r>
            <a:r>
              <a:rPr lang="en-US" dirty="0">
                <a:solidFill>
                  <a:srgbClr val="FFFFFF"/>
                </a:solidFill>
              </a:rPr>
              <a:t>Szeged 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Robert Nagy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2025/26. </a:t>
            </a:r>
            <a:r>
              <a:rPr lang="hu-HU">
                <a:solidFill>
                  <a:srgbClr val="FFFFFF"/>
                </a:solidFill>
              </a:rPr>
              <a:t>Spring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Semester</a:t>
            </a:r>
          </a:p>
          <a:p>
            <a:pPr algn="l"/>
            <a:endParaRPr lang="hu-HU" dirty="0">
              <a:solidFill>
                <a:srgbClr val="FFFFFF"/>
              </a:solidFill>
            </a:endParaRP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F6E8DA17-1D3B-550A-937D-6AA2C49DC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144" name="Rectangle 14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00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954F66B-3BF3-4495-BAEE-BEB2B018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737B2E-6DF4-396B-E418-E574A6A45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6874" y="1076324"/>
            <a:ext cx="6272784" cy="1535051"/>
          </a:xfrm>
        </p:spPr>
        <p:txBody>
          <a:bodyPr anchor="b">
            <a:normAutofit/>
          </a:bodyPr>
          <a:lstStyle/>
          <a:p>
            <a:r>
              <a:rPr lang="en-US" sz="5200" dirty="0"/>
              <a:t>Tree-like structures</a:t>
            </a:r>
          </a:p>
        </p:txBody>
      </p:sp>
      <p:pic>
        <p:nvPicPr>
          <p:cNvPr id="7" name="Graphic 6" descr="Deciduous tree">
            <a:extLst>
              <a:ext uri="{FF2B5EF4-FFF2-40B4-BE49-F238E27FC236}">
                <a16:creationId xmlns:a16="http://schemas.microsoft.com/office/drawing/2014/main" id="{BD96E53D-3B0E-C636-A68F-7F8F67F76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1283758"/>
            <a:ext cx="4217332" cy="421733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ABAD4DA-87BA-4F70-9EF0-45C6BCF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34618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5128D9-2797-47FA-B6FE-EC24E6B84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924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1B03E-A342-9196-5EF8-30EEECC84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6874" y="3351276"/>
            <a:ext cx="6272784" cy="2825686"/>
          </a:xfrm>
        </p:spPr>
        <p:txBody>
          <a:bodyPr>
            <a:normAutofit/>
          </a:bodyPr>
          <a:lstStyle/>
          <a:p>
            <a:r>
              <a:rPr lang="en-US" dirty="0"/>
              <a:t>We have already seen</a:t>
            </a:r>
          </a:p>
          <a:p>
            <a:pPr lvl="1"/>
            <a:r>
              <a:rPr lang="en-US" sz="2800" dirty="0"/>
              <a:t>Recursion tree</a:t>
            </a:r>
          </a:p>
          <a:p>
            <a:pPr lvl="1"/>
            <a:r>
              <a:rPr lang="en-US" sz="2800" dirty="0"/>
              <a:t>Heap</a:t>
            </a:r>
          </a:p>
        </p:txBody>
      </p:sp>
    </p:spTree>
    <p:extLst>
      <p:ext uri="{BB962C8B-B14F-4D97-AF65-F5344CB8AC3E}">
        <p14:creationId xmlns:p14="http://schemas.microsoft.com/office/powerpoint/2010/main" val="1315746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1494AB-966F-E701-F37E-7C3203CA8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Binary Search Tree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Content Placeholder 4" descr="A diagram of a tree&#10;&#10;AI-generated content may be incorrect.">
            <a:extLst>
              <a:ext uri="{FF2B5EF4-FFF2-40B4-BE49-F238E27FC236}">
                <a16:creationId xmlns:a16="http://schemas.microsoft.com/office/drawing/2014/main" id="{7A244D1D-FB19-AD39-19A5-3BC3E9A4A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2" r="-1" b="1867"/>
          <a:stretch>
            <a:fillRect/>
          </a:stretch>
        </p:blipFill>
        <p:spPr>
          <a:xfrm>
            <a:off x="4864608" y="650246"/>
            <a:ext cx="6846363" cy="540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5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mputer code representation.">
            <a:extLst>
              <a:ext uri="{FF2B5EF4-FFF2-40B4-BE49-F238E27FC236}">
                <a16:creationId xmlns:a16="http://schemas.microsoft.com/office/drawing/2014/main" id="{79942655-101A-8EC6-845A-C84BDFAD38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445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48B41A-0143-E7DC-7315-80D4E67D5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Different types of binary trees</a:t>
            </a:r>
          </a:p>
        </p:txBody>
      </p:sp>
    </p:spTree>
    <p:extLst>
      <p:ext uri="{BB962C8B-B14F-4D97-AF65-F5344CB8AC3E}">
        <p14:creationId xmlns:p14="http://schemas.microsoft.com/office/powerpoint/2010/main" val="3930226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C41A64-65FB-45ED-05CE-230CC3659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Balanced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iagram of numbers and circles&#10;&#10;AI-generated content may be incorrect.">
            <a:extLst>
              <a:ext uri="{FF2B5EF4-FFF2-40B4-BE49-F238E27FC236}">
                <a16:creationId xmlns:a16="http://schemas.microsoft.com/office/drawing/2014/main" id="{2612F7A0-D393-DDD0-1B0D-37C9EB2C1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109" y="640080"/>
            <a:ext cx="7152990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05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A855B-5939-D085-26BE-7B6CFF2A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Skewed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A line of circles with numbers&#10;&#10;AI-generated content may be incorrect.">
            <a:extLst>
              <a:ext uri="{FF2B5EF4-FFF2-40B4-BE49-F238E27FC236}">
                <a16:creationId xmlns:a16="http://schemas.microsoft.com/office/drawing/2014/main" id="{78D24A63-9A68-A49D-A47C-70AB5C0DE9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464" y="625684"/>
            <a:ext cx="4050619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201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BBBB32-911B-BDE7-73DB-868CC1BA6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Full binary tree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triangle&#10;&#10;AI-generated content may be incorrect.">
            <a:extLst>
              <a:ext uri="{FF2B5EF4-FFF2-40B4-BE49-F238E27FC236}">
                <a16:creationId xmlns:a16="http://schemas.microsoft.com/office/drawing/2014/main" id="{AB4F83F2-9CC7-FCB8-C6D8-B23995760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492" y="1545063"/>
            <a:ext cx="5536001" cy="370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3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B6CD33-231B-1D47-F74A-C7AABA942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Complete binary tree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triangle with letters and numbers&#10;&#10;AI-generated content may be incorrect.">
            <a:extLst>
              <a:ext uri="{FF2B5EF4-FFF2-40B4-BE49-F238E27FC236}">
                <a16:creationId xmlns:a16="http://schemas.microsoft.com/office/drawing/2014/main" id="{EEB7F1CB-2440-014D-6B81-522EC33190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962314"/>
            <a:ext cx="7214616" cy="490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314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EA97E5-BBF6-1323-F1C6-C9D5DE628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Exercise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4DB87-4AE3-71A3-5937-F0EE6CB47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3200" dirty="0"/>
              <a:t>The following data stream arrives</a:t>
            </a:r>
            <a:r>
              <a:rPr lang="en-US" sz="3200"/>
              <a:t>: 32</a:t>
            </a:r>
            <a:r>
              <a:rPr lang="en-US" sz="3200" dirty="0"/>
              <a:t>, 15</a:t>
            </a:r>
            <a:r>
              <a:rPr lang="en-US" sz="3200"/>
              <a:t>, 77, 65</a:t>
            </a:r>
            <a:r>
              <a:rPr lang="en-US" sz="3200" dirty="0"/>
              <a:t>, 43, 6, 9</a:t>
            </a:r>
          </a:p>
          <a:p>
            <a:pPr lvl="1"/>
            <a:r>
              <a:rPr lang="en-US" sz="2800" dirty="0"/>
              <a:t>Construct a binary search tree, starting with the first element from left to right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2388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D6B337-55C2-51BE-F99E-9358788D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Ways to traverse a binary tree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1827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D3C0104-49AF-72CB-29D0-2FFF22929D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727522" y="623275"/>
            <a:ext cx="6377843" cy="5607882"/>
          </a:xfrm>
          <a:prstGeom prst="rect">
            <a:avLst/>
          </a:prstGeom>
        </p:spPr>
      </p:pic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8B44FB-A7CB-AA64-4A77-65717C614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In-order</a:t>
            </a:r>
          </a:p>
        </p:txBody>
      </p:sp>
    </p:spTree>
    <p:extLst>
      <p:ext uri="{BB962C8B-B14F-4D97-AF65-F5344CB8AC3E}">
        <p14:creationId xmlns:p14="http://schemas.microsoft.com/office/powerpoint/2010/main" val="2806754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Document 15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82A9B8-EAEC-96D9-2CFF-5A7A69F71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Post-order</a:t>
            </a:r>
          </a:p>
        </p:txBody>
      </p:sp>
      <p:pic>
        <p:nvPicPr>
          <p:cNvPr id="5" name="Content Placeholder 4" descr="A computer code with text&#10;&#10;AI-generated content may be incorrect.">
            <a:extLst>
              <a:ext uri="{FF2B5EF4-FFF2-40B4-BE49-F238E27FC236}">
                <a16:creationId xmlns:a16="http://schemas.microsoft.com/office/drawing/2014/main" id="{1DAB1180-7D7F-87F3-FE45-8CCD4FE837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144" y="640080"/>
            <a:ext cx="5869115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458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E47A74-BE0B-A072-BDF6-1DECB69A2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Pre-order</a:t>
            </a:r>
          </a:p>
        </p:txBody>
      </p:sp>
      <p:pic>
        <p:nvPicPr>
          <p:cNvPr id="5" name="Content Placeholder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D6CD4B8-ADE6-C517-AFB5-F012FBE8F8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751" y="619153"/>
            <a:ext cx="5708649" cy="558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568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333784E-2231-506B-AC54-5D4B430A2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666351"/>
            <a:ext cx="10558405" cy="30443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95A97-0C1D-4953-E9E9-66ED53B35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708" y="3866064"/>
            <a:ext cx="10558405" cy="22344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Abstract data type</a:t>
            </a:r>
          </a:p>
        </p:txBody>
      </p:sp>
    </p:spTree>
    <p:extLst>
      <p:ext uri="{BB962C8B-B14F-4D97-AF65-F5344CB8AC3E}">
        <p14:creationId xmlns:p14="http://schemas.microsoft.com/office/powerpoint/2010/main" val="986270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EAC37B-04B2-A8AC-1E25-C99D3A6CD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noProof="0"/>
              <a:t>Unique elements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623ECD-6D8D-2613-0298-F25816F85E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6073948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4264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09A91F-4355-4B3C-C3BB-3634E3674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Map (Dictionary)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7E3B3-1A65-2ED5-786C-843B90969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5514052"/>
            <a:ext cx="9144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– value pairs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66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D86A75-C680-1B47-853E-D2ACF4C84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Map (Dictionary)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6BC8E2-1A47-4778-0D94-00C39FE3AE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265863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664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AD41B7-A9B7-0522-C119-E2D848AA5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Deleting a node from a BST</a:t>
            </a:r>
          </a:p>
        </p:txBody>
      </p:sp>
      <p:pic>
        <p:nvPicPr>
          <p:cNvPr id="7" name="Graphic 6" descr="Disconnected">
            <a:extLst>
              <a:ext uri="{FF2B5EF4-FFF2-40B4-BE49-F238E27FC236}">
                <a16:creationId xmlns:a16="http://schemas.microsoft.com/office/drawing/2014/main" id="{A85481F2-0F08-AC6F-2249-B4A0D073BE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59400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C6C206-1B2C-3D6A-4F5C-7D9C14DB4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2 distinct cases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BE5F39-0A97-322A-20BF-4813C0853E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807131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4341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3CA849-29E0-09EC-C09D-E9BA59D60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Leaf nodes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03B9F7D4-7688-11DC-AB66-06355D359E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983" y="77754"/>
            <a:ext cx="5152986" cy="678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755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lose up of a blue leaf&#10;&#10;AI-generated content may be incorrect.">
            <a:extLst>
              <a:ext uri="{FF2B5EF4-FFF2-40B4-BE49-F238E27FC236}">
                <a16:creationId xmlns:a16="http://schemas.microsoft.com/office/drawing/2014/main" id="{3AAAF61E-4B90-D032-3649-99EEED8868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6932" b="879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956456-CA42-5EFE-8744-DE233966A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Internal nodes – 2 strategies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FAD8C2-5446-9FBD-0FD3-36A408012E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124908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2646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526621-6976-1997-4AF0-9C61A2D5A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6000"/>
              <a:t>Time complexity analysis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12E87-3BB5-30EB-8702-CC34BE3C6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r>
              <a:rPr lang="en-US" sz="3600" dirty="0"/>
              <a:t>Each operation depends on the height of the tree</a:t>
            </a:r>
          </a:p>
          <a:p>
            <a:pPr lvl="1"/>
            <a:r>
              <a:rPr lang="en-US" sz="3600" dirty="0"/>
              <a:t>Worst case – skewed </a:t>
            </a:r>
            <a:r>
              <a:rPr lang="en-US" sz="3600" dirty="0">
                <a:sym typeface="Wingdings" panose="05000000000000000000" pitchFamily="2" charset="2"/>
              </a:rPr>
              <a:t> </a:t>
            </a:r>
            <a:r>
              <a:rPr lang="en-US" sz="3600" i="1" dirty="0">
                <a:sym typeface="Wingdings" panose="05000000000000000000" pitchFamily="2" charset="2"/>
              </a:rPr>
              <a:t>O(n)</a:t>
            </a:r>
          </a:p>
          <a:p>
            <a:pPr lvl="1"/>
            <a:r>
              <a:rPr lang="en-US" sz="3600" dirty="0">
                <a:sym typeface="Wingdings" panose="05000000000000000000" pitchFamily="2" charset="2"/>
              </a:rPr>
              <a:t>Best case – balanced  </a:t>
            </a:r>
            <a:r>
              <a:rPr lang="en-US" sz="3600" i="1" dirty="0">
                <a:sym typeface="Wingdings" panose="05000000000000000000" pitchFamily="2" charset="2"/>
              </a:rPr>
              <a:t>O(lg(n))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744374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167</Words>
  <Application>Microsoft Office PowerPoint</Application>
  <PresentationFormat>Widescreen</PresentationFormat>
  <Paragraphs>43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Wingdings</vt:lpstr>
      <vt:lpstr>Office Theme</vt:lpstr>
      <vt:lpstr>1_Office Theme</vt:lpstr>
      <vt:lpstr>Data Structures and Algorithms I.</vt:lpstr>
      <vt:lpstr>Tree-like structures</vt:lpstr>
      <vt:lpstr>Binary Search Tree</vt:lpstr>
      <vt:lpstr>Different types of binary trees</vt:lpstr>
      <vt:lpstr>Balanced</vt:lpstr>
      <vt:lpstr>Skewed</vt:lpstr>
      <vt:lpstr>Full binary tree</vt:lpstr>
      <vt:lpstr>Complete binary tree</vt:lpstr>
      <vt:lpstr>Exercise</vt:lpstr>
      <vt:lpstr>Ways to traverse a binary tree</vt:lpstr>
      <vt:lpstr>In-order</vt:lpstr>
      <vt:lpstr>Post-order</vt:lpstr>
      <vt:lpstr>Pre-order</vt:lpstr>
      <vt:lpstr>Set</vt:lpstr>
      <vt:lpstr>Unique elements</vt:lpstr>
      <vt:lpstr>Map (Dictionary)</vt:lpstr>
      <vt:lpstr>Map (Dictionary)</vt:lpstr>
      <vt:lpstr>Deleting a node from a BST</vt:lpstr>
      <vt:lpstr>2 distinct cases</vt:lpstr>
      <vt:lpstr>Leaf nodes</vt:lpstr>
      <vt:lpstr>Internal nodes – 2 strategies</vt:lpstr>
      <vt:lpstr>Time complexity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Róbert</dc:creator>
  <cp:lastModifiedBy>Nagy Róbert</cp:lastModifiedBy>
  <cp:revision>10</cp:revision>
  <dcterms:created xsi:type="dcterms:W3CDTF">2025-09-05T08:44:04Z</dcterms:created>
  <dcterms:modified xsi:type="dcterms:W3CDTF">2026-03-12T10:59:09Z</dcterms:modified>
</cp:coreProperties>
</file>