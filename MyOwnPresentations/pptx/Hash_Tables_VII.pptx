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2" r:id="rId6"/>
    <p:sldId id="260" r:id="rId7"/>
    <p:sldId id="261" r:id="rId8"/>
    <p:sldId id="265" r:id="rId9"/>
    <p:sldId id="267" r:id="rId10"/>
    <p:sldId id="263" r:id="rId11"/>
    <p:sldId id="266" r:id="rId12"/>
    <p:sldId id="269" r:id="rId13"/>
    <p:sldId id="264" r:id="rId14"/>
    <p:sldId id="270" r:id="rId15"/>
    <p:sldId id="271" r:id="rId16"/>
    <p:sldId id="274" r:id="rId17"/>
    <p:sldId id="277" r:id="rId18"/>
    <p:sldId id="275" r:id="rId19"/>
    <p:sldId id="276" r:id="rId20"/>
    <p:sldId id="272" r:id="rId21"/>
    <p:sldId id="285" r:id="rId22"/>
    <p:sldId id="273" r:id="rId23"/>
    <p:sldId id="278" r:id="rId24"/>
    <p:sldId id="279" r:id="rId25"/>
    <p:sldId id="280" r:id="rId26"/>
    <p:sldId id="284" r:id="rId27"/>
    <p:sldId id="281" r:id="rId28"/>
    <p:sldId id="282" r:id="rId29"/>
    <p:sldId id="283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2475B78-455C-4B54-A9DE-BDF6F2BE3D25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D08A8F7-1FF0-41F4-9288-915885DD09E8}">
      <dgm:prSet/>
      <dgm:spPr/>
      <dgm:t>
        <a:bodyPr/>
        <a:lstStyle/>
        <a:p>
          <a:r>
            <a:rPr lang="en-US"/>
            <a:t>SHA-256</a:t>
          </a:r>
        </a:p>
      </dgm:t>
    </dgm:pt>
    <dgm:pt modelId="{D9C18477-C372-441A-BB0F-CFACDD54A77E}" type="parTrans" cxnId="{1536E14B-D618-4152-BA5D-AA9E5C6B81E4}">
      <dgm:prSet/>
      <dgm:spPr/>
      <dgm:t>
        <a:bodyPr/>
        <a:lstStyle/>
        <a:p>
          <a:endParaRPr lang="en-US"/>
        </a:p>
      </dgm:t>
    </dgm:pt>
    <dgm:pt modelId="{8AD7B6F6-EFE5-4E42-A957-6D6D7929A584}" type="sibTrans" cxnId="{1536E14B-D618-4152-BA5D-AA9E5C6B81E4}">
      <dgm:prSet/>
      <dgm:spPr/>
      <dgm:t>
        <a:bodyPr/>
        <a:lstStyle/>
        <a:p>
          <a:endParaRPr lang="en-US"/>
        </a:p>
      </dgm:t>
    </dgm:pt>
    <dgm:pt modelId="{2C43B241-2D83-41EF-BD71-F4AF0BB88AF0}">
      <dgm:prSet/>
      <dgm:spPr/>
      <dgm:t>
        <a:bodyPr/>
        <a:lstStyle/>
        <a:p>
          <a:r>
            <a:rPr lang="en-US"/>
            <a:t>SHA-3</a:t>
          </a:r>
        </a:p>
      </dgm:t>
    </dgm:pt>
    <dgm:pt modelId="{7E4E5F82-F880-4F0B-AF3E-52976EBE8191}" type="parTrans" cxnId="{6DF81E4D-EA58-421A-A49C-FD9941BB7FD7}">
      <dgm:prSet/>
      <dgm:spPr/>
      <dgm:t>
        <a:bodyPr/>
        <a:lstStyle/>
        <a:p>
          <a:endParaRPr lang="en-US"/>
        </a:p>
      </dgm:t>
    </dgm:pt>
    <dgm:pt modelId="{87C48F2C-1340-43A7-8537-BE0516006776}" type="sibTrans" cxnId="{6DF81E4D-EA58-421A-A49C-FD9941BB7FD7}">
      <dgm:prSet/>
      <dgm:spPr/>
      <dgm:t>
        <a:bodyPr/>
        <a:lstStyle/>
        <a:p>
          <a:endParaRPr lang="en-US"/>
        </a:p>
      </dgm:t>
    </dgm:pt>
    <dgm:pt modelId="{A768A8D5-A1DF-41D9-8527-BAE01850238B}">
      <dgm:prSet/>
      <dgm:spPr/>
      <dgm:t>
        <a:bodyPr/>
        <a:lstStyle/>
        <a:p>
          <a:r>
            <a:rPr lang="en-US"/>
            <a:t>CRC32</a:t>
          </a:r>
        </a:p>
      </dgm:t>
    </dgm:pt>
    <dgm:pt modelId="{0E0636F9-EF5B-494E-B8BE-6AD12D360BE7}" type="parTrans" cxnId="{E0276DC6-A663-4A2A-92EF-A3D5B4F0CBED}">
      <dgm:prSet/>
      <dgm:spPr/>
      <dgm:t>
        <a:bodyPr/>
        <a:lstStyle/>
        <a:p>
          <a:endParaRPr lang="en-US"/>
        </a:p>
      </dgm:t>
    </dgm:pt>
    <dgm:pt modelId="{D190BACC-74C2-407D-97ED-3F65E3795D86}" type="sibTrans" cxnId="{E0276DC6-A663-4A2A-92EF-A3D5B4F0CBED}">
      <dgm:prSet/>
      <dgm:spPr/>
      <dgm:t>
        <a:bodyPr/>
        <a:lstStyle/>
        <a:p>
          <a:endParaRPr lang="en-US"/>
        </a:p>
      </dgm:t>
    </dgm:pt>
    <dgm:pt modelId="{203D3279-6A59-4258-BE35-E9517E367B50}">
      <dgm:prSet/>
      <dgm:spPr/>
      <dgm:t>
        <a:bodyPr/>
        <a:lstStyle/>
        <a:p>
          <a:r>
            <a:rPr lang="en-US" b="1" dirty="0">
              <a:solidFill>
                <a:srgbClr val="FF0000"/>
              </a:solidFill>
            </a:rPr>
            <a:t>MD5</a:t>
          </a:r>
        </a:p>
      </dgm:t>
    </dgm:pt>
    <dgm:pt modelId="{C13DF16E-EF35-455E-91BA-EF5900B9AC6F}" type="parTrans" cxnId="{46968E62-0A0B-4FA5-B518-729C47F4E99D}">
      <dgm:prSet/>
      <dgm:spPr/>
      <dgm:t>
        <a:bodyPr/>
        <a:lstStyle/>
        <a:p>
          <a:endParaRPr lang="en-US"/>
        </a:p>
      </dgm:t>
    </dgm:pt>
    <dgm:pt modelId="{57F3BA71-34D1-4E5A-95BB-43F7E3554542}" type="sibTrans" cxnId="{46968E62-0A0B-4FA5-B518-729C47F4E99D}">
      <dgm:prSet/>
      <dgm:spPr/>
      <dgm:t>
        <a:bodyPr/>
        <a:lstStyle/>
        <a:p>
          <a:endParaRPr lang="en-US"/>
        </a:p>
      </dgm:t>
    </dgm:pt>
    <dgm:pt modelId="{017EA3A2-9E06-414B-A2DE-F038510085FE}" type="pres">
      <dgm:prSet presAssocID="{92475B78-455C-4B54-A9DE-BDF6F2BE3D25}" presName="vert0" presStyleCnt="0">
        <dgm:presLayoutVars>
          <dgm:dir/>
          <dgm:animOne val="branch"/>
          <dgm:animLvl val="lvl"/>
        </dgm:presLayoutVars>
      </dgm:prSet>
      <dgm:spPr/>
    </dgm:pt>
    <dgm:pt modelId="{3DEF0194-E4DC-4AA4-8475-E35F0F6724EE}" type="pres">
      <dgm:prSet presAssocID="{FD08A8F7-1FF0-41F4-9288-915885DD09E8}" presName="thickLine" presStyleLbl="alignNode1" presStyleIdx="0" presStyleCnt="4"/>
      <dgm:spPr/>
    </dgm:pt>
    <dgm:pt modelId="{158EE023-9E44-4D93-A102-30763708A4CD}" type="pres">
      <dgm:prSet presAssocID="{FD08A8F7-1FF0-41F4-9288-915885DD09E8}" presName="horz1" presStyleCnt="0"/>
      <dgm:spPr/>
    </dgm:pt>
    <dgm:pt modelId="{9EF35280-B183-4B79-AFE8-7BCCA658138B}" type="pres">
      <dgm:prSet presAssocID="{FD08A8F7-1FF0-41F4-9288-915885DD09E8}" presName="tx1" presStyleLbl="revTx" presStyleIdx="0" presStyleCnt="4"/>
      <dgm:spPr/>
    </dgm:pt>
    <dgm:pt modelId="{9942E26A-798D-4586-B27E-E4D774159A6D}" type="pres">
      <dgm:prSet presAssocID="{FD08A8F7-1FF0-41F4-9288-915885DD09E8}" presName="vert1" presStyleCnt="0"/>
      <dgm:spPr/>
    </dgm:pt>
    <dgm:pt modelId="{E5E27E88-6B0A-4BAA-98E7-C8C291827148}" type="pres">
      <dgm:prSet presAssocID="{2C43B241-2D83-41EF-BD71-F4AF0BB88AF0}" presName="thickLine" presStyleLbl="alignNode1" presStyleIdx="1" presStyleCnt="4"/>
      <dgm:spPr/>
    </dgm:pt>
    <dgm:pt modelId="{229CBE1C-AA82-4EA6-BE0A-4F4BDEED85B0}" type="pres">
      <dgm:prSet presAssocID="{2C43B241-2D83-41EF-BD71-F4AF0BB88AF0}" presName="horz1" presStyleCnt="0"/>
      <dgm:spPr/>
    </dgm:pt>
    <dgm:pt modelId="{716C9DDA-17BA-439D-A693-DFBCCE3937DF}" type="pres">
      <dgm:prSet presAssocID="{2C43B241-2D83-41EF-BD71-F4AF0BB88AF0}" presName="tx1" presStyleLbl="revTx" presStyleIdx="1" presStyleCnt="4"/>
      <dgm:spPr/>
    </dgm:pt>
    <dgm:pt modelId="{26BFAED2-185A-434D-919C-7A9CBCEAAC67}" type="pres">
      <dgm:prSet presAssocID="{2C43B241-2D83-41EF-BD71-F4AF0BB88AF0}" presName="vert1" presStyleCnt="0"/>
      <dgm:spPr/>
    </dgm:pt>
    <dgm:pt modelId="{DAF63B4E-C729-4674-AFA7-BA24E2AEDA4C}" type="pres">
      <dgm:prSet presAssocID="{A768A8D5-A1DF-41D9-8527-BAE01850238B}" presName="thickLine" presStyleLbl="alignNode1" presStyleIdx="2" presStyleCnt="4"/>
      <dgm:spPr/>
    </dgm:pt>
    <dgm:pt modelId="{9A5F90F9-B1EE-4500-A088-1BE70CF9F84C}" type="pres">
      <dgm:prSet presAssocID="{A768A8D5-A1DF-41D9-8527-BAE01850238B}" presName="horz1" presStyleCnt="0"/>
      <dgm:spPr/>
    </dgm:pt>
    <dgm:pt modelId="{EC682351-B1A1-48A5-AF69-D4342FE2FAEB}" type="pres">
      <dgm:prSet presAssocID="{A768A8D5-A1DF-41D9-8527-BAE01850238B}" presName="tx1" presStyleLbl="revTx" presStyleIdx="2" presStyleCnt="4"/>
      <dgm:spPr/>
    </dgm:pt>
    <dgm:pt modelId="{D6784E2B-75C2-4D46-B8B6-36B649FD63EF}" type="pres">
      <dgm:prSet presAssocID="{A768A8D5-A1DF-41D9-8527-BAE01850238B}" presName="vert1" presStyleCnt="0"/>
      <dgm:spPr/>
    </dgm:pt>
    <dgm:pt modelId="{A302AC2E-9F42-4646-AAD6-4EC0DDAB35E3}" type="pres">
      <dgm:prSet presAssocID="{203D3279-6A59-4258-BE35-E9517E367B50}" presName="thickLine" presStyleLbl="alignNode1" presStyleIdx="3" presStyleCnt="4"/>
      <dgm:spPr/>
    </dgm:pt>
    <dgm:pt modelId="{9D9EAB21-B7DA-46CB-B947-401956C08ED7}" type="pres">
      <dgm:prSet presAssocID="{203D3279-6A59-4258-BE35-E9517E367B50}" presName="horz1" presStyleCnt="0"/>
      <dgm:spPr/>
    </dgm:pt>
    <dgm:pt modelId="{FAF970E8-7815-4DEF-A376-126D9C862C6A}" type="pres">
      <dgm:prSet presAssocID="{203D3279-6A59-4258-BE35-E9517E367B50}" presName="tx1" presStyleLbl="revTx" presStyleIdx="3" presStyleCnt="4"/>
      <dgm:spPr/>
    </dgm:pt>
    <dgm:pt modelId="{26485F51-FF0E-4B49-8162-D0F6995A7A1C}" type="pres">
      <dgm:prSet presAssocID="{203D3279-6A59-4258-BE35-E9517E367B50}" presName="vert1" presStyleCnt="0"/>
      <dgm:spPr/>
    </dgm:pt>
  </dgm:ptLst>
  <dgm:cxnLst>
    <dgm:cxn modelId="{4851E325-4E54-4415-82DB-34D721AE8573}" type="presOf" srcId="{203D3279-6A59-4258-BE35-E9517E367B50}" destId="{FAF970E8-7815-4DEF-A376-126D9C862C6A}" srcOrd="0" destOrd="0" presId="urn:microsoft.com/office/officeart/2008/layout/LinedList"/>
    <dgm:cxn modelId="{C2295541-A69F-4376-9F26-4848F8D467FE}" type="presOf" srcId="{92475B78-455C-4B54-A9DE-BDF6F2BE3D25}" destId="{017EA3A2-9E06-414B-A2DE-F038510085FE}" srcOrd="0" destOrd="0" presId="urn:microsoft.com/office/officeart/2008/layout/LinedList"/>
    <dgm:cxn modelId="{46968E62-0A0B-4FA5-B518-729C47F4E99D}" srcId="{92475B78-455C-4B54-A9DE-BDF6F2BE3D25}" destId="{203D3279-6A59-4258-BE35-E9517E367B50}" srcOrd="3" destOrd="0" parTransId="{C13DF16E-EF35-455E-91BA-EF5900B9AC6F}" sibTransId="{57F3BA71-34D1-4E5A-95BB-43F7E3554542}"/>
    <dgm:cxn modelId="{1536E14B-D618-4152-BA5D-AA9E5C6B81E4}" srcId="{92475B78-455C-4B54-A9DE-BDF6F2BE3D25}" destId="{FD08A8F7-1FF0-41F4-9288-915885DD09E8}" srcOrd="0" destOrd="0" parTransId="{D9C18477-C372-441A-BB0F-CFACDD54A77E}" sibTransId="{8AD7B6F6-EFE5-4E42-A957-6D6D7929A584}"/>
    <dgm:cxn modelId="{6DF81E4D-EA58-421A-A49C-FD9941BB7FD7}" srcId="{92475B78-455C-4B54-A9DE-BDF6F2BE3D25}" destId="{2C43B241-2D83-41EF-BD71-F4AF0BB88AF0}" srcOrd="1" destOrd="0" parTransId="{7E4E5F82-F880-4F0B-AF3E-52976EBE8191}" sibTransId="{87C48F2C-1340-43A7-8537-BE0516006776}"/>
    <dgm:cxn modelId="{B09DE66E-8D21-4DE7-AC98-D18FE3090756}" type="presOf" srcId="{A768A8D5-A1DF-41D9-8527-BAE01850238B}" destId="{EC682351-B1A1-48A5-AF69-D4342FE2FAEB}" srcOrd="0" destOrd="0" presId="urn:microsoft.com/office/officeart/2008/layout/LinedList"/>
    <dgm:cxn modelId="{0C839F8A-356D-4B70-9438-7F1F521FD2E2}" type="presOf" srcId="{2C43B241-2D83-41EF-BD71-F4AF0BB88AF0}" destId="{716C9DDA-17BA-439D-A693-DFBCCE3937DF}" srcOrd="0" destOrd="0" presId="urn:microsoft.com/office/officeart/2008/layout/LinedList"/>
    <dgm:cxn modelId="{E0276DC6-A663-4A2A-92EF-A3D5B4F0CBED}" srcId="{92475B78-455C-4B54-A9DE-BDF6F2BE3D25}" destId="{A768A8D5-A1DF-41D9-8527-BAE01850238B}" srcOrd="2" destOrd="0" parTransId="{0E0636F9-EF5B-494E-B8BE-6AD12D360BE7}" sibTransId="{D190BACC-74C2-407D-97ED-3F65E3795D86}"/>
    <dgm:cxn modelId="{BD29E8E4-7A3E-499F-AA74-5D89F4F799F3}" type="presOf" srcId="{FD08A8F7-1FF0-41F4-9288-915885DD09E8}" destId="{9EF35280-B183-4B79-AFE8-7BCCA658138B}" srcOrd="0" destOrd="0" presId="urn:microsoft.com/office/officeart/2008/layout/LinedList"/>
    <dgm:cxn modelId="{481D4377-70D8-4779-B7F3-13A93A6061FB}" type="presParOf" srcId="{017EA3A2-9E06-414B-A2DE-F038510085FE}" destId="{3DEF0194-E4DC-4AA4-8475-E35F0F6724EE}" srcOrd="0" destOrd="0" presId="urn:microsoft.com/office/officeart/2008/layout/LinedList"/>
    <dgm:cxn modelId="{976197AC-948C-405A-9C07-10AD1DFBD72F}" type="presParOf" srcId="{017EA3A2-9E06-414B-A2DE-F038510085FE}" destId="{158EE023-9E44-4D93-A102-30763708A4CD}" srcOrd="1" destOrd="0" presId="urn:microsoft.com/office/officeart/2008/layout/LinedList"/>
    <dgm:cxn modelId="{23B6C060-416E-4D71-B1B2-49B92CCCD37D}" type="presParOf" srcId="{158EE023-9E44-4D93-A102-30763708A4CD}" destId="{9EF35280-B183-4B79-AFE8-7BCCA658138B}" srcOrd="0" destOrd="0" presId="urn:microsoft.com/office/officeart/2008/layout/LinedList"/>
    <dgm:cxn modelId="{E2C5DBD0-8F3F-4894-8E5D-541D8C60B1F2}" type="presParOf" srcId="{158EE023-9E44-4D93-A102-30763708A4CD}" destId="{9942E26A-798D-4586-B27E-E4D774159A6D}" srcOrd="1" destOrd="0" presId="urn:microsoft.com/office/officeart/2008/layout/LinedList"/>
    <dgm:cxn modelId="{7ED81EB5-C933-4E84-B090-AC80FCA7DAFD}" type="presParOf" srcId="{017EA3A2-9E06-414B-A2DE-F038510085FE}" destId="{E5E27E88-6B0A-4BAA-98E7-C8C291827148}" srcOrd="2" destOrd="0" presId="urn:microsoft.com/office/officeart/2008/layout/LinedList"/>
    <dgm:cxn modelId="{0A939592-2020-41E3-B933-5220A6E75492}" type="presParOf" srcId="{017EA3A2-9E06-414B-A2DE-F038510085FE}" destId="{229CBE1C-AA82-4EA6-BE0A-4F4BDEED85B0}" srcOrd="3" destOrd="0" presId="urn:microsoft.com/office/officeart/2008/layout/LinedList"/>
    <dgm:cxn modelId="{A98893E3-788C-4D3D-A891-AC040D8CB6E6}" type="presParOf" srcId="{229CBE1C-AA82-4EA6-BE0A-4F4BDEED85B0}" destId="{716C9DDA-17BA-439D-A693-DFBCCE3937DF}" srcOrd="0" destOrd="0" presId="urn:microsoft.com/office/officeart/2008/layout/LinedList"/>
    <dgm:cxn modelId="{17E6FA86-55E6-444F-8D5A-C89727229AD7}" type="presParOf" srcId="{229CBE1C-AA82-4EA6-BE0A-4F4BDEED85B0}" destId="{26BFAED2-185A-434D-919C-7A9CBCEAAC67}" srcOrd="1" destOrd="0" presId="urn:microsoft.com/office/officeart/2008/layout/LinedList"/>
    <dgm:cxn modelId="{C63829C6-6637-4A6D-8C3D-8AE623DBACBC}" type="presParOf" srcId="{017EA3A2-9E06-414B-A2DE-F038510085FE}" destId="{DAF63B4E-C729-4674-AFA7-BA24E2AEDA4C}" srcOrd="4" destOrd="0" presId="urn:microsoft.com/office/officeart/2008/layout/LinedList"/>
    <dgm:cxn modelId="{E1B9E050-8811-470D-A935-50ECE06EB666}" type="presParOf" srcId="{017EA3A2-9E06-414B-A2DE-F038510085FE}" destId="{9A5F90F9-B1EE-4500-A088-1BE70CF9F84C}" srcOrd="5" destOrd="0" presId="urn:microsoft.com/office/officeart/2008/layout/LinedList"/>
    <dgm:cxn modelId="{7703043A-3F63-4452-BF55-2668AFABBD75}" type="presParOf" srcId="{9A5F90F9-B1EE-4500-A088-1BE70CF9F84C}" destId="{EC682351-B1A1-48A5-AF69-D4342FE2FAEB}" srcOrd="0" destOrd="0" presId="urn:microsoft.com/office/officeart/2008/layout/LinedList"/>
    <dgm:cxn modelId="{896D6DB4-6D8E-4629-9660-997202912A25}" type="presParOf" srcId="{9A5F90F9-B1EE-4500-A088-1BE70CF9F84C}" destId="{D6784E2B-75C2-4D46-B8B6-36B649FD63EF}" srcOrd="1" destOrd="0" presId="urn:microsoft.com/office/officeart/2008/layout/LinedList"/>
    <dgm:cxn modelId="{860FD19F-FB6C-4678-BECB-19F5054A54D3}" type="presParOf" srcId="{017EA3A2-9E06-414B-A2DE-F038510085FE}" destId="{A302AC2E-9F42-4646-AAD6-4EC0DDAB35E3}" srcOrd="6" destOrd="0" presId="urn:microsoft.com/office/officeart/2008/layout/LinedList"/>
    <dgm:cxn modelId="{26752917-8311-4E11-854E-087E239029EC}" type="presParOf" srcId="{017EA3A2-9E06-414B-A2DE-F038510085FE}" destId="{9D9EAB21-B7DA-46CB-B947-401956C08ED7}" srcOrd="7" destOrd="0" presId="urn:microsoft.com/office/officeart/2008/layout/LinedList"/>
    <dgm:cxn modelId="{0FBE8964-8F67-4020-965B-C451F7D6BD64}" type="presParOf" srcId="{9D9EAB21-B7DA-46CB-B947-401956C08ED7}" destId="{FAF970E8-7815-4DEF-A376-126D9C862C6A}" srcOrd="0" destOrd="0" presId="urn:microsoft.com/office/officeart/2008/layout/LinedList"/>
    <dgm:cxn modelId="{C50CC57E-45E4-4562-BDB7-0268C04D4F0C}" type="presParOf" srcId="{9D9EAB21-B7DA-46CB-B947-401956C08ED7}" destId="{26485F51-FF0E-4B49-8162-D0F6995A7A1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EF0194-E4DC-4AA4-8475-E35F0F6724EE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F35280-B183-4B79-AFE8-7BCCA658138B}">
      <dsp:nvSpPr>
        <dsp:cNvPr id="0" name=""/>
        <dsp:cNvSpPr/>
      </dsp:nvSpPr>
      <dsp:spPr>
        <a:xfrm>
          <a:off x="0" y="0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SHA-256</a:t>
          </a:r>
        </a:p>
      </dsp:txBody>
      <dsp:txXfrm>
        <a:off x="0" y="0"/>
        <a:ext cx="10515600" cy="1087834"/>
      </dsp:txXfrm>
    </dsp:sp>
    <dsp:sp modelId="{E5E27E88-6B0A-4BAA-98E7-C8C291827148}">
      <dsp:nvSpPr>
        <dsp:cNvPr id="0" name=""/>
        <dsp:cNvSpPr/>
      </dsp:nvSpPr>
      <dsp:spPr>
        <a:xfrm>
          <a:off x="0" y="108783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C9DDA-17BA-439D-A693-DFBCCE3937DF}">
      <dsp:nvSpPr>
        <dsp:cNvPr id="0" name=""/>
        <dsp:cNvSpPr/>
      </dsp:nvSpPr>
      <dsp:spPr>
        <a:xfrm>
          <a:off x="0" y="1087834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SHA-3</a:t>
          </a:r>
        </a:p>
      </dsp:txBody>
      <dsp:txXfrm>
        <a:off x="0" y="1087834"/>
        <a:ext cx="10515600" cy="1087834"/>
      </dsp:txXfrm>
    </dsp:sp>
    <dsp:sp modelId="{DAF63B4E-C729-4674-AFA7-BA24E2AEDA4C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682351-B1A1-48A5-AF69-D4342FE2FAEB}">
      <dsp:nvSpPr>
        <dsp:cNvPr id="0" name=""/>
        <dsp:cNvSpPr/>
      </dsp:nvSpPr>
      <dsp:spPr>
        <a:xfrm>
          <a:off x="0" y="2175669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CRC32</a:t>
          </a:r>
        </a:p>
      </dsp:txBody>
      <dsp:txXfrm>
        <a:off x="0" y="2175669"/>
        <a:ext cx="10515600" cy="1087834"/>
      </dsp:txXfrm>
    </dsp:sp>
    <dsp:sp modelId="{A302AC2E-9F42-4646-AAD6-4EC0DDAB35E3}">
      <dsp:nvSpPr>
        <dsp:cNvPr id="0" name=""/>
        <dsp:cNvSpPr/>
      </dsp:nvSpPr>
      <dsp:spPr>
        <a:xfrm>
          <a:off x="0" y="326350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970E8-7815-4DEF-A376-126D9C862C6A}">
      <dsp:nvSpPr>
        <dsp:cNvPr id="0" name=""/>
        <dsp:cNvSpPr/>
      </dsp:nvSpPr>
      <dsp:spPr>
        <a:xfrm>
          <a:off x="0" y="3263503"/>
          <a:ext cx="10515600" cy="10878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0" tIns="190500" rIns="190500" bIns="190500" numCol="1" spcCol="1270" anchor="t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b="1" kern="1200" dirty="0">
              <a:solidFill>
                <a:srgbClr val="FF0000"/>
              </a:solidFill>
            </a:rPr>
            <a:t>MD5</a:t>
          </a:r>
        </a:p>
      </dsp:txBody>
      <dsp:txXfrm>
        <a:off x="0" y="3263503"/>
        <a:ext cx="10515600" cy="10878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5EBBF-D1FF-F067-9418-1F994ADEF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2FBDD0-9B0F-8E1A-0847-CF331A39D9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F9844-F7E1-8008-9F8A-EBBCBDC64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6286B0-E8A9-69BD-A1AB-9CF3DE70D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92958-1905-9FF7-12CB-A1EAE7A7AA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48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8AAB-92CA-43EB-D554-F02F892AC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6DD27-8121-A879-50FA-CE85506B1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620E6-C2A6-689E-763E-CC3876F75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496149-730E-CDAE-A1BE-9670AD497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9CAA0-FF15-A3A3-5879-EDCE390D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2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F0C67-0F53-0244-9FD5-B9E7B0DD6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3AFBC2-C7BC-87A3-2187-CC99D5F78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F902FA-0E08-FA41-6A3E-035260EF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A421B-F3F3-E529-AFA1-F92EE0648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9211E-1AB8-1245-8D43-BE8B1C2C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75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7AF9-2250-C71E-E1B4-26A2CDBFE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D1655-C3EE-9AC7-D496-675B9618A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F3795-2395-8A45-C241-E0C3E7DE1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30035-FBC1-2450-BDB1-3EBAA301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59152-3D19-4D5D-F90D-BBF0C47A5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92B28-734C-C82A-8EEB-E302F568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907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3E015-3C8B-6474-E2A6-722100B59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D894BF-066D-2C43-F9AF-C18D4D3D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BA5A1-198F-A364-FB4F-519F4DBF37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93E99A-989B-9DE6-7FB9-38CE94C9AD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CDF6E5-B0F1-876C-34FD-8068D3843B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F6A77-C03B-0EFF-93AA-C1077FB4A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78533-DBFE-ACC9-FD4D-F095C3F26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90E55F5-1A8C-8C59-CCDB-AAFB098A4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402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8D1CE-D669-3041-A681-F7BCD6D93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2D02AC-8F17-CBFE-579D-3025000E5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8EE94D-801F-98D9-00F4-C08B7BDA1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4F4E52-6B12-00E8-F185-DFBFDCB3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25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131F8E-D6BB-6E5B-17E3-3A4C6F982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62DA51-FF0E-92C4-10D3-447B986D4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5E871E-1928-9A3C-FE61-899C1B423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09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26BCF-F116-698B-A25B-2BC65323E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97CD2D-C543-5498-7305-3E31C58BBE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2EF04F-5FFD-39E4-F732-62B4C8052E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29521-09A1-EE8A-B3BB-0BCD0E65A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3DCA82-852A-58BF-A4B7-57A5C0FDA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CD68C-A794-62E7-3FF0-D341D22D5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406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54ED9-596F-55AD-1245-99AB3316D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AACE27-42C7-F45E-E9F1-56A126373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404516-42FD-B3A8-D1C8-FB514C2AEF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722854-EC62-AE2B-0A06-C256DA835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DB5BAA-93B8-06F9-5B36-AEC099E58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B3640-5FCA-4930-6205-DFC8ACA9B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392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E1815-1410-B39E-29D8-05475C3B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F91F0D-C0F3-FA3E-D2F2-7726B692FD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0F43BD-23C3-1403-E2E4-2A461B3C1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207A-08F7-3670-270A-D0BA25ED8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3875B-E86B-44B9-C999-E7083C91E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085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77BEC4-502F-C6ED-51DD-DD1CF01693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A0CD3C-F152-EF61-BEE2-91AC3A5F0E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31760B-381C-6D07-72EF-11BB147F3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3EEBE-6A26-0518-BAD1-E140FE297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F4986-1DCE-ED81-D362-CDD41A029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5526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6E241-8B2D-ECEF-1744-39FA11751D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C4B584-F076-BFF5-2434-985C49B34C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6BE45-9333-2FDA-D229-BB7F94A5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9F73C-3050-7F08-0988-E7AEA1F8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BD4AD9-A904-5C5F-CDA1-D8026F121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68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95DA2-4849-C734-D90A-A02D0BDBE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62D88-0BC7-285A-7150-77A3E5324A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1DFE6-67D6-6929-B0D7-1E50EFDF0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5F74CE-909D-327A-16CE-F8B08425B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4D6BD-363C-FFDE-0147-FCB59350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04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FB66-FED5-C23F-A119-56847871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0F3DC-C4FA-9B3E-0A41-B994BE54A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F6593-7605-6B6A-43F8-A75CE3FC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20ADF-AB69-F8FF-7D51-F02E78011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14165-98C3-E8F8-9238-5B86EC409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469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AFA95-D666-B294-DAA1-F38D600B4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D57B3-312E-150E-FAC4-37CAE3F7AE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BD6F15-44BA-54B3-0C6E-93D10704E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10D678-A6C5-B023-1F27-3F4DF5C9B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2D8DA-3B85-9DB5-2A7E-64796A35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4B562F-1AFF-0C90-B6D3-AA0AC2466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94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3A3E-D984-E5EE-B50B-82D6A146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172E0-233A-777A-19F0-886F8F7F83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606BBD-7869-1FA8-E9C2-0F2A5E46C3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7F7557-A959-94A1-6DAA-946B541C0E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A3DB72-1531-44DB-2BB0-1C3A9CCC6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686509-38A8-DEB0-AC4E-60273B6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595E2D-3FCE-7663-ADDD-B9D2BABB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05A61D-0F2E-5F50-3F85-96416B9B6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5871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F628-9666-D68E-8925-4C88B845C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7FE773-9442-F217-C0F2-3E90F36E2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FF80-E9B3-F78D-421C-077FDDE0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9B4EFF-CFDA-40BC-8C59-EF47FC2B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3253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E2CD6C-62A6-7807-BCA5-9C954C036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D1C279-D75F-759D-4B09-34A880540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BE702A-5E82-A436-1CF1-AC1A5F1D8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85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255C2-612A-1713-E9F9-C567C49E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8C25D3-AC77-BEC9-CAE2-E0B56C6C6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40BF17-72D6-4C5F-63BF-63E09F848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46480D-1305-DBDC-69F1-7F5788D24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10CE9-13D7-28C9-516A-5F548EC3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8DFF4-9934-70B9-FF5A-14DECC12E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50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2A2AC-3BFC-8D13-F061-1D8BA629F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E17838-5D5F-1AC4-2AA6-AB201A498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3A495F-243C-04C6-D8FF-44A21B7A8F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73BC94-BB1D-03FB-0C2A-5A2874C63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8AE6C-6A78-516D-60F4-3DDC1EBA5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5DE6A-457E-2A89-A0BB-5A61AD89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9848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1E31-AC2E-E027-6BCA-8959DD373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CD8F0C-E592-BC50-EACE-A200D9D693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0F7BB-297F-7BA6-2B9B-CCB896D23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0FB0D6-482B-29F6-26D6-5EDD7B77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74FB8-D633-35BA-DDD7-CD6F0859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7715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FD6B4B-D467-2CC4-B071-114D099A06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34A8AA-9629-7368-7203-3E2A03E01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85EF8-CBC7-A453-61F9-476116AF6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FCAA67-64B2-580A-F610-CEBEFC325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F326A-582B-1C6F-4791-84ACA5589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911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0BCF85-6A8C-5CCA-197B-8EE8BA3A4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E0CA41-F4AD-F56D-15EF-AEF6207EA2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E4C22-64F0-9DAE-30A2-2CB2FD6129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946ECA-30FB-4F03-931F-B6980449CAEA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BB917-7035-09F5-632D-AD1AF4AE5C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2AE0-E6A0-59E2-3AD3-F62154DA6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92669F-0156-4DA3-A0D5-46F111A94E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8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DC7DE6-1EEF-DF17-75D8-A6F6D63440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223C0-1BCC-71E5-EE23-D01197BCA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31058-303A-EE33-694F-DE56AC03D5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041930-F8FC-4542-827E-E504F4750562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959B44-5FCF-3438-7C14-156D364CBA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E7A8B-89D9-BA6F-C698-C50583E759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36D1F2-5883-4D86-8C66-99BA3F5E41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94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nybles/hashing-algorithms-d10171ca2e89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hash-table-data-structure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collision-resolution-techniques/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Hash-table-representation-for-separate-chaining_fig2_284454241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ysadmins.lv/blog-en/array-search-hash-tables-behind-the-scenes.aspx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github.com/abseil/abseil-cpp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6" name="Rectangle 13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ED9A9A-32C5-C019-66BA-65438A784F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3442" y="921715"/>
            <a:ext cx="5163022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800"/>
              <a:t>Data Structures and Algorithms I.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12192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4022220"/>
            <a:ext cx="815339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12253472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2F5B50-E332-CBF2-D1A2-66ADD28495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3442" y="4541263"/>
            <a:ext cx="4662957" cy="1395022"/>
          </a:xfrm>
        </p:spPr>
        <p:txBody>
          <a:bodyPr anchor="t">
            <a:normAutofit/>
          </a:bodyPr>
          <a:lstStyle/>
          <a:p>
            <a:pPr algn="l"/>
            <a:r>
              <a:rPr lang="hu-HU" dirty="0">
                <a:solidFill>
                  <a:srgbClr val="FFFFFF"/>
                </a:solidFill>
              </a:rPr>
              <a:t>University of </a:t>
            </a:r>
            <a:r>
              <a:rPr lang="en-US" dirty="0">
                <a:solidFill>
                  <a:srgbClr val="FFFFFF"/>
                </a:solidFill>
              </a:rPr>
              <a:t>Szeged </a:t>
            </a:r>
          </a:p>
          <a:p>
            <a:pPr algn="l"/>
            <a:r>
              <a:rPr lang="en-US" sz="1600" dirty="0">
                <a:solidFill>
                  <a:srgbClr val="FFFFFF"/>
                </a:solidFill>
              </a:rPr>
              <a:t>Robert Nagy</a:t>
            </a:r>
          </a:p>
          <a:p>
            <a:pPr algn="l"/>
            <a:r>
              <a:rPr lang="en-US" dirty="0">
                <a:solidFill>
                  <a:srgbClr val="FFFFFF"/>
                </a:solidFill>
              </a:rPr>
              <a:t>2025/26. </a:t>
            </a:r>
            <a:r>
              <a:rPr lang="hu-HU" dirty="0">
                <a:solidFill>
                  <a:srgbClr val="FFFFFF"/>
                </a:solidFill>
              </a:rPr>
              <a:t>Spring</a:t>
            </a:r>
            <a:r>
              <a:rPr lang="en-US" dirty="0">
                <a:solidFill>
                  <a:srgbClr val="FFFFFF"/>
                </a:solidFill>
              </a:rPr>
              <a:t> Semester</a:t>
            </a:r>
          </a:p>
          <a:p>
            <a:pPr algn="l"/>
            <a:endParaRPr lang="hu-HU" dirty="0">
              <a:solidFill>
                <a:srgbClr val="FFFFFF"/>
              </a:solidFill>
            </a:endParaRPr>
          </a:p>
        </p:txBody>
      </p:sp>
      <p:pic>
        <p:nvPicPr>
          <p:cNvPr id="6" name="Picture 5" descr="A black and white logo&#10;&#10;AI-generated content may be incorrect.">
            <a:extLst>
              <a:ext uri="{FF2B5EF4-FFF2-40B4-BE49-F238E27FC236}">
                <a16:creationId xmlns:a16="http://schemas.microsoft.com/office/drawing/2014/main" id="{F6E8DA17-1D3B-550A-937D-6AA2C49DC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3"/>
          <a:stretch>
            <a:fillRect/>
          </a:stretch>
        </p:blipFill>
        <p:spPr>
          <a:xfrm>
            <a:off x="6573907" y="658489"/>
            <a:ext cx="5163022" cy="5163022"/>
          </a:xfrm>
          <a:prstGeom prst="rect">
            <a:avLst/>
          </a:prstGeom>
        </p:spPr>
      </p:pic>
      <p:sp>
        <p:nvSpPr>
          <p:cNvPr id="144" name="Rectangle 143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12191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01004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/>
          </a:solidFill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58FA69-E5BC-251A-8F68-EFF46F34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4988" y="1442172"/>
            <a:ext cx="8582025" cy="21773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Hash tables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441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E754CE-E004-3221-C348-6F26032A2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3" y="1999615"/>
            <a:ext cx="9144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Hash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9CAAD-6EE8-7DBA-7631-008B5BE46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912" y="5645150"/>
            <a:ext cx="8258176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Transform the input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240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33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blue and black icon with a hashtag&#10;&#10;AI-generated content may be incorrect.">
            <a:extLst>
              <a:ext uri="{FF2B5EF4-FFF2-40B4-BE49-F238E27FC236}">
                <a16:creationId xmlns:a16="http://schemas.microsoft.com/office/drawing/2014/main" id="{32F14575-5789-B15A-CA4E-0BC1F92658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52568"/>
            <a:ext cx="10905066" cy="45528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72BE24-F127-84D0-55FC-794FDE890FCB}"/>
              </a:ext>
            </a:extLst>
          </p:cNvPr>
          <p:cNvSpPr txBox="1"/>
          <p:nvPr/>
        </p:nvSpPr>
        <p:spPr>
          <a:xfrm>
            <a:off x="2820712" y="829402"/>
            <a:ext cx="6550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https://medium.com/nybles/hashing-algorithms-d10171ca2e89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8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B1E31-F400-90D0-33B7-D155ED6B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hashing algorithms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45EA2CCD-C684-23BA-FD7D-FB306E18D3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7127159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70486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01548A25-C123-B51D-B91A-5435482C7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57258"/>
            <a:ext cx="10905066" cy="534348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291697E-5FA6-12AB-3459-D94238BD86A5}"/>
              </a:ext>
            </a:extLst>
          </p:cNvPr>
          <p:cNvSpPr txBox="1"/>
          <p:nvPr/>
        </p:nvSpPr>
        <p:spPr>
          <a:xfrm>
            <a:off x="2765648" y="434092"/>
            <a:ext cx="6443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https://www.geeksforgeeks.org/dsa/hash-table-data-structure/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438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768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701713CD-CCBD-6646-482F-68C56F15F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111674"/>
            <a:ext cx="10905066" cy="4634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637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E9EFF-5B3A-5CB3-E942-696986422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Motivation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1EE338-A499-A1DE-6823-D8F88D398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Storage for unique elements, with </a:t>
            </a:r>
            <a:r>
              <a:rPr lang="en-US" sz="3200" b="1" i="1" dirty="0"/>
              <a:t>O(1) </a:t>
            </a:r>
            <a:r>
              <a:rPr lang="en-US" sz="3200" b="1" dirty="0"/>
              <a:t>search time</a:t>
            </a:r>
            <a:r>
              <a:rPr lang="en-US" sz="3200" dirty="0"/>
              <a:t>.</a:t>
            </a:r>
          </a:p>
          <a:p>
            <a:pPr lvl="1"/>
            <a:r>
              <a:rPr lang="en-US" sz="2800" dirty="0"/>
              <a:t>Unordered set</a:t>
            </a:r>
          </a:p>
          <a:p>
            <a:pPr lvl="1"/>
            <a:r>
              <a:rPr lang="en-US" sz="2800" dirty="0"/>
              <a:t>Unordered map</a:t>
            </a:r>
          </a:p>
        </p:txBody>
      </p:sp>
    </p:spTree>
    <p:extLst>
      <p:ext uri="{BB962C8B-B14F-4D97-AF65-F5344CB8AC3E}">
        <p14:creationId xmlns:p14="http://schemas.microsoft.com/office/powerpoint/2010/main" val="2021162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F03920-5A09-840C-B4E7-E4F10EB3F5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681037"/>
                <a:ext cx="10515600" cy="1325563"/>
              </a:xfrm>
            </p:spPr>
            <p:txBody>
              <a:bodyPr>
                <a:normAutofit fontScale="90000"/>
              </a:bodyPr>
              <a:lstStyle/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</a:rPr>
                      <m:t>Load</m:t>
                    </m:r>
                    <m:r>
                      <a:rPr lang="en-US" sz="6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sz="6000" b="0" i="0" smtClean="0">
                        <a:latin typeface="Cambria Math" panose="02040503050406030204" pitchFamily="18" charset="0"/>
                      </a:rPr>
                      <m:t>factor</m:t>
                    </m:r>
                    <m:r>
                      <a:rPr lang="en-US" sz="6000" b="0" i="0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6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6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br>
                  <a:rPr lang="en-US" b="0" dirty="0"/>
                </a:b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0F03920-5A09-840C-B4E7-E4F10EB3F5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681037"/>
                <a:ext cx="10515600" cy="1325563"/>
              </a:xfrm>
              <a:blipFill>
                <a:blip r:embed="rId2"/>
                <a:stretch>
                  <a:fillRect t="-10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3399C-1149-8BDB-40A8-55AFD4CC6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size of the table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 </a:t>
            </a:r>
            <a:r>
              <a:rPr lang="en-US" sz="3600" i="1" dirty="0"/>
              <a:t>n</a:t>
            </a:r>
          </a:p>
          <a:p>
            <a:r>
              <a:rPr lang="en-US" sz="3600" dirty="0"/>
              <a:t>The number of occupied slots </a:t>
            </a:r>
            <a:r>
              <a:rPr lang="en-US" sz="3600" dirty="0">
                <a:sym typeface="Wingdings" panose="05000000000000000000" pitchFamily="2" charset="2"/>
              </a:rPr>
              <a:t></a:t>
            </a:r>
            <a:r>
              <a:rPr lang="en-US" sz="3600" dirty="0"/>
              <a:t> </a:t>
            </a:r>
            <a:r>
              <a:rPr lang="en-US" sz="3600" i="1" dirty="0"/>
              <a:t>k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28716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5E354-329B-028A-2D4F-2C88D4737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3F32E-EFDD-42B8-1B48-FF0F186505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𝑙𝑜𝑎𝑑𝐹𝑎𝑐𝑡𝑜𝑟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𝑡h𝑟𝑒𝑠h𝑜𝑙𝑑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943F32E-EFDD-42B8-1B48-FF0F186505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22278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909D9-3A7B-952E-9274-EB3963174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40CBA-EAFE-CA40-337D-E09A747DD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Rehashing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EFB17-CB4A-01CF-9205-57F59547DC9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𝑙𝑜𝑎𝑑𝐹𝑎𝑐𝑡𝑜𝑟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𝑡h𝑟𝑒𝑠h𝑜𝑙𝑑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Increase the table size &amp; recalculate hashes for elements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DEFB17-CB4A-01CF-9205-57F59547DC9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8504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6033E-E6FC-5A9F-C981-18FDA7AB6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1" y="1008993"/>
            <a:ext cx="9231410" cy="3542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15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Collisions</a:t>
            </a:r>
          </a:p>
        </p:txBody>
      </p:sp>
    </p:spTree>
    <p:extLst>
      <p:ext uri="{BB962C8B-B14F-4D97-AF65-F5344CB8AC3E}">
        <p14:creationId xmlns:p14="http://schemas.microsoft.com/office/powerpoint/2010/main" val="3057940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diagram of a function&#10;&#10;AI-generated content may be incorrect.">
            <a:extLst>
              <a:ext uri="{FF2B5EF4-FFF2-40B4-BE49-F238E27FC236}">
                <a16:creationId xmlns:a16="http://schemas.microsoft.com/office/drawing/2014/main" id="{DF480347-F3AD-C55C-4FB2-87A61DBA3B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059350"/>
            <a:ext cx="10905066" cy="471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965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lue arrows pointing at a red button">
            <a:extLst>
              <a:ext uri="{FF2B5EF4-FFF2-40B4-BE49-F238E27FC236}">
                <a16:creationId xmlns:a16="http://schemas.microsoft.com/office/drawing/2014/main" id="{332A478D-8BBF-13C3-9669-AC54CF7E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627" b="-1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81AB35-F792-8758-7528-6B35FBEF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Collision resolution techniques</a:t>
            </a:r>
            <a:br>
              <a:rPr lang="en-US" sz="4800" b="1" dirty="0">
                <a:solidFill>
                  <a:schemeClr val="bg1"/>
                </a:solidFill>
              </a:rPr>
            </a:b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7616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solution&#10;&#10;AI-generated content may be incorrect.">
            <a:extLst>
              <a:ext uri="{FF2B5EF4-FFF2-40B4-BE49-F238E27FC236}">
                <a16:creationId xmlns:a16="http://schemas.microsoft.com/office/drawing/2014/main" id="{3151F3CF-68CF-4C16-8AFD-A07663F558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8384" y="327915"/>
            <a:ext cx="8615231" cy="620216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8DF30E-11C6-D22D-55E7-77C8D757C22F}"/>
              </a:ext>
            </a:extLst>
          </p:cNvPr>
          <p:cNvSpPr txBox="1"/>
          <p:nvPr/>
        </p:nvSpPr>
        <p:spPr>
          <a:xfrm>
            <a:off x="2617995" y="0"/>
            <a:ext cx="69560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https://www.geeksforgeeks.org/dsa/collision-resolution-techniques/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052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Link">
            <a:extLst>
              <a:ext uri="{FF2B5EF4-FFF2-40B4-BE49-F238E27FC236}">
                <a16:creationId xmlns:a16="http://schemas.microsoft.com/office/drawing/2014/main" id="{5A89E232-DF88-40A7-2D10-B7458A420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9303" y="1119116"/>
            <a:ext cx="2213635" cy="2213635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FDE0E8-0130-49CE-A694-285E669B5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Separate chaining</a:t>
            </a:r>
          </a:p>
        </p:txBody>
      </p:sp>
    </p:spTree>
    <p:extLst>
      <p:ext uri="{BB962C8B-B14F-4D97-AF65-F5344CB8AC3E}">
        <p14:creationId xmlns:p14="http://schemas.microsoft.com/office/powerpoint/2010/main" val="4110123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B1A4B2D7-E5B2-CEAB-35DA-4146656714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3855" y="821078"/>
            <a:ext cx="8424289" cy="573307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0A0E2-B78C-2AAA-3703-952165F63BE4}"/>
              </a:ext>
            </a:extLst>
          </p:cNvPr>
          <p:cNvSpPr txBox="1"/>
          <p:nvPr/>
        </p:nvSpPr>
        <p:spPr>
          <a:xfrm>
            <a:off x="882231" y="233385"/>
            <a:ext cx="104275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https://www.researchgate.net/figure/Hash-table-representation-for-separate-chaining_fig2_284454241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803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7E039-2FDD-D571-F788-1E491DE2C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– separate chaining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5EDA7-E827-3D2F-5DC6-1844F04AA8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𝐻𝑎𝑠h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sz="3600" i="1" dirty="0" smtClean="0">
                        <a:latin typeface="Cambria Math" panose="02040503050406030204" pitchFamily="18" charset="0"/>
                      </a:rPr>
                      <m:t> 5</m:t>
                    </m:r>
                  </m:oMath>
                </a14:m>
                <a:endParaRPr lang="en-US" sz="3600" dirty="0"/>
              </a:p>
              <a:p>
                <a:r>
                  <a:rPr lang="en-US" sz="3600" dirty="0"/>
                  <a:t>Data stream: 4, 71, 33, 25, 99, 38, 13, 34, 1, 77</a:t>
                </a:r>
              </a:p>
              <a:p>
                <a:r>
                  <a:rPr lang="en-US" sz="3600" dirty="0"/>
                  <a:t>Hash table size = 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F5EDA7-E827-3D2F-5DC6-1844F04AA8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6184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4E91875-1E4C-02EB-4420-DF23A1DA2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AE3EF1-044A-F147-4745-3B547278FC18}"/>
                  </a:ext>
                </a:extLst>
              </p:cNvPr>
              <p:cNvSpPr txBox="1"/>
              <p:nvPr/>
            </p:nvSpPr>
            <p:spPr>
              <a:xfrm>
                <a:off x="1246755" y="1771650"/>
                <a:ext cx="750147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𝐻𝑎𝑠h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𝑘𝑒𝑦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𝑘𝑒𝑦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8AE3EF1-044A-F147-4745-3B547278FC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755" y="1771650"/>
                <a:ext cx="7501477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6337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58029-0993-6781-605C-B83F872AB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42CE639-12BE-DB0D-C093-32C6DA31C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E0906259-7948-3353-9656-387805493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A1A63C-99E2-2D37-1B81-8FBDEA6521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64970E-02EC-D932-8922-09A36B900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4" y="3429000"/>
            <a:ext cx="8921672" cy="17133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Linear probing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025999-C057-57A3-E11D-F71F2A88EAD0}"/>
                  </a:ext>
                </a:extLst>
              </p:cNvPr>
              <p:cNvSpPr txBox="1"/>
              <p:nvPr/>
            </p:nvSpPr>
            <p:spPr>
              <a:xfrm>
                <a:off x="1246755" y="1771650"/>
                <a:ext cx="7501477" cy="67710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𝐻𝑎𝑠h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𝑘𝑒𝑦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4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𝑘𝑒𝑦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4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𝑚𝑜𝑑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400" b="0" i="1" smtClean="0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E025999-C057-57A3-E11D-F71F2A88E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755" y="1771650"/>
                <a:ext cx="7501477" cy="67710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98E3BA-EA67-7246-5C3A-6A87C0C9CA95}"/>
                  </a:ext>
                </a:extLst>
              </p:cNvPr>
              <p:cNvSpPr txBox="1"/>
              <p:nvPr/>
            </p:nvSpPr>
            <p:spPr>
              <a:xfrm>
                <a:off x="1246755" y="2538369"/>
                <a:ext cx="2946448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=0, 1, 2, …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498E3BA-EA67-7246-5C3A-6A87C0C9C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755" y="2538369"/>
                <a:ext cx="2946448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73B68-4F58-ED66-F03F-3D6C917E47A4}"/>
                  </a:ext>
                </a:extLst>
              </p:cNvPr>
              <p:cNvSpPr txBox="1"/>
              <p:nvPr/>
            </p:nvSpPr>
            <p:spPr>
              <a:xfrm>
                <a:off x="1246755" y="3205671"/>
                <a:ext cx="360028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𝑙𝑒𝑛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𝑡𝑎𝑏𝑙𝑒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73B68-4F58-ED66-F03F-3D6C917E4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755" y="3205671"/>
                <a:ext cx="3600281" cy="7078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137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number&#10;&#10;AI-generated content may be incorrect.">
            <a:extLst>
              <a:ext uri="{FF2B5EF4-FFF2-40B4-BE49-F238E27FC236}">
                <a16:creationId xmlns:a16="http://schemas.microsoft.com/office/drawing/2014/main" id="{0A341BEF-9A22-53EA-77D9-995BC1FC3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711" y="840641"/>
            <a:ext cx="10440578" cy="54098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F09746-EEF3-4316-27FC-5F58A34A5C16}"/>
              </a:ext>
            </a:extLst>
          </p:cNvPr>
          <p:cNvSpPr txBox="1"/>
          <p:nvPr/>
        </p:nvSpPr>
        <p:spPr>
          <a:xfrm>
            <a:off x="1753785" y="200561"/>
            <a:ext cx="86844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https://www.sysadmins.lv/blog-en/array-search-hash-tables-behind-the-scenes.aspx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548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6E16BF-2044-E042-B64E-E9D57E801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Problem – Primary Clustering</a:t>
            </a:r>
          </a:p>
        </p:txBody>
      </p:sp>
    </p:spTree>
    <p:extLst>
      <p:ext uri="{BB962C8B-B14F-4D97-AF65-F5344CB8AC3E}">
        <p14:creationId xmlns:p14="http://schemas.microsoft.com/office/powerpoint/2010/main" val="4841054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B3A2D1A-45FC-4F95-B150-1C13EF2F6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9C3C864-C625-4883-B868-9A4C470F4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3291" y="3296652"/>
            <a:ext cx="12202113" cy="3561346"/>
          </a:xfrm>
          <a:custGeom>
            <a:avLst/>
            <a:gdLst>
              <a:gd name="connsiteX0" fmla="*/ 0 w 12202113"/>
              <a:gd name="connsiteY0" fmla="*/ 3188466 h 3188466"/>
              <a:gd name="connsiteX1" fmla="*/ 10116 w 12202113"/>
              <a:gd name="connsiteY1" fmla="*/ 2657641 h 3188466"/>
              <a:gd name="connsiteX2" fmla="*/ 10116 w 12202113"/>
              <a:gd name="connsiteY2" fmla="*/ 0 h 3188466"/>
              <a:gd name="connsiteX3" fmla="*/ 12202113 w 12202113"/>
              <a:gd name="connsiteY3" fmla="*/ 0 h 3188466"/>
              <a:gd name="connsiteX4" fmla="*/ 12202113 w 12202113"/>
              <a:gd name="connsiteY4" fmla="*/ 2879832 h 3188466"/>
              <a:gd name="connsiteX5" fmla="*/ 12198167 w 12202113"/>
              <a:gd name="connsiteY5" fmla="*/ 2880360 h 3188466"/>
              <a:gd name="connsiteX6" fmla="*/ 12122128 w 12202113"/>
              <a:gd name="connsiteY6" fmla="*/ 2887194 h 3188466"/>
              <a:gd name="connsiteX7" fmla="*/ 12028868 w 12202113"/>
              <a:gd name="connsiteY7" fmla="*/ 2911786 h 3188466"/>
              <a:gd name="connsiteX8" fmla="*/ 11995238 w 12202113"/>
              <a:gd name="connsiteY8" fmla="*/ 2914090 h 3188466"/>
              <a:gd name="connsiteX9" fmla="*/ 11996460 w 12202113"/>
              <a:gd name="connsiteY9" fmla="*/ 2918442 h 3188466"/>
              <a:gd name="connsiteX10" fmla="*/ 11983968 w 12202113"/>
              <a:gd name="connsiteY10" fmla="*/ 2918762 h 3188466"/>
              <a:gd name="connsiteX11" fmla="*/ 11956084 w 12202113"/>
              <a:gd name="connsiteY11" fmla="*/ 2918868 h 3188466"/>
              <a:gd name="connsiteX12" fmla="*/ 11872586 w 12202113"/>
              <a:gd name="connsiteY12" fmla="*/ 2920076 h 3188466"/>
              <a:gd name="connsiteX13" fmla="*/ 11849804 w 12202113"/>
              <a:gd name="connsiteY13" fmla="*/ 2928420 h 3188466"/>
              <a:gd name="connsiteX14" fmla="*/ 11828254 w 12202113"/>
              <a:gd name="connsiteY14" fmla="*/ 2928551 h 3188466"/>
              <a:gd name="connsiteX15" fmla="*/ 11703277 w 12202113"/>
              <a:gd name="connsiteY15" fmla="*/ 2939735 h 3188466"/>
              <a:gd name="connsiteX16" fmla="*/ 11686094 w 12202113"/>
              <a:gd name="connsiteY16" fmla="*/ 2940570 h 3188466"/>
              <a:gd name="connsiteX17" fmla="*/ 11676788 w 12202113"/>
              <a:gd name="connsiteY17" fmla="*/ 2944321 h 3188466"/>
              <a:gd name="connsiteX18" fmla="*/ 11643464 w 12202113"/>
              <a:gd name="connsiteY18" fmla="*/ 2945066 h 3188466"/>
              <a:gd name="connsiteX19" fmla="*/ 11641922 w 12202113"/>
              <a:gd name="connsiteY19" fmla="*/ 2947200 h 3188466"/>
              <a:gd name="connsiteX20" fmla="*/ 11532386 w 12202113"/>
              <a:gd name="connsiteY20" fmla="*/ 2965529 h 3188466"/>
              <a:gd name="connsiteX21" fmla="*/ 11513619 w 12202113"/>
              <a:gd name="connsiteY21" fmla="*/ 2968556 h 3188466"/>
              <a:gd name="connsiteX22" fmla="*/ 11497404 w 12202113"/>
              <a:gd name="connsiteY22" fmla="*/ 2967639 h 3188466"/>
              <a:gd name="connsiteX23" fmla="*/ 11407630 w 12202113"/>
              <a:gd name="connsiteY23" fmla="*/ 2970255 h 3188466"/>
              <a:gd name="connsiteX24" fmla="*/ 11386276 w 12202113"/>
              <a:gd name="connsiteY24" fmla="*/ 2968648 h 3188466"/>
              <a:gd name="connsiteX25" fmla="*/ 11377296 w 12202113"/>
              <a:gd name="connsiteY25" fmla="*/ 2965257 h 3188466"/>
              <a:gd name="connsiteX26" fmla="*/ 11342536 w 12202113"/>
              <a:gd name="connsiteY26" fmla="*/ 2971666 h 3188466"/>
              <a:gd name="connsiteX27" fmla="*/ 11288902 w 12202113"/>
              <a:gd name="connsiteY27" fmla="*/ 2976058 h 3188466"/>
              <a:gd name="connsiteX28" fmla="*/ 11263411 w 12202113"/>
              <a:gd name="connsiteY28" fmla="*/ 2979228 h 3188466"/>
              <a:gd name="connsiteX29" fmla="*/ 11242843 w 12202113"/>
              <a:gd name="connsiteY29" fmla="*/ 2977303 h 3188466"/>
              <a:gd name="connsiteX30" fmla="*/ 11125798 w 12202113"/>
              <a:gd name="connsiteY30" fmla="*/ 2976816 h 3188466"/>
              <a:gd name="connsiteX31" fmla="*/ 11098884 w 12202113"/>
              <a:gd name="connsiteY31" fmla="*/ 2973758 h 3188466"/>
              <a:gd name="connsiteX32" fmla="*/ 11086128 w 12202113"/>
              <a:gd name="connsiteY32" fmla="*/ 2967663 h 3188466"/>
              <a:gd name="connsiteX33" fmla="*/ 11076132 w 12202113"/>
              <a:gd name="connsiteY33" fmla="*/ 2969836 h 3188466"/>
              <a:gd name="connsiteX34" fmla="*/ 11005337 w 12202113"/>
              <a:gd name="connsiteY34" fmla="*/ 2970053 h 3188466"/>
              <a:gd name="connsiteX35" fmla="*/ 10959154 w 12202113"/>
              <a:gd name="connsiteY35" fmla="*/ 2970750 h 3188466"/>
              <a:gd name="connsiteX36" fmla="*/ 10956347 w 12202113"/>
              <a:gd name="connsiteY36" fmla="*/ 2979118 h 3188466"/>
              <a:gd name="connsiteX37" fmla="*/ 10915223 w 12202113"/>
              <a:gd name="connsiteY37" fmla="*/ 2982099 h 3188466"/>
              <a:gd name="connsiteX38" fmla="*/ 10871398 w 12202113"/>
              <a:gd name="connsiteY38" fmla="*/ 2976728 h 3188466"/>
              <a:gd name="connsiteX39" fmla="*/ 10819743 w 12202113"/>
              <a:gd name="connsiteY39" fmla="*/ 2977481 h 3188466"/>
              <a:gd name="connsiteX40" fmla="*/ 10788834 w 12202113"/>
              <a:gd name="connsiteY40" fmla="*/ 2977840 h 3188466"/>
              <a:gd name="connsiteX41" fmla="*/ 10707711 w 12202113"/>
              <a:gd name="connsiteY41" fmla="*/ 2985644 h 3188466"/>
              <a:gd name="connsiteX42" fmla="*/ 10576086 w 12202113"/>
              <a:gd name="connsiteY42" fmla="*/ 3015319 h 3188466"/>
              <a:gd name="connsiteX43" fmla="*/ 10534761 w 12202113"/>
              <a:gd name="connsiteY43" fmla="*/ 3019524 h 3188466"/>
              <a:gd name="connsiteX44" fmla="*/ 10527537 w 12202113"/>
              <a:gd name="connsiteY44" fmla="*/ 3017814 h 3188466"/>
              <a:gd name="connsiteX45" fmla="*/ 10321799 w 12202113"/>
              <a:gd name="connsiteY45" fmla="*/ 3035635 h 3188466"/>
              <a:gd name="connsiteX46" fmla="*/ 10284989 w 12202113"/>
              <a:gd name="connsiteY46" fmla="*/ 3036679 h 3188466"/>
              <a:gd name="connsiteX47" fmla="*/ 10257423 w 12202113"/>
              <a:gd name="connsiteY47" fmla="*/ 3036027 h 3188466"/>
              <a:gd name="connsiteX48" fmla="*/ 10191450 w 12202113"/>
              <a:gd name="connsiteY48" fmla="*/ 3041963 h 3188466"/>
              <a:gd name="connsiteX49" fmla="*/ 10083845 w 12202113"/>
              <a:gd name="connsiteY49" fmla="*/ 3054978 h 3188466"/>
              <a:gd name="connsiteX50" fmla="*/ 10060611 w 12202113"/>
              <a:gd name="connsiteY50" fmla="*/ 3057035 h 3188466"/>
              <a:gd name="connsiteX51" fmla="*/ 10039363 w 12202113"/>
              <a:gd name="connsiteY51" fmla="*/ 3055961 h 3188466"/>
              <a:gd name="connsiteX52" fmla="*/ 10033322 w 12202113"/>
              <a:gd name="connsiteY52" fmla="*/ 3053238 h 3188466"/>
              <a:gd name="connsiteX53" fmla="*/ 10020337 w 12202113"/>
              <a:gd name="connsiteY53" fmla="*/ 3053912 h 3188466"/>
              <a:gd name="connsiteX54" fmla="*/ 10016616 w 12202113"/>
              <a:gd name="connsiteY54" fmla="*/ 3053498 h 3188466"/>
              <a:gd name="connsiteX55" fmla="*/ 9995549 w 12202113"/>
              <a:gd name="connsiteY55" fmla="*/ 3051719 h 3188466"/>
              <a:gd name="connsiteX56" fmla="*/ 9957212 w 12202113"/>
              <a:gd name="connsiteY56" fmla="*/ 3062663 h 3188466"/>
              <a:gd name="connsiteX57" fmla="*/ 9904584 w 12202113"/>
              <a:gd name="connsiteY57" fmla="*/ 3063999 h 3188466"/>
              <a:gd name="connsiteX58" fmla="*/ 9713857 w 12202113"/>
              <a:gd name="connsiteY58" fmla="*/ 3087955 h 3188466"/>
              <a:gd name="connsiteX59" fmla="*/ 9678879 w 12202113"/>
              <a:gd name="connsiteY59" fmla="*/ 3079676 h 3188466"/>
              <a:gd name="connsiteX60" fmla="*/ 9598760 w 12202113"/>
              <a:gd name="connsiteY60" fmla="*/ 3085228 h 3188466"/>
              <a:gd name="connsiteX61" fmla="*/ 9488796 w 12202113"/>
              <a:gd name="connsiteY61" fmla="*/ 3115384 h 3188466"/>
              <a:gd name="connsiteX62" fmla="*/ 9341972 w 12202113"/>
              <a:gd name="connsiteY62" fmla="*/ 3126583 h 3188466"/>
              <a:gd name="connsiteX63" fmla="*/ 9333795 w 12202113"/>
              <a:gd name="connsiteY63" fmla="*/ 3132083 h 3188466"/>
              <a:gd name="connsiteX64" fmla="*/ 9321736 w 12202113"/>
              <a:gd name="connsiteY64" fmla="*/ 3135834 h 3188466"/>
              <a:gd name="connsiteX65" fmla="*/ 9319405 w 12202113"/>
              <a:gd name="connsiteY65" fmla="*/ 3135561 h 3188466"/>
              <a:gd name="connsiteX66" fmla="*/ 9302847 w 12202113"/>
              <a:gd name="connsiteY66" fmla="*/ 3137746 h 3188466"/>
              <a:gd name="connsiteX67" fmla="*/ 9300930 w 12202113"/>
              <a:gd name="connsiteY67" fmla="*/ 3139687 h 3188466"/>
              <a:gd name="connsiteX68" fmla="*/ 9290106 w 12202113"/>
              <a:gd name="connsiteY68" fmla="*/ 3141645 h 3188466"/>
              <a:gd name="connsiteX69" fmla="*/ 9270220 w 12202113"/>
              <a:gd name="connsiteY69" fmla="*/ 3146737 h 3188466"/>
              <a:gd name="connsiteX70" fmla="*/ 9265150 w 12202113"/>
              <a:gd name="connsiteY70" fmla="*/ 3146531 h 3188466"/>
              <a:gd name="connsiteX71" fmla="*/ 9233057 w 12202113"/>
              <a:gd name="connsiteY71" fmla="*/ 3152408 h 3188466"/>
              <a:gd name="connsiteX72" fmla="*/ 9231974 w 12202113"/>
              <a:gd name="connsiteY72" fmla="*/ 3151938 h 3188466"/>
              <a:gd name="connsiteX73" fmla="*/ 9220130 w 12202113"/>
              <a:gd name="connsiteY73" fmla="*/ 3151189 h 3188466"/>
              <a:gd name="connsiteX74" fmla="*/ 9198955 w 12202113"/>
              <a:gd name="connsiteY74" fmla="*/ 3151015 h 3188466"/>
              <a:gd name="connsiteX75" fmla="*/ 9142196 w 12202113"/>
              <a:gd name="connsiteY75" fmla="*/ 3143802 h 3188466"/>
              <a:gd name="connsiteX76" fmla="*/ 9108665 w 12202113"/>
              <a:gd name="connsiteY76" fmla="*/ 3149868 h 3188466"/>
              <a:gd name="connsiteX77" fmla="*/ 9014086 w 12202113"/>
              <a:gd name="connsiteY77" fmla="*/ 3150791 h 3188466"/>
              <a:gd name="connsiteX78" fmla="*/ 8915037 w 12202113"/>
              <a:gd name="connsiteY78" fmla="*/ 3140020 h 3188466"/>
              <a:gd name="connsiteX79" fmla="*/ 8815667 w 12202113"/>
              <a:gd name="connsiteY79" fmla="*/ 3138606 h 3188466"/>
              <a:gd name="connsiteX80" fmla="*/ 8779688 w 12202113"/>
              <a:gd name="connsiteY80" fmla="*/ 3138895 h 3188466"/>
              <a:gd name="connsiteX81" fmla="*/ 8715556 w 12202113"/>
              <a:gd name="connsiteY81" fmla="*/ 3135878 h 3188466"/>
              <a:gd name="connsiteX82" fmla="*/ 8686183 w 12202113"/>
              <a:gd name="connsiteY82" fmla="*/ 3132307 h 3188466"/>
              <a:gd name="connsiteX83" fmla="*/ 8684895 w 12202113"/>
              <a:gd name="connsiteY83" fmla="*/ 3132527 h 3188466"/>
              <a:gd name="connsiteX84" fmla="*/ 8682270 w 12202113"/>
              <a:gd name="connsiteY84" fmla="*/ 3130989 h 3188466"/>
              <a:gd name="connsiteX85" fmla="*/ 8676836 w 12202113"/>
              <a:gd name="connsiteY85" fmla="*/ 3130278 h 3188466"/>
              <a:gd name="connsiteX86" fmla="*/ 8662002 w 12202113"/>
              <a:gd name="connsiteY86" fmla="*/ 3130735 h 3188466"/>
              <a:gd name="connsiteX87" fmla="*/ 8656423 w 12202113"/>
              <a:gd name="connsiteY87" fmla="*/ 3131304 h 3188466"/>
              <a:gd name="connsiteX88" fmla="*/ 8648261 w 12202113"/>
              <a:gd name="connsiteY88" fmla="*/ 3131294 h 3188466"/>
              <a:gd name="connsiteX89" fmla="*/ 8648057 w 12202113"/>
              <a:gd name="connsiteY89" fmla="*/ 3131167 h 3188466"/>
              <a:gd name="connsiteX90" fmla="*/ 8640412 w 12202113"/>
              <a:gd name="connsiteY90" fmla="*/ 3131403 h 3188466"/>
              <a:gd name="connsiteX91" fmla="*/ 8603003 w 12202113"/>
              <a:gd name="connsiteY91" fmla="*/ 3134155 h 3188466"/>
              <a:gd name="connsiteX92" fmla="*/ 8553571 w 12202113"/>
              <a:gd name="connsiteY92" fmla="*/ 3122125 h 3188466"/>
              <a:gd name="connsiteX93" fmla="*/ 8533128 w 12202113"/>
              <a:gd name="connsiteY93" fmla="*/ 3120039 h 3188466"/>
              <a:gd name="connsiteX94" fmla="*/ 8522209 w 12202113"/>
              <a:gd name="connsiteY94" fmla="*/ 3118252 h 3188466"/>
              <a:gd name="connsiteX95" fmla="*/ 8521532 w 12202113"/>
              <a:gd name="connsiteY95" fmla="*/ 3117705 h 3188466"/>
              <a:gd name="connsiteX96" fmla="*/ 8485667 w 12202113"/>
              <a:gd name="connsiteY96" fmla="*/ 3120406 h 3188466"/>
              <a:gd name="connsiteX97" fmla="*/ 8480905 w 12202113"/>
              <a:gd name="connsiteY97" fmla="*/ 3119749 h 3188466"/>
              <a:gd name="connsiteX98" fmla="*/ 8457530 w 12202113"/>
              <a:gd name="connsiteY98" fmla="*/ 3122810 h 3188466"/>
              <a:gd name="connsiteX99" fmla="*/ 8445451 w 12202113"/>
              <a:gd name="connsiteY99" fmla="*/ 3123697 h 3188466"/>
              <a:gd name="connsiteX100" fmla="*/ 8442039 w 12202113"/>
              <a:gd name="connsiteY100" fmla="*/ 3125378 h 3188466"/>
              <a:gd name="connsiteX101" fmla="*/ 8424215 w 12202113"/>
              <a:gd name="connsiteY101" fmla="*/ 3125963 h 3188466"/>
              <a:gd name="connsiteX102" fmla="*/ 8422165 w 12202113"/>
              <a:gd name="connsiteY102" fmla="*/ 3125491 h 3188466"/>
              <a:gd name="connsiteX103" fmla="*/ 8407465 w 12202113"/>
              <a:gd name="connsiteY103" fmla="*/ 3127979 h 3188466"/>
              <a:gd name="connsiteX104" fmla="*/ 8395146 w 12202113"/>
              <a:gd name="connsiteY104" fmla="*/ 3132488 h 3188466"/>
              <a:gd name="connsiteX105" fmla="*/ 8243538 w 12202113"/>
              <a:gd name="connsiteY105" fmla="*/ 3129873 h 3188466"/>
              <a:gd name="connsiteX106" fmla="*/ 8112685 w 12202113"/>
              <a:gd name="connsiteY106" fmla="*/ 3148698 h 3188466"/>
              <a:gd name="connsiteX107" fmla="*/ 8026741 w 12202113"/>
              <a:gd name="connsiteY107" fmla="*/ 3154015 h 3188466"/>
              <a:gd name="connsiteX108" fmla="*/ 8030400 w 12202113"/>
              <a:gd name="connsiteY108" fmla="*/ 3146736 h 3188466"/>
              <a:gd name="connsiteX109" fmla="*/ 8002987 w 12202113"/>
              <a:gd name="connsiteY109" fmla="*/ 3135663 h 3188466"/>
              <a:gd name="connsiteX110" fmla="*/ 7798568 w 12202113"/>
              <a:gd name="connsiteY110" fmla="*/ 3141249 h 3188466"/>
              <a:gd name="connsiteX111" fmla="*/ 7746353 w 12202113"/>
              <a:gd name="connsiteY111" fmla="*/ 3137755 h 3188466"/>
              <a:gd name="connsiteX112" fmla="*/ 7700395 w 12202113"/>
              <a:gd name="connsiteY112" fmla="*/ 3144729 h 3188466"/>
              <a:gd name="connsiteX113" fmla="*/ 7681335 w 12202113"/>
              <a:gd name="connsiteY113" fmla="*/ 3141120 h 3188466"/>
              <a:gd name="connsiteX114" fmla="*/ 7678044 w 12202113"/>
              <a:gd name="connsiteY114" fmla="*/ 3140387 h 3188466"/>
              <a:gd name="connsiteX115" fmla="*/ 7664890 w 12202113"/>
              <a:gd name="connsiteY115" fmla="*/ 3139855 h 3188466"/>
              <a:gd name="connsiteX116" fmla="*/ 7661183 w 12202113"/>
              <a:gd name="connsiteY116" fmla="*/ 3136706 h 3188466"/>
              <a:gd name="connsiteX117" fmla="*/ 7641383 w 12202113"/>
              <a:gd name="connsiteY117" fmla="*/ 3133755 h 3188466"/>
              <a:gd name="connsiteX118" fmla="*/ 7617169 w 12202113"/>
              <a:gd name="connsiteY118" fmla="*/ 3133614 h 3188466"/>
              <a:gd name="connsiteX119" fmla="*/ 7531143 w 12202113"/>
              <a:gd name="connsiteY119" fmla="*/ 3132781 h 3188466"/>
              <a:gd name="connsiteX120" fmla="*/ 7517113 w 12202113"/>
              <a:gd name="connsiteY120" fmla="*/ 3134483 h 3188466"/>
              <a:gd name="connsiteX121" fmla="*/ 7471320 w 12202113"/>
              <a:gd name="connsiteY121" fmla="*/ 3131645 h 3188466"/>
              <a:gd name="connsiteX122" fmla="*/ 7430512 w 12202113"/>
              <a:gd name="connsiteY122" fmla="*/ 3131007 h 3188466"/>
              <a:gd name="connsiteX123" fmla="*/ 7404071 w 12202113"/>
              <a:gd name="connsiteY123" fmla="*/ 3132361 h 3188466"/>
              <a:gd name="connsiteX124" fmla="*/ 7397140 w 12202113"/>
              <a:gd name="connsiteY124" fmla="*/ 3131239 h 3188466"/>
              <a:gd name="connsiteX125" fmla="*/ 7370514 w 12202113"/>
              <a:gd name="connsiteY125" fmla="*/ 3130516 h 3188466"/>
              <a:gd name="connsiteX126" fmla="*/ 7356953 w 12202113"/>
              <a:gd name="connsiteY126" fmla="*/ 3132179 h 3188466"/>
              <a:gd name="connsiteX127" fmla="*/ 7343567 w 12202113"/>
              <a:gd name="connsiteY127" fmla="*/ 3128350 h 3188466"/>
              <a:gd name="connsiteX128" fmla="*/ 7340295 w 12202113"/>
              <a:gd name="connsiteY128" fmla="*/ 3125545 h 3188466"/>
              <a:gd name="connsiteX129" fmla="*/ 7321348 w 12202113"/>
              <a:gd name="connsiteY129" fmla="*/ 3126804 h 3188466"/>
              <a:gd name="connsiteX130" fmla="*/ 7305815 w 12202113"/>
              <a:gd name="connsiteY130" fmla="*/ 3124063 h 3188466"/>
              <a:gd name="connsiteX131" fmla="*/ 7292274 w 12202113"/>
              <a:gd name="connsiteY131" fmla="*/ 3125855 h 3188466"/>
              <a:gd name="connsiteX132" fmla="*/ 7286654 w 12202113"/>
              <a:gd name="connsiteY132" fmla="*/ 3125451 h 3188466"/>
              <a:gd name="connsiteX133" fmla="*/ 7272685 w 12202113"/>
              <a:gd name="connsiteY133" fmla="*/ 3124094 h 3188466"/>
              <a:gd name="connsiteX134" fmla="*/ 7248584 w 12202113"/>
              <a:gd name="connsiteY134" fmla="*/ 3121080 h 3188466"/>
              <a:gd name="connsiteX135" fmla="*/ 7241065 w 12202113"/>
              <a:gd name="connsiteY135" fmla="*/ 3120661 h 3188466"/>
              <a:gd name="connsiteX136" fmla="*/ 7224696 w 12202113"/>
              <a:gd name="connsiteY136" fmla="*/ 3116051 h 3188466"/>
              <a:gd name="connsiteX137" fmla="*/ 7193009 w 12202113"/>
              <a:gd name="connsiteY137" fmla="*/ 3112108 h 3188466"/>
              <a:gd name="connsiteX138" fmla="*/ 7137220 w 12202113"/>
              <a:gd name="connsiteY138" fmla="*/ 3098354 h 3188466"/>
              <a:gd name="connsiteX139" fmla="*/ 7104427 w 12202113"/>
              <a:gd name="connsiteY139" fmla="*/ 3091790 h 3188466"/>
              <a:gd name="connsiteX140" fmla="*/ 7082240 w 12202113"/>
              <a:gd name="connsiteY140" fmla="*/ 3085740 h 3188466"/>
              <a:gd name="connsiteX141" fmla="*/ 7016754 w 12202113"/>
              <a:gd name="connsiteY141" fmla="*/ 3077196 h 3188466"/>
              <a:gd name="connsiteX142" fmla="*/ 6904436 w 12202113"/>
              <a:gd name="connsiteY142" fmla="*/ 3065900 h 3188466"/>
              <a:gd name="connsiteX143" fmla="*/ 6881434 w 12202113"/>
              <a:gd name="connsiteY143" fmla="*/ 3062865 h 3188466"/>
              <a:gd name="connsiteX144" fmla="*/ 6865273 w 12202113"/>
              <a:gd name="connsiteY144" fmla="*/ 3057749 h 3188466"/>
              <a:gd name="connsiteX145" fmla="*/ 6864671 w 12202113"/>
              <a:gd name="connsiteY145" fmla="*/ 3054378 h 3188466"/>
              <a:gd name="connsiteX146" fmla="*/ 6852599 w 12202113"/>
              <a:gd name="connsiteY146" fmla="*/ 3052306 h 3188466"/>
              <a:gd name="connsiteX147" fmla="*/ 6850143 w 12202113"/>
              <a:gd name="connsiteY147" fmla="*/ 3051232 h 3188466"/>
              <a:gd name="connsiteX148" fmla="*/ 6835301 w 12202113"/>
              <a:gd name="connsiteY148" fmla="*/ 3045593 h 3188466"/>
              <a:gd name="connsiteX149" fmla="*/ 6784871 w 12202113"/>
              <a:gd name="connsiteY149" fmla="*/ 3046562 h 3188466"/>
              <a:gd name="connsiteX150" fmla="*/ 6738245 w 12202113"/>
              <a:gd name="connsiteY150" fmla="*/ 3037055 h 3188466"/>
              <a:gd name="connsiteX151" fmla="*/ 6537703 w 12202113"/>
              <a:gd name="connsiteY151" fmla="*/ 3017736 h 3188466"/>
              <a:gd name="connsiteX152" fmla="*/ 6521858 w 12202113"/>
              <a:gd name="connsiteY152" fmla="*/ 3004158 h 3188466"/>
              <a:gd name="connsiteX153" fmla="*/ 6445069 w 12202113"/>
              <a:gd name="connsiteY153" fmla="*/ 2992470 h 3188466"/>
              <a:gd name="connsiteX154" fmla="*/ 6302447 w 12202113"/>
              <a:gd name="connsiteY154" fmla="*/ 2994274 h 3188466"/>
              <a:gd name="connsiteX155" fmla="*/ 6160029 w 12202113"/>
              <a:gd name="connsiteY155" fmla="*/ 2973666 h 3188466"/>
              <a:gd name="connsiteX156" fmla="*/ 6144046 w 12202113"/>
              <a:gd name="connsiteY156" fmla="*/ 2976380 h 3188466"/>
              <a:gd name="connsiteX157" fmla="*/ 6127670 w 12202113"/>
              <a:gd name="connsiteY157" fmla="*/ 2976929 h 3188466"/>
              <a:gd name="connsiteX158" fmla="*/ 6126155 w 12202113"/>
              <a:gd name="connsiteY158" fmla="*/ 2976245 h 3188466"/>
              <a:gd name="connsiteX159" fmla="*/ 6108575 w 12202113"/>
              <a:gd name="connsiteY159" fmla="*/ 2974651 h 3188466"/>
              <a:gd name="connsiteX160" fmla="*/ 6103746 w 12202113"/>
              <a:gd name="connsiteY160" fmla="*/ 2975803 h 3188466"/>
              <a:gd name="connsiteX161" fmla="*/ 6091377 w 12202113"/>
              <a:gd name="connsiteY161" fmla="*/ 2975180 h 3188466"/>
              <a:gd name="connsiteX162" fmla="*/ 6066183 w 12202113"/>
              <a:gd name="connsiteY162" fmla="*/ 2975222 h 3188466"/>
              <a:gd name="connsiteX163" fmla="*/ 6063287 w 12202113"/>
              <a:gd name="connsiteY163" fmla="*/ 2974353 h 3188466"/>
              <a:gd name="connsiteX164" fmla="*/ 6054813 w 12202113"/>
              <a:gd name="connsiteY164" fmla="*/ 2974911 h 3188466"/>
              <a:gd name="connsiteX165" fmla="*/ 6050809 w 12202113"/>
              <a:gd name="connsiteY165" fmla="*/ 2973985 h 3188466"/>
              <a:gd name="connsiteX166" fmla="*/ 6013979 w 12202113"/>
              <a:gd name="connsiteY166" fmla="*/ 2974553 h 3188466"/>
              <a:gd name="connsiteX167" fmla="*/ 6013800 w 12202113"/>
              <a:gd name="connsiteY167" fmla="*/ 2973973 h 3188466"/>
              <a:gd name="connsiteX168" fmla="*/ 6004866 w 12202113"/>
              <a:gd name="connsiteY168" fmla="*/ 2971570 h 3188466"/>
              <a:gd name="connsiteX169" fmla="*/ 5987036 w 12202113"/>
              <a:gd name="connsiteY169" fmla="*/ 2968315 h 3188466"/>
              <a:gd name="connsiteX170" fmla="*/ 5950027 w 12202113"/>
              <a:gd name="connsiteY170" fmla="*/ 2953546 h 3188466"/>
              <a:gd name="connsiteX171" fmla="*/ 5911668 w 12202113"/>
              <a:gd name="connsiteY171" fmla="*/ 2954074 h 3188466"/>
              <a:gd name="connsiteX172" fmla="*/ 5904110 w 12202113"/>
              <a:gd name="connsiteY172" fmla="*/ 2953861 h 3188466"/>
              <a:gd name="connsiteX173" fmla="*/ 5904026 w 12202113"/>
              <a:gd name="connsiteY173" fmla="*/ 2953724 h 3188466"/>
              <a:gd name="connsiteX174" fmla="*/ 5896189 w 12202113"/>
              <a:gd name="connsiteY174" fmla="*/ 2953236 h 3188466"/>
              <a:gd name="connsiteX175" fmla="*/ 5890331 w 12202113"/>
              <a:gd name="connsiteY175" fmla="*/ 2953471 h 3188466"/>
              <a:gd name="connsiteX176" fmla="*/ 5875672 w 12202113"/>
              <a:gd name="connsiteY176" fmla="*/ 2953056 h 3188466"/>
              <a:gd name="connsiteX177" fmla="*/ 5871070 w 12202113"/>
              <a:gd name="connsiteY177" fmla="*/ 2952035 h 3188466"/>
              <a:gd name="connsiteX178" fmla="*/ 5869888 w 12202113"/>
              <a:gd name="connsiteY178" fmla="*/ 2950364 h 3188466"/>
              <a:gd name="connsiteX179" fmla="*/ 5868461 w 12202113"/>
              <a:gd name="connsiteY179" fmla="*/ 2950506 h 3188466"/>
              <a:gd name="connsiteX180" fmla="*/ 5843343 w 12202113"/>
              <a:gd name="connsiteY180" fmla="*/ 2945262 h 3188466"/>
              <a:gd name="connsiteX181" fmla="*/ 5784331 w 12202113"/>
              <a:gd name="connsiteY181" fmla="*/ 2938531 h 3188466"/>
              <a:gd name="connsiteX182" fmla="*/ 5749498 w 12202113"/>
              <a:gd name="connsiteY182" fmla="*/ 2936713 h 3188466"/>
              <a:gd name="connsiteX183" fmla="*/ 5655214 w 12202113"/>
              <a:gd name="connsiteY183" fmla="*/ 2929503 h 3188466"/>
              <a:gd name="connsiteX184" fmla="*/ 5561446 w 12202113"/>
              <a:gd name="connsiteY184" fmla="*/ 2920575 h 3188466"/>
              <a:gd name="connsiteX185" fmla="*/ 5519456 w 12202113"/>
              <a:gd name="connsiteY185" fmla="*/ 2906631 h 3188466"/>
              <a:gd name="connsiteX186" fmla="*/ 5514099 w 12202113"/>
              <a:gd name="connsiteY186" fmla="*/ 2906097 h 3188466"/>
              <a:gd name="connsiteX187" fmla="*/ 5499273 w 12202113"/>
              <a:gd name="connsiteY187" fmla="*/ 2907057 h 3188466"/>
              <a:gd name="connsiteX188" fmla="*/ 5493664 w 12202113"/>
              <a:gd name="connsiteY188" fmla="*/ 2907817 h 3188466"/>
              <a:gd name="connsiteX189" fmla="*/ 5485530 w 12202113"/>
              <a:gd name="connsiteY189" fmla="*/ 2908080 h 3188466"/>
              <a:gd name="connsiteX190" fmla="*/ 5485337 w 12202113"/>
              <a:gd name="connsiteY190" fmla="*/ 2907959 h 3188466"/>
              <a:gd name="connsiteX191" fmla="*/ 5477696 w 12202113"/>
              <a:gd name="connsiteY191" fmla="*/ 2908455 h 3188466"/>
              <a:gd name="connsiteX192" fmla="*/ 5440170 w 12202113"/>
              <a:gd name="connsiteY192" fmla="*/ 2912482 h 3188466"/>
              <a:gd name="connsiteX193" fmla="*/ 5391911 w 12202113"/>
              <a:gd name="connsiteY193" fmla="*/ 2902040 h 3188466"/>
              <a:gd name="connsiteX194" fmla="*/ 5371708 w 12202113"/>
              <a:gd name="connsiteY194" fmla="*/ 2900629 h 3188466"/>
              <a:gd name="connsiteX195" fmla="*/ 5360976 w 12202113"/>
              <a:gd name="connsiteY195" fmla="*/ 2899197 h 3188466"/>
              <a:gd name="connsiteX196" fmla="*/ 5360345 w 12202113"/>
              <a:gd name="connsiteY196" fmla="*/ 2898671 h 3188466"/>
              <a:gd name="connsiteX197" fmla="*/ 5324367 w 12202113"/>
              <a:gd name="connsiteY197" fmla="*/ 2902593 h 3188466"/>
              <a:gd name="connsiteX198" fmla="*/ 5319673 w 12202113"/>
              <a:gd name="connsiteY198" fmla="*/ 2902094 h 3188466"/>
              <a:gd name="connsiteX199" fmla="*/ 5296114 w 12202113"/>
              <a:gd name="connsiteY199" fmla="*/ 2905958 h 3188466"/>
              <a:gd name="connsiteX200" fmla="*/ 5283999 w 12202113"/>
              <a:gd name="connsiteY200" fmla="*/ 2907258 h 3188466"/>
              <a:gd name="connsiteX201" fmla="*/ 5280460 w 12202113"/>
              <a:gd name="connsiteY201" fmla="*/ 2909063 h 3188466"/>
              <a:gd name="connsiteX202" fmla="*/ 5262637 w 12202113"/>
              <a:gd name="connsiteY202" fmla="*/ 2910250 h 3188466"/>
              <a:gd name="connsiteX203" fmla="*/ 5260635 w 12202113"/>
              <a:gd name="connsiteY203" fmla="*/ 2909845 h 3188466"/>
              <a:gd name="connsiteX204" fmla="*/ 5245770 w 12202113"/>
              <a:gd name="connsiteY204" fmla="*/ 2912842 h 3188466"/>
              <a:gd name="connsiteX205" fmla="*/ 5233108 w 12202113"/>
              <a:gd name="connsiteY205" fmla="*/ 2917794 h 3188466"/>
              <a:gd name="connsiteX206" fmla="*/ 5082201 w 12202113"/>
              <a:gd name="connsiteY206" fmla="*/ 2920260 h 3188466"/>
              <a:gd name="connsiteX207" fmla="*/ 4939211 w 12202113"/>
              <a:gd name="connsiteY207" fmla="*/ 2931760 h 3188466"/>
              <a:gd name="connsiteX208" fmla="*/ 4794309 w 12202113"/>
              <a:gd name="connsiteY208" fmla="*/ 2937227 h 3188466"/>
              <a:gd name="connsiteX209" fmla="*/ 4637676 w 12202113"/>
              <a:gd name="connsiteY209" fmla="*/ 2946666 h 3188466"/>
              <a:gd name="connsiteX210" fmla="*/ 4585922 w 12202113"/>
              <a:gd name="connsiteY210" fmla="*/ 2944906 h 3188466"/>
              <a:gd name="connsiteX211" fmla="*/ 4539516 w 12202113"/>
              <a:gd name="connsiteY211" fmla="*/ 2953466 h 3188466"/>
              <a:gd name="connsiteX212" fmla="*/ 4520819 w 12202113"/>
              <a:gd name="connsiteY212" fmla="*/ 2950477 h 3188466"/>
              <a:gd name="connsiteX213" fmla="*/ 4517604 w 12202113"/>
              <a:gd name="connsiteY213" fmla="*/ 2949852 h 3188466"/>
              <a:gd name="connsiteX214" fmla="*/ 4504537 w 12202113"/>
              <a:gd name="connsiteY214" fmla="*/ 2949759 h 3188466"/>
              <a:gd name="connsiteX215" fmla="*/ 4501104 w 12202113"/>
              <a:gd name="connsiteY215" fmla="*/ 2946715 h 3188466"/>
              <a:gd name="connsiteX216" fmla="*/ 4342695 w 12202113"/>
              <a:gd name="connsiteY216" fmla="*/ 2951638 h 3188466"/>
              <a:gd name="connsiteX217" fmla="*/ 4274096 w 12202113"/>
              <a:gd name="connsiteY217" fmla="*/ 2953640 h 3188466"/>
              <a:gd name="connsiteX218" fmla="*/ 4248170 w 12202113"/>
              <a:gd name="connsiteY218" fmla="*/ 2951384 h 3188466"/>
              <a:gd name="connsiteX219" fmla="*/ 4147924 w 12202113"/>
              <a:gd name="connsiteY219" fmla="*/ 2945945 h 3188466"/>
              <a:gd name="connsiteX220" fmla="*/ 4061825 w 12202113"/>
              <a:gd name="connsiteY220" fmla="*/ 2944206 h 3188466"/>
              <a:gd name="connsiteX221" fmla="*/ 3998557 w 12202113"/>
              <a:gd name="connsiteY221" fmla="*/ 2955821 h 3188466"/>
              <a:gd name="connsiteX222" fmla="*/ 3993107 w 12202113"/>
              <a:gd name="connsiteY222" fmla="*/ 2953708 h 3188466"/>
              <a:gd name="connsiteX223" fmla="*/ 3949713 w 12202113"/>
              <a:gd name="connsiteY223" fmla="*/ 2955441 h 3188466"/>
              <a:gd name="connsiteX224" fmla="*/ 3797284 w 12202113"/>
              <a:gd name="connsiteY224" fmla="*/ 2977037 h 3188466"/>
              <a:gd name="connsiteX225" fmla="*/ 3712498 w 12202113"/>
              <a:gd name="connsiteY225" fmla="*/ 2979996 h 3188466"/>
              <a:gd name="connsiteX226" fmla="*/ 3682471 w 12202113"/>
              <a:gd name="connsiteY226" fmla="*/ 2978543 h 3188466"/>
              <a:gd name="connsiteX227" fmla="*/ 3632163 w 12202113"/>
              <a:gd name="connsiteY227" fmla="*/ 2976264 h 3188466"/>
              <a:gd name="connsiteX228" fmla="*/ 3594728 w 12202113"/>
              <a:gd name="connsiteY228" fmla="*/ 2968398 h 3188466"/>
              <a:gd name="connsiteX229" fmla="*/ 3552594 w 12202113"/>
              <a:gd name="connsiteY229" fmla="*/ 2968934 h 3188466"/>
              <a:gd name="connsiteX230" fmla="*/ 3542589 w 12202113"/>
              <a:gd name="connsiteY230" fmla="*/ 2977031 h 3188466"/>
              <a:gd name="connsiteX231" fmla="*/ 3497591 w 12202113"/>
              <a:gd name="connsiteY231" fmla="*/ 2975018 h 3188466"/>
              <a:gd name="connsiteX232" fmla="*/ 3429352 w 12202113"/>
              <a:gd name="connsiteY232" fmla="*/ 2971090 h 3188466"/>
              <a:gd name="connsiteX233" fmla="*/ 3389938 w 12202113"/>
              <a:gd name="connsiteY233" fmla="*/ 2970884 h 3188466"/>
              <a:gd name="connsiteX234" fmla="*/ 3282344 w 12202113"/>
              <a:gd name="connsiteY234" fmla="*/ 2968084 h 3188466"/>
              <a:gd name="connsiteX235" fmla="*/ 3174624 w 12202113"/>
              <a:gd name="connsiteY235" fmla="*/ 2963576 h 3188466"/>
              <a:gd name="connsiteX236" fmla="*/ 3111077 w 12202113"/>
              <a:gd name="connsiteY236" fmla="*/ 2951285 h 3188466"/>
              <a:gd name="connsiteX237" fmla="*/ 3022501 w 12202113"/>
              <a:gd name="connsiteY237" fmla="*/ 2948619 h 3188466"/>
              <a:gd name="connsiteX238" fmla="*/ 3007714 w 12202113"/>
              <a:gd name="connsiteY238" fmla="*/ 2946762 h 3188466"/>
              <a:gd name="connsiteX239" fmla="*/ 2903098 w 12202113"/>
              <a:gd name="connsiteY239" fmla="*/ 2940576 h 3188466"/>
              <a:gd name="connsiteX240" fmla="*/ 2781591 w 12202113"/>
              <a:gd name="connsiteY240" fmla="*/ 2946394 h 3188466"/>
              <a:gd name="connsiteX241" fmla="*/ 2627942 w 12202113"/>
              <a:gd name="connsiteY241" fmla="*/ 2919996 h 3188466"/>
              <a:gd name="connsiteX242" fmla="*/ 2354959 w 12202113"/>
              <a:gd name="connsiteY242" fmla="*/ 2882080 h 3188466"/>
              <a:gd name="connsiteX243" fmla="*/ 2063184 w 12202113"/>
              <a:gd name="connsiteY243" fmla="*/ 2879109 h 3188466"/>
              <a:gd name="connsiteX244" fmla="*/ 1986946 w 12202113"/>
              <a:gd name="connsiteY244" fmla="*/ 2887619 h 3188466"/>
              <a:gd name="connsiteX245" fmla="*/ 1763479 w 12202113"/>
              <a:gd name="connsiteY245" fmla="*/ 2909077 h 3188466"/>
              <a:gd name="connsiteX246" fmla="*/ 1537980 w 12202113"/>
              <a:gd name="connsiteY246" fmla="*/ 2960398 h 3188466"/>
              <a:gd name="connsiteX247" fmla="*/ 1395229 w 12202113"/>
              <a:gd name="connsiteY247" fmla="*/ 2975625 h 3188466"/>
              <a:gd name="connsiteX248" fmla="*/ 1327834 w 12202113"/>
              <a:gd name="connsiteY248" fmla="*/ 2989485 h 3188466"/>
              <a:gd name="connsiteX249" fmla="*/ 1280757 w 12202113"/>
              <a:gd name="connsiteY249" fmla="*/ 2992959 h 3188466"/>
              <a:gd name="connsiteX250" fmla="*/ 1252582 w 12202113"/>
              <a:gd name="connsiteY250" fmla="*/ 2995877 h 3188466"/>
              <a:gd name="connsiteX251" fmla="*/ 1204670 w 12202113"/>
              <a:gd name="connsiteY251" fmla="*/ 3014826 h 3188466"/>
              <a:gd name="connsiteX252" fmla="*/ 1020457 w 12202113"/>
              <a:gd name="connsiteY252" fmla="*/ 3031603 h 3188466"/>
              <a:gd name="connsiteX253" fmla="*/ 843248 w 12202113"/>
              <a:gd name="connsiteY253" fmla="*/ 3026954 h 3188466"/>
              <a:gd name="connsiteX254" fmla="*/ 583517 w 12202113"/>
              <a:gd name="connsiteY254" fmla="*/ 3089095 h 3188466"/>
              <a:gd name="connsiteX255" fmla="*/ 556836 w 12202113"/>
              <a:gd name="connsiteY255" fmla="*/ 3094374 h 3188466"/>
              <a:gd name="connsiteX256" fmla="*/ 412089 w 12202113"/>
              <a:gd name="connsiteY256" fmla="*/ 3121334 h 3188466"/>
              <a:gd name="connsiteX257" fmla="*/ 83929 w 12202113"/>
              <a:gd name="connsiteY257" fmla="*/ 3150566 h 31884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</a:cxnLst>
            <a:rect l="l" t="t" r="r" b="b"/>
            <a:pathLst>
              <a:path w="12202113" h="3188466">
                <a:moveTo>
                  <a:pt x="0" y="3188466"/>
                </a:moveTo>
                <a:lnTo>
                  <a:pt x="10116" y="2657641"/>
                </a:lnTo>
                <a:lnTo>
                  <a:pt x="10116" y="0"/>
                </a:lnTo>
                <a:lnTo>
                  <a:pt x="12202113" y="0"/>
                </a:lnTo>
                <a:lnTo>
                  <a:pt x="12202113" y="2879832"/>
                </a:lnTo>
                <a:lnTo>
                  <a:pt x="12198167" y="2880360"/>
                </a:lnTo>
                <a:cubicBezTo>
                  <a:pt x="12163116" y="2884349"/>
                  <a:pt x="12143771" y="2884544"/>
                  <a:pt x="12122128" y="2887194"/>
                </a:cubicBezTo>
                <a:cubicBezTo>
                  <a:pt x="12087086" y="2893347"/>
                  <a:pt x="12050015" y="2907304"/>
                  <a:pt x="12028868" y="2911786"/>
                </a:cubicBezTo>
                <a:lnTo>
                  <a:pt x="11995238" y="2914090"/>
                </a:lnTo>
                <a:lnTo>
                  <a:pt x="11996460" y="2918442"/>
                </a:lnTo>
                <a:lnTo>
                  <a:pt x="11983968" y="2918762"/>
                </a:lnTo>
                <a:lnTo>
                  <a:pt x="11956084" y="2918868"/>
                </a:lnTo>
                <a:cubicBezTo>
                  <a:pt x="11938684" y="2919526"/>
                  <a:pt x="11890300" y="2918483"/>
                  <a:pt x="11872586" y="2920076"/>
                </a:cubicBezTo>
                <a:cubicBezTo>
                  <a:pt x="11867476" y="2924717"/>
                  <a:pt x="11859589" y="2927247"/>
                  <a:pt x="11849804" y="2928420"/>
                </a:cubicBezTo>
                <a:lnTo>
                  <a:pt x="11828254" y="2928551"/>
                </a:lnTo>
                <a:lnTo>
                  <a:pt x="11703277" y="2939735"/>
                </a:lnTo>
                <a:lnTo>
                  <a:pt x="11686094" y="2940570"/>
                </a:lnTo>
                <a:lnTo>
                  <a:pt x="11676788" y="2944321"/>
                </a:lnTo>
                <a:cubicBezTo>
                  <a:pt x="11669684" y="2945069"/>
                  <a:pt x="11649276" y="2944585"/>
                  <a:pt x="11643464" y="2945066"/>
                </a:cubicBezTo>
                <a:lnTo>
                  <a:pt x="11641922" y="2947200"/>
                </a:lnTo>
                <a:cubicBezTo>
                  <a:pt x="11623408" y="2950611"/>
                  <a:pt x="11553770" y="2961969"/>
                  <a:pt x="11532386" y="2965529"/>
                </a:cubicBezTo>
                <a:cubicBezTo>
                  <a:pt x="11528114" y="2962248"/>
                  <a:pt x="11518548" y="2967430"/>
                  <a:pt x="11513619" y="2968556"/>
                </a:cubicBezTo>
                <a:cubicBezTo>
                  <a:pt x="11512856" y="2966346"/>
                  <a:pt x="11500924" y="2965672"/>
                  <a:pt x="11497404" y="2967639"/>
                </a:cubicBezTo>
                <a:cubicBezTo>
                  <a:pt x="11413522" y="2978420"/>
                  <a:pt x="11455510" y="2956141"/>
                  <a:pt x="11407630" y="2970255"/>
                </a:cubicBezTo>
                <a:cubicBezTo>
                  <a:pt x="11399160" y="2971190"/>
                  <a:pt x="11392296" y="2970299"/>
                  <a:pt x="11386276" y="2968648"/>
                </a:cubicBezTo>
                <a:lnTo>
                  <a:pt x="11377296" y="2965257"/>
                </a:lnTo>
                <a:lnTo>
                  <a:pt x="11342536" y="2971666"/>
                </a:lnTo>
                <a:cubicBezTo>
                  <a:pt x="11325414" y="2973900"/>
                  <a:pt x="11307393" y="2975381"/>
                  <a:pt x="11288902" y="2976058"/>
                </a:cubicBezTo>
                <a:cubicBezTo>
                  <a:pt x="11284753" y="2971542"/>
                  <a:pt x="11270239" y="2977957"/>
                  <a:pt x="11263411" y="2979228"/>
                </a:cubicBezTo>
                <a:cubicBezTo>
                  <a:pt x="11263340" y="2976278"/>
                  <a:pt x="11248212" y="2974865"/>
                  <a:pt x="11242843" y="2977303"/>
                </a:cubicBezTo>
                <a:cubicBezTo>
                  <a:pt x="11130019" y="2987845"/>
                  <a:pt x="11193504" y="2960297"/>
                  <a:pt x="11125798" y="2976816"/>
                </a:cubicBezTo>
                <a:cubicBezTo>
                  <a:pt x="11114472" y="2977677"/>
                  <a:pt x="11105974" y="2976199"/>
                  <a:pt x="11098884" y="2973758"/>
                </a:cubicBezTo>
                <a:lnTo>
                  <a:pt x="11086128" y="2967663"/>
                </a:lnTo>
                <a:lnTo>
                  <a:pt x="11076132" y="2969836"/>
                </a:lnTo>
                <a:cubicBezTo>
                  <a:pt x="11038408" y="2970007"/>
                  <a:pt x="11027285" y="2963760"/>
                  <a:pt x="11005337" y="2970053"/>
                </a:cubicBezTo>
                <a:cubicBezTo>
                  <a:pt x="10972902" y="2956973"/>
                  <a:pt x="10983824" y="2968749"/>
                  <a:pt x="10959154" y="2970750"/>
                </a:cubicBezTo>
                <a:cubicBezTo>
                  <a:pt x="10939692" y="2973358"/>
                  <a:pt x="10975422" y="2978377"/>
                  <a:pt x="10956347" y="2979118"/>
                </a:cubicBezTo>
                <a:cubicBezTo>
                  <a:pt x="10935712" y="2975741"/>
                  <a:pt x="10936682" y="2986229"/>
                  <a:pt x="10915223" y="2982099"/>
                </a:cubicBezTo>
                <a:cubicBezTo>
                  <a:pt x="10920436" y="2974198"/>
                  <a:pt x="10872877" y="2983630"/>
                  <a:pt x="10871398" y="2976728"/>
                </a:cubicBezTo>
                <a:cubicBezTo>
                  <a:pt x="10853171" y="2986599"/>
                  <a:pt x="10844013" y="2974439"/>
                  <a:pt x="10819743" y="2977481"/>
                </a:cubicBezTo>
                <a:cubicBezTo>
                  <a:pt x="10808314" y="2981215"/>
                  <a:pt x="10800068" y="2981856"/>
                  <a:pt x="10788834" y="2977840"/>
                </a:cubicBezTo>
                <a:cubicBezTo>
                  <a:pt x="10736185" y="2996020"/>
                  <a:pt x="10756982" y="2978653"/>
                  <a:pt x="10707711" y="2985644"/>
                </a:cubicBezTo>
                <a:cubicBezTo>
                  <a:pt x="10665262" y="2992997"/>
                  <a:pt x="10617142" y="2997767"/>
                  <a:pt x="10576086" y="3015319"/>
                </a:cubicBezTo>
                <a:cubicBezTo>
                  <a:pt x="10568550" y="3020292"/>
                  <a:pt x="10550046" y="3022174"/>
                  <a:pt x="10534761" y="3019524"/>
                </a:cubicBezTo>
                <a:cubicBezTo>
                  <a:pt x="10532134" y="3019067"/>
                  <a:pt x="10529698" y="3018490"/>
                  <a:pt x="10527537" y="3017814"/>
                </a:cubicBezTo>
                <a:cubicBezTo>
                  <a:pt x="10492044" y="3020498"/>
                  <a:pt x="10362224" y="3032491"/>
                  <a:pt x="10321799" y="3035635"/>
                </a:cubicBezTo>
                <a:cubicBezTo>
                  <a:pt x="10318526" y="3029246"/>
                  <a:pt x="10298084" y="3040774"/>
                  <a:pt x="10284989" y="3036679"/>
                </a:cubicBezTo>
                <a:cubicBezTo>
                  <a:pt x="10275610" y="3033085"/>
                  <a:pt x="10267220" y="3035744"/>
                  <a:pt x="10257423" y="3036027"/>
                </a:cubicBezTo>
                <a:cubicBezTo>
                  <a:pt x="10244517" y="3033202"/>
                  <a:pt x="10202424" y="3038304"/>
                  <a:pt x="10191450" y="3041963"/>
                </a:cubicBezTo>
                <a:cubicBezTo>
                  <a:pt x="10165225" y="3054679"/>
                  <a:pt x="10105634" y="3045236"/>
                  <a:pt x="10083845" y="3054978"/>
                </a:cubicBezTo>
                <a:cubicBezTo>
                  <a:pt x="10075939" y="3056408"/>
                  <a:pt x="10068203" y="3056986"/>
                  <a:pt x="10060611" y="3057035"/>
                </a:cubicBezTo>
                <a:lnTo>
                  <a:pt x="10039363" y="3055961"/>
                </a:lnTo>
                <a:lnTo>
                  <a:pt x="10033322" y="3053238"/>
                </a:lnTo>
                <a:lnTo>
                  <a:pt x="10020337" y="3053912"/>
                </a:lnTo>
                <a:lnTo>
                  <a:pt x="10016616" y="3053498"/>
                </a:lnTo>
                <a:cubicBezTo>
                  <a:pt x="10009508" y="3052695"/>
                  <a:pt x="10002492" y="3051995"/>
                  <a:pt x="9995549" y="3051719"/>
                </a:cubicBezTo>
                <a:cubicBezTo>
                  <a:pt x="10004680" y="3065377"/>
                  <a:pt x="9937988" y="3051618"/>
                  <a:pt x="9957212" y="3062663"/>
                </a:cubicBezTo>
                <a:cubicBezTo>
                  <a:pt x="9920646" y="3063519"/>
                  <a:pt x="9948538" y="3073806"/>
                  <a:pt x="9904584" y="3063999"/>
                </a:cubicBezTo>
                <a:cubicBezTo>
                  <a:pt x="9847813" y="3075166"/>
                  <a:pt x="9758323" y="3071010"/>
                  <a:pt x="9713857" y="3087955"/>
                </a:cubicBezTo>
                <a:cubicBezTo>
                  <a:pt x="9719380" y="3081485"/>
                  <a:pt x="9695453" y="3076466"/>
                  <a:pt x="9678879" y="3079676"/>
                </a:cubicBezTo>
                <a:cubicBezTo>
                  <a:pt x="9698255" y="3054291"/>
                  <a:pt x="9613348" y="3102551"/>
                  <a:pt x="9598760" y="3085228"/>
                </a:cubicBezTo>
                <a:cubicBezTo>
                  <a:pt x="9598041" y="3101310"/>
                  <a:pt x="9523758" y="3128579"/>
                  <a:pt x="9488796" y="3115384"/>
                </a:cubicBezTo>
                <a:cubicBezTo>
                  <a:pt x="9435532" y="3118605"/>
                  <a:pt x="9397815" y="3131898"/>
                  <a:pt x="9341972" y="3126583"/>
                </a:cubicBezTo>
                <a:cubicBezTo>
                  <a:pt x="9340239" y="3128735"/>
                  <a:pt x="9337399" y="3130536"/>
                  <a:pt x="9333795" y="3132083"/>
                </a:cubicBezTo>
                <a:lnTo>
                  <a:pt x="9321736" y="3135834"/>
                </a:lnTo>
                <a:lnTo>
                  <a:pt x="9319405" y="3135561"/>
                </a:lnTo>
                <a:cubicBezTo>
                  <a:pt x="9310247" y="3135512"/>
                  <a:pt x="9305558" y="3136419"/>
                  <a:pt x="9302847" y="3137746"/>
                </a:cubicBezTo>
                <a:lnTo>
                  <a:pt x="9300930" y="3139687"/>
                </a:lnTo>
                <a:lnTo>
                  <a:pt x="9290106" y="3141645"/>
                </a:lnTo>
                <a:lnTo>
                  <a:pt x="9270220" y="3146737"/>
                </a:lnTo>
                <a:lnTo>
                  <a:pt x="9265150" y="3146531"/>
                </a:lnTo>
                <a:lnTo>
                  <a:pt x="9233057" y="3152408"/>
                </a:lnTo>
                <a:lnTo>
                  <a:pt x="9231974" y="3151938"/>
                </a:lnTo>
                <a:cubicBezTo>
                  <a:pt x="9228816" y="3151020"/>
                  <a:pt x="9225099" y="3150595"/>
                  <a:pt x="9220130" y="3151189"/>
                </a:cubicBezTo>
                <a:cubicBezTo>
                  <a:pt x="9218372" y="3142213"/>
                  <a:pt x="9213458" y="3148467"/>
                  <a:pt x="9198955" y="3151015"/>
                </a:cubicBezTo>
                <a:cubicBezTo>
                  <a:pt x="9192986" y="3137641"/>
                  <a:pt x="9157451" y="3149750"/>
                  <a:pt x="9142196" y="3143802"/>
                </a:cubicBezTo>
                <a:cubicBezTo>
                  <a:pt x="9131673" y="3145976"/>
                  <a:pt x="9120437" y="3148030"/>
                  <a:pt x="9108665" y="3149868"/>
                </a:cubicBezTo>
                <a:lnTo>
                  <a:pt x="9014086" y="3150791"/>
                </a:lnTo>
                <a:lnTo>
                  <a:pt x="8915037" y="3140020"/>
                </a:lnTo>
                <a:cubicBezTo>
                  <a:pt x="8878400" y="3139785"/>
                  <a:pt x="8846675" y="3135786"/>
                  <a:pt x="8815667" y="3138606"/>
                </a:cubicBezTo>
                <a:cubicBezTo>
                  <a:pt x="8803071" y="3135495"/>
                  <a:pt x="8791199" y="3134238"/>
                  <a:pt x="8779688" y="3138895"/>
                </a:cubicBezTo>
                <a:cubicBezTo>
                  <a:pt x="8745498" y="3137342"/>
                  <a:pt x="8737221" y="3130691"/>
                  <a:pt x="8715556" y="3135878"/>
                </a:cubicBezTo>
                <a:cubicBezTo>
                  <a:pt x="8696347" y="3125121"/>
                  <a:pt x="8695210" y="3129227"/>
                  <a:pt x="8686183" y="3132307"/>
                </a:cubicBezTo>
                <a:lnTo>
                  <a:pt x="8684895" y="3132527"/>
                </a:lnTo>
                <a:lnTo>
                  <a:pt x="8682270" y="3130989"/>
                </a:lnTo>
                <a:lnTo>
                  <a:pt x="8676836" y="3130278"/>
                </a:lnTo>
                <a:lnTo>
                  <a:pt x="8662002" y="3130735"/>
                </a:lnTo>
                <a:lnTo>
                  <a:pt x="8656423" y="3131304"/>
                </a:lnTo>
                <a:cubicBezTo>
                  <a:pt x="8652581" y="3131550"/>
                  <a:pt x="8650028" y="3131521"/>
                  <a:pt x="8648261" y="3131294"/>
                </a:cubicBezTo>
                <a:lnTo>
                  <a:pt x="8648057" y="3131167"/>
                </a:lnTo>
                <a:lnTo>
                  <a:pt x="8640412" y="3131403"/>
                </a:lnTo>
                <a:cubicBezTo>
                  <a:pt x="8627510" y="3132092"/>
                  <a:pt x="8614954" y="3133035"/>
                  <a:pt x="8603003" y="3134155"/>
                </a:cubicBezTo>
                <a:cubicBezTo>
                  <a:pt x="8592897" y="3127095"/>
                  <a:pt x="8548738" y="3135435"/>
                  <a:pt x="8553571" y="3122125"/>
                </a:cubicBezTo>
                <a:cubicBezTo>
                  <a:pt x="8537450" y="3123243"/>
                  <a:pt x="8527699" y="3128769"/>
                  <a:pt x="8533128" y="3120039"/>
                </a:cubicBezTo>
                <a:cubicBezTo>
                  <a:pt x="8527821" y="3120156"/>
                  <a:pt x="8524551" y="3119414"/>
                  <a:pt x="8522209" y="3118252"/>
                </a:cubicBezTo>
                <a:lnTo>
                  <a:pt x="8521532" y="3117705"/>
                </a:lnTo>
                <a:lnTo>
                  <a:pt x="8485667" y="3120406"/>
                </a:lnTo>
                <a:lnTo>
                  <a:pt x="8480905" y="3119749"/>
                </a:lnTo>
                <a:lnTo>
                  <a:pt x="8457530" y="3122810"/>
                </a:lnTo>
                <a:lnTo>
                  <a:pt x="8445451" y="3123697"/>
                </a:lnTo>
                <a:lnTo>
                  <a:pt x="8442039" y="3125378"/>
                </a:lnTo>
                <a:cubicBezTo>
                  <a:pt x="8438355" y="3126399"/>
                  <a:pt x="8433075" y="3126839"/>
                  <a:pt x="8424215" y="3125963"/>
                </a:cubicBezTo>
                <a:lnTo>
                  <a:pt x="8422165" y="3125491"/>
                </a:lnTo>
                <a:lnTo>
                  <a:pt x="8407465" y="3127979"/>
                </a:lnTo>
                <a:cubicBezTo>
                  <a:pt x="8402731" y="3129129"/>
                  <a:pt x="8398540" y="3130592"/>
                  <a:pt x="8395146" y="3132488"/>
                </a:cubicBezTo>
                <a:cubicBezTo>
                  <a:pt x="8345093" y="3122354"/>
                  <a:pt x="8297866" y="3131626"/>
                  <a:pt x="8243538" y="3129873"/>
                </a:cubicBezTo>
                <a:cubicBezTo>
                  <a:pt x="8220052" y="3114107"/>
                  <a:pt x="8126172" y="3133411"/>
                  <a:pt x="8112685" y="3148698"/>
                </a:cubicBezTo>
                <a:cubicBezTo>
                  <a:pt x="8112380" y="3135302"/>
                  <a:pt x="8044302" y="3153542"/>
                  <a:pt x="8026741" y="3154015"/>
                </a:cubicBezTo>
                <a:cubicBezTo>
                  <a:pt x="8020887" y="3154173"/>
                  <a:pt x="8020646" y="3152357"/>
                  <a:pt x="8030400" y="3146736"/>
                </a:cubicBezTo>
                <a:cubicBezTo>
                  <a:pt x="8011739" y="3148301"/>
                  <a:pt x="7992477" y="3141339"/>
                  <a:pt x="8002987" y="3135663"/>
                </a:cubicBezTo>
                <a:cubicBezTo>
                  <a:pt x="7946297" y="3147811"/>
                  <a:pt x="7862627" y="3135732"/>
                  <a:pt x="7798568" y="3141249"/>
                </a:cubicBezTo>
                <a:cubicBezTo>
                  <a:pt x="7763645" y="3127901"/>
                  <a:pt x="7782577" y="3140251"/>
                  <a:pt x="7746353" y="3137755"/>
                </a:cubicBezTo>
                <a:cubicBezTo>
                  <a:pt x="7756261" y="3150042"/>
                  <a:pt x="7702377" y="3130861"/>
                  <a:pt x="7700395" y="3144729"/>
                </a:cubicBezTo>
                <a:cubicBezTo>
                  <a:pt x="7693866" y="3143835"/>
                  <a:pt x="7687603" y="3142532"/>
                  <a:pt x="7681335" y="3141120"/>
                </a:cubicBezTo>
                <a:lnTo>
                  <a:pt x="7678044" y="3140387"/>
                </a:lnTo>
                <a:lnTo>
                  <a:pt x="7664890" y="3139855"/>
                </a:lnTo>
                <a:lnTo>
                  <a:pt x="7661183" y="3136706"/>
                </a:lnTo>
                <a:lnTo>
                  <a:pt x="7641383" y="3133755"/>
                </a:lnTo>
                <a:cubicBezTo>
                  <a:pt x="7633967" y="3133115"/>
                  <a:pt x="7625987" y="3132967"/>
                  <a:pt x="7617169" y="3133614"/>
                </a:cubicBezTo>
                <a:cubicBezTo>
                  <a:pt x="7595475" y="3139109"/>
                  <a:pt x="7561695" y="3132374"/>
                  <a:pt x="7531143" y="3132781"/>
                </a:cubicBezTo>
                <a:lnTo>
                  <a:pt x="7517113" y="3134483"/>
                </a:lnTo>
                <a:lnTo>
                  <a:pt x="7471320" y="3131645"/>
                </a:lnTo>
                <a:cubicBezTo>
                  <a:pt x="7458285" y="3131095"/>
                  <a:pt x="7444756" y="3130805"/>
                  <a:pt x="7430512" y="3131007"/>
                </a:cubicBezTo>
                <a:lnTo>
                  <a:pt x="7404071" y="3132361"/>
                </a:lnTo>
                <a:lnTo>
                  <a:pt x="7397140" y="3131239"/>
                </a:lnTo>
                <a:cubicBezTo>
                  <a:pt x="7385068" y="3131364"/>
                  <a:pt x="7369091" y="3135313"/>
                  <a:pt x="7370514" y="3130516"/>
                </a:cubicBezTo>
                <a:lnTo>
                  <a:pt x="7356953" y="3132179"/>
                </a:lnTo>
                <a:lnTo>
                  <a:pt x="7343567" y="3128350"/>
                </a:lnTo>
                <a:cubicBezTo>
                  <a:pt x="7342101" y="3127461"/>
                  <a:pt x="7340998" y="3126514"/>
                  <a:pt x="7340295" y="3125545"/>
                </a:cubicBezTo>
                <a:lnTo>
                  <a:pt x="7321348" y="3126804"/>
                </a:lnTo>
                <a:lnTo>
                  <a:pt x="7305815" y="3124063"/>
                </a:lnTo>
                <a:lnTo>
                  <a:pt x="7292274" y="3125855"/>
                </a:lnTo>
                <a:lnTo>
                  <a:pt x="7286654" y="3125451"/>
                </a:lnTo>
                <a:lnTo>
                  <a:pt x="7272685" y="3124094"/>
                </a:lnTo>
                <a:cubicBezTo>
                  <a:pt x="7265523" y="3123143"/>
                  <a:pt x="7257508" y="3121997"/>
                  <a:pt x="7248584" y="3121080"/>
                </a:cubicBezTo>
                <a:lnTo>
                  <a:pt x="7241065" y="3120661"/>
                </a:lnTo>
                <a:lnTo>
                  <a:pt x="7224696" y="3116051"/>
                </a:lnTo>
                <a:cubicBezTo>
                  <a:pt x="7212786" y="3112566"/>
                  <a:pt x="7203412" y="3110217"/>
                  <a:pt x="7193009" y="3112108"/>
                </a:cubicBezTo>
                <a:cubicBezTo>
                  <a:pt x="7175276" y="3107606"/>
                  <a:pt x="7162888" y="3094987"/>
                  <a:pt x="7137220" y="3098354"/>
                </a:cubicBezTo>
                <a:cubicBezTo>
                  <a:pt x="7145010" y="3092637"/>
                  <a:pt x="7108715" y="3097662"/>
                  <a:pt x="7104427" y="3091790"/>
                </a:cubicBezTo>
                <a:cubicBezTo>
                  <a:pt x="7102447" y="3087061"/>
                  <a:pt x="7090976" y="3087484"/>
                  <a:pt x="7082240" y="3085740"/>
                </a:cubicBezTo>
                <a:cubicBezTo>
                  <a:pt x="7076014" y="3080911"/>
                  <a:pt x="7032058" y="3076501"/>
                  <a:pt x="7016754" y="3077196"/>
                </a:cubicBezTo>
                <a:cubicBezTo>
                  <a:pt x="6973620" y="3082001"/>
                  <a:pt x="6938923" y="3062558"/>
                  <a:pt x="6904436" y="3065900"/>
                </a:cubicBezTo>
                <a:cubicBezTo>
                  <a:pt x="6895406" y="3065445"/>
                  <a:pt x="6887919" y="3064350"/>
                  <a:pt x="6881434" y="3062865"/>
                </a:cubicBezTo>
                <a:lnTo>
                  <a:pt x="6865273" y="3057749"/>
                </a:lnTo>
                <a:cubicBezTo>
                  <a:pt x="6865072" y="3056626"/>
                  <a:pt x="6864871" y="3055502"/>
                  <a:pt x="6864671" y="3054378"/>
                </a:cubicBezTo>
                <a:lnTo>
                  <a:pt x="6852599" y="3052306"/>
                </a:lnTo>
                <a:lnTo>
                  <a:pt x="6850143" y="3051232"/>
                </a:lnTo>
                <a:cubicBezTo>
                  <a:pt x="6845470" y="3049168"/>
                  <a:pt x="6840704" y="3047206"/>
                  <a:pt x="6835301" y="3045593"/>
                </a:cubicBezTo>
                <a:cubicBezTo>
                  <a:pt x="6820447" y="3058242"/>
                  <a:pt x="6786888" y="3033956"/>
                  <a:pt x="6784871" y="3046562"/>
                </a:cubicBezTo>
                <a:cubicBezTo>
                  <a:pt x="6752593" y="3039899"/>
                  <a:pt x="6759140" y="3053646"/>
                  <a:pt x="6738245" y="3037055"/>
                </a:cubicBezTo>
                <a:cubicBezTo>
                  <a:pt x="6671880" y="3034501"/>
                  <a:pt x="6603220" y="3013245"/>
                  <a:pt x="6537703" y="3017736"/>
                </a:cubicBezTo>
                <a:cubicBezTo>
                  <a:pt x="6553051" y="3013722"/>
                  <a:pt x="6541149" y="3004943"/>
                  <a:pt x="6521858" y="3004158"/>
                </a:cubicBezTo>
                <a:cubicBezTo>
                  <a:pt x="6580141" y="2987944"/>
                  <a:pt x="6428765" y="3009117"/>
                  <a:pt x="6445069" y="2992470"/>
                </a:cubicBezTo>
                <a:cubicBezTo>
                  <a:pt x="6417897" y="3005060"/>
                  <a:pt x="6310156" y="3011743"/>
                  <a:pt x="6302447" y="2994274"/>
                </a:cubicBezTo>
                <a:cubicBezTo>
                  <a:pt x="6252173" y="2986131"/>
                  <a:pt x="6198382" y="2989085"/>
                  <a:pt x="6160029" y="2973666"/>
                </a:cubicBezTo>
                <a:cubicBezTo>
                  <a:pt x="6155014" y="2975022"/>
                  <a:pt x="6149642" y="2975878"/>
                  <a:pt x="6144046" y="2976380"/>
                </a:cubicBezTo>
                <a:lnTo>
                  <a:pt x="6127670" y="2976929"/>
                </a:lnTo>
                <a:lnTo>
                  <a:pt x="6126155" y="2976245"/>
                </a:lnTo>
                <a:cubicBezTo>
                  <a:pt x="6118509" y="2974369"/>
                  <a:pt x="6113052" y="2974144"/>
                  <a:pt x="6108575" y="2974651"/>
                </a:cubicBezTo>
                <a:lnTo>
                  <a:pt x="6103746" y="2975803"/>
                </a:lnTo>
                <a:lnTo>
                  <a:pt x="6091377" y="2975180"/>
                </a:lnTo>
                <a:lnTo>
                  <a:pt x="6066183" y="2975222"/>
                </a:lnTo>
                <a:lnTo>
                  <a:pt x="6063287" y="2974353"/>
                </a:lnTo>
                <a:lnTo>
                  <a:pt x="6054813" y="2974911"/>
                </a:lnTo>
                <a:lnTo>
                  <a:pt x="6050809" y="2973985"/>
                </a:lnTo>
                <a:lnTo>
                  <a:pt x="6013979" y="2974553"/>
                </a:lnTo>
                <a:cubicBezTo>
                  <a:pt x="6013918" y="2974361"/>
                  <a:pt x="6013860" y="2974167"/>
                  <a:pt x="6013800" y="2973973"/>
                </a:cubicBezTo>
                <a:cubicBezTo>
                  <a:pt x="6012565" y="2972689"/>
                  <a:pt x="6010070" y="2971765"/>
                  <a:pt x="6004866" y="2971570"/>
                </a:cubicBezTo>
                <a:cubicBezTo>
                  <a:pt x="6017706" y="2963268"/>
                  <a:pt x="6003515" y="2968156"/>
                  <a:pt x="5987036" y="2968315"/>
                </a:cubicBezTo>
                <a:cubicBezTo>
                  <a:pt x="6003302" y="2955458"/>
                  <a:pt x="5953573" y="2961108"/>
                  <a:pt x="5950027" y="2953546"/>
                </a:cubicBezTo>
                <a:cubicBezTo>
                  <a:pt x="5937559" y="2953953"/>
                  <a:pt x="5924668" y="2954151"/>
                  <a:pt x="5911668" y="2954074"/>
                </a:cubicBezTo>
                <a:lnTo>
                  <a:pt x="5904110" y="2953861"/>
                </a:lnTo>
                <a:cubicBezTo>
                  <a:pt x="5904082" y="2953815"/>
                  <a:pt x="5904053" y="2953769"/>
                  <a:pt x="5904026" y="2953724"/>
                </a:cubicBezTo>
                <a:cubicBezTo>
                  <a:pt x="5902528" y="2953395"/>
                  <a:pt x="5900097" y="2953219"/>
                  <a:pt x="5896189" y="2953236"/>
                </a:cubicBezTo>
                <a:lnTo>
                  <a:pt x="5890331" y="2953471"/>
                </a:lnTo>
                <a:lnTo>
                  <a:pt x="5875672" y="2953056"/>
                </a:lnTo>
                <a:lnTo>
                  <a:pt x="5871070" y="2952035"/>
                </a:lnTo>
                <a:lnTo>
                  <a:pt x="5869888" y="2950364"/>
                </a:lnTo>
                <a:lnTo>
                  <a:pt x="5868461" y="2950506"/>
                </a:lnTo>
                <a:cubicBezTo>
                  <a:pt x="5857092" y="2953019"/>
                  <a:pt x="5852416" y="2957005"/>
                  <a:pt x="5843343" y="2945262"/>
                </a:cubicBezTo>
                <a:cubicBezTo>
                  <a:pt x="5817989" y="2949116"/>
                  <a:pt x="5815840" y="2942065"/>
                  <a:pt x="5784331" y="2938531"/>
                </a:cubicBezTo>
                <a:cubicBezTo>
                  <a:pt x="5769202" y="2942455"/>
                  <a:pt x="5758885" y="2940521"/>
                  <a:pt x="5749498" y="2936713"/>
                </a:cubicBezTo>
                <a:cubicBezTo>
                  <a:pt x="5717228" y="2937683"/>
                  <a:pt x="5690227" y="2931877"/>
                  <a:pt x="5655214" y="2929503"/>
                </a:cubicBezTo>
                <a:cubicBezTo>
                  <a:pt x="5614827" y="2933899"/>
                  <a:pt x="5598877" y="2923069"/>
                  <a:pt x="5561446" y="2920575"/>
                </a:cubicBezTo>
                <a:cubicBezTo>
                  <a:pt x="5525084" y="2929276"/>
                  <a:pt x="5537471" y="2911136"/>
                  <a:pt x="5519456" y="2906631"/>
                </a:cubicBezTo>
                <a:lnTo>
                  <a:pt x="5514099" y="2906097"/>
                </a:lnTo>
                <a:lnTo>
                  <a:pt x="5499273" y="2907057"/>
                </a:lnTo>
                <a:lnTo>
                  <a:pt x="5493664" y="2907817"/>
                </a:lnTo>
                <a:cubicBezTo>
                  <a:pt x="5489815" y="2908191"/>
                  <a:pt x="5487270" y="2908250"/>
                  <a:pt x="5485530" y="2908080"/>
                </a:cubicBezTo>
                <a:lnTo>
                  <a:pt x="5485337" y="2907959"/>
                </a:lnTo>
                <a:lnTo>
                  <a:pt x="5477696" y="2908455"/>
                </a:lnTo>
                <a:cubicBezTo>
                  <a:pt x="5464775" y="2909581"/>
                  <a:pt x="5452182" y="2910951"/>
                  <a:pt x="5440170" y="2912482"/>
                </a:cubicBezTo>
                <a:cubicBezTo>
                  <a:pt x="5430698" y="2905718"/>
                  <a:pt x="5385970" y="2915593"/>
                  <a:pt x="5391911" y="2902040"/>
                </a:cubicBezTo>
                <a:cubicBezTo>
                  <a:pt x="5375744" y="2903707"/>
                  <a:pt x="5365560" y="2909594"/>
                  <a:pt x="5371708" y="2900629"/>
                </a:cubicBezTo>
                <a:cubicBezTo>
                  <a:pt x="5366408" y="2900926"/>
                  <a:pt x="5363213" y="2900288"/>
                  <a:pt x="5360976" y="2899197"/>
                </a:cubicBezTo>
                <a:lnTo>
                  <a:pt x="5360345" y="2898671"/>
                </a:lnTo>
                <a:lnTo>
                  <a:pt x="5324367" y="2902593"/>
                </a:lnTo>
                <a:lnTo>
                  <a:pt x="5319673" y="2902094"/>
                </a:lnTo>
                <a:lnTo>
                  <a:pt x="5296114" y="2905958"/>
                </a:lnTo>
                <a:lnTo>
                  <a:pt x="5283999" y="2907258"/>
                </a:lnTo>
                <a:lnTo>
                  <a:pt x="5280460" y="2909063"/>
                </a:lnTo>
                <a:cubicBezTo>
                  <a:pt x="5276699" y="2910214"/>
                  <a:pt x="5271395" y="2910834"/>
                  <a:pt x="5262637" y="2910250"/>
                </a:cubicBezTo>
                <a:lnTo>
                  <a:pt x="5260635" y="2909845"/>
                </a:lnTo>
                <a:lnTo>
                  <a:pt x="5245770" y="2912842"/>
                </a:lnTo>
                <a:cubicBezTo>
                  <a:pt x="5240955" y="2914159"/>
                  <a:pt x="5236652" y="2915770"/>
                  <a:pt x="5233108" y="2917794"/>
                </a:cubicBezTo>
                <a:cubicBezTo>
                  <a:pt x="5184071" y="2909280"/>
                  <a:pt x="5136210" y="2920197"/>
                  <a:pt x="5082201" y="2920260"/>
                </a:cubicBezTo>
                <a:lnTo>
                  <a:pt x="4939211" y="2931760"/>
                </a:lnTo>
                <a:cubicBezTo>
                  <a:pt x="4920477" y="2933960"/>
                  <a:pt x="4783353" y="2943291"/>
                  <a:pt x="4794309" y="2937227"/>
                </a:cubicBezTo>
                <a:cubicBezTo>
                  <a:pt x="4736776" y="2951353"/>
                  <a:pt x="4701995" y="2938961"/>
                  <a:pt x="4637676" y="2946666"/>
                </a:cubicBezTo>
                <a:cubicBezTo>
                  <a:pt x="4603987" y="2934412"/>
                  <a:pt x="4621816" y="2946201"/>
                  <a:pt x="4585922" y="2944906"/>
                </a:cubicBezTo>
                <a:cubicBezTo>
                  <a:pt x="4594760" y="2956935"/>
                  <a:pt x="4542663" y="2939450"/>
                  <a:pt x="4539516" y="2953466"/>
                </a:cubicBezTo>
                <a:cubicBezTo>
                  <a:pt x="4533082" y="2952789"/>
                  <a:pt x="4526953" y="2951687"/>
                  <a:pt x="4520819" y="2950477"/>
                </a:cubicBezTo>
                <a:lnTo>
                  <a:pt x="4517604" y="2949852"/>
                </a:lnTo>
                <a:lnTo>
                  <a:pt x="4504537" y="2949759"/>
                </a:lnTo>
                <a:lnTo>
                  <a:pt x="4501104" y="2946715"/>
                </a:lnTo>
                <a:lnTo>
                  <a:pt x="4342695" y="2951638"/>
                </a:lnTo>
                <a:cubicBezTo>
                  <a:pt x="4328954" y="2954609"/>
                  <a:pt x="4284038" y="2957184"/>
                  <a:pt x="4274096" y="2953640"/>
                </a:cubicBezTo>
                <a:cubicBezTo>
                  <a:pt x="4264434" y="2953346"/>
                  <a:pt x="4254047" y="2955481"/>
                  <a:pt x="4248170" y="2951384"/>
                </a:cubicBezTo>
                <a:lnTo>
                  <a:pt x="4147924" y="2945945"/>
                </a:lnTo>
                <a:cubicBezTo>
                  <a:pt x="4131656" y="2952619"/>
                  <a:pt x="4104816" y="2942907"/>
                  <a:pt x="4061825" y="2944206"/>
                </a:cubicBezTo>
                <a:cubicBezTo>
                  <a:pt x="4044045" y="2951860"/>
                  <a:pt x="4032845" y="2944993"/>
                  <a:pt x="3998557" y="2955821"/>
                </a:cubicBezTo>
                <a:cubicBezTo>
                  <a:pt x="3997072" y="2955023"/>
                  <a:pt x="3995237" y="2954313"/>
                  <a:pt x="3993107" y="2953708"/>
                </a:cubicBezTo>
                <a:cubicBezTo>
                  <a:pt x="3980729" y="2950196"/>
                  <a:pt x="3961302" y="2950972"/>
                  <a:pt x="3949713" y="2955441"/>
                </a:cubicBezTo>
                <a:cubicBezTo>
                  <a:pt x="3894925" y="2970367"/>
                  <a:pt x="3844508" y="2972262"/>
                  <a:pt x="3797284" y="2977037"/>
                </a:cubicBezTo>
                <a:cubicBezTo>
                  <a:pt x="3743822" y="2981057"/>
                  <a:pt x="3778974" y="2965129"/>
                  <a:pt x="3712498" y="2979996"/>
                </a:cubicBezTo>
                <a:cubicBezTo>
                  <a:pt x="3705202" y="2975373"/>
                  <a:pt x="3696720" y="2975524"/>
                  <a:pt x="3682471" y="2978543"/>
                </a:cubicBezTo>
                <a:cubicBezTo>
                  <a:pt x="3656488" y="2980127"/>
                  <a:pt x="3658300" y="2967587"/>
                  <a:pt x="3632163" y="2976264"/>
                </a:cubicBezTo>
                <a:cubicBezTo>
                  <a:pt x="3636766" y="2969363"/>
                  <a:pt x="3582819" y="2975892"/>
                  <a:pt x="3594728" y="2968398"/>
                </a:cubicBezTo>
                <a:cubicBezTo>
                  <a:pt x="3577705" y="2963064"/>
                  <a:pt x="3569481" y="2973476"/>
                  <a:pt x="3552594" y="2968934"/>
                </a:cubicBezTo>
                <a:cubicBezTo>
                  <a:pt x="3533613" y="2968552"/>
                  <a:pt x="3563577" y="2975594"/>
                  <a:pt x="3542589" y="2977031"/>
                </a:cubicBezTo>
                <a:cubicBezTo>
                  <a:pt x="3517131" y="2977564"/>
                  <a:pt x="3517346" y="2989828"/>
                  <a:pt x="3497591" y="2975018"/>
                </a:cubicBezTo>
                <a:lnTo>
                  <a:pt x="3429352" y="2971090"/>
                </a:lnTo>
                <a:cubicBezTo>
                  <a:pt x="3414141" y="2975624"/>
                  <a:pt x="3401904" y="2974195"/>
                  <a:pt x="3389938" y="2970884"/>
                </a:cubicBezTo>
                <a:cubicBezTo>
                  <a:pt x="3354504" y="2973297"/>
                  <a:pt x="3322178" y="2968827"/>
                  <a:pt x="3282344" y="2968084"/>
                </a:cubicBezTo>
                <a:cubicBezTo>
                  <a:pt x="3239277" y="2974224"/>
                  <a:pt x="3217192" y="2964327"/>
                  <a:pt x="3174624" y="2963576"/>
                </a:cubicBezTo>
                <a:cubicBezTo>
                  <a:pt x="3132504" y="2975210"/>
                  <a:pt x="3146911" y="2949576"/>
                  <a:pt x="3111077" y="2951285"/>
                </a:cubicBezTo>
                <a:cubicBezTo>
                  <a:pt x="3052732" y="2962418"/>
                  <a:pt x="3112543" y="2942881"/>
                  <a:pt x="3022501" y="2948619"/>
                </a:cubicBezTo>
                <a:cubicBezTo>
                  <a:pt x="3017399" y="2950352"/>
                  <a:pt x="3006521" y="2948989"/>
                  <a:pt x="3007714" y="2946762"/>
                </a:cubicBezTo>
                <a:cubicBezTo>
                  <a:pt x="2987987" y="2948105"/>
                  <a:pt x="2931270" y="2937206"/>
                  <a:pt x="2903098" y="2940576"/>
                </a:cubicBezTo>
                <a:cubicBezTo>
                  <a:pt x="2848155" y="2935894"/>
                  <a:pt x="2821430" y="2947095"/>
                  <a:pt x="2781591" y="2946394"/>
                </a:cubicBezTo>
                <a:cubicBezTo>
                  <a:pt x="2735559" y="2940279"/>
                  <a:pt x="2708563" y="2934146"/>
                  <a:pt x="2627942" y="2919996"/>
                </a:cubicBezTo>
                <a:lnTo>
                  <a:pt x="2354959" y="2882080"/>
                </a:lnTo>
                <a:cubicBezTo>
                  <a:pt x="2252426" y="2847776"/>
                  <a:pt x="2124519" y="2878188"/>
                  <a:pt x="2063184" y="2879109"/>
                </a:cubicBezTo>
                <a:cubicBezTo>
                  <a:pt x="2038620" y="2892844"/>
                  <a:pt x="2017217" y="2880735"/>
                  <a:pt x="1986946" y="2887619"/>
                </a:cubicBezTo>
                <a:cubicBezTo>
                  <a:pt x="1919067" y="2894646"/>
                  <a:pt x="1852404" y="2912737"/>
                  <a:pt x="1763479" y="2909077"/>
                </a:cubicBezTo>
                <a:cubicBezTo>
                  <a:pt x="1726097" y="2949538"/>
                  <a:pt x="1621108" y="2933327"/>
                  <a:pt x="1537980" y="2960398"/>
                </a:cubicBezTo>
                <a:cubicBezTo>
                  <a:pt x="1489205" y="2967965"/>
                  <a:pt x="1410921" y="2954082"/>
                  <a:pt x="1395229" y="2975625"/>
                </a:cubicBezTo>
                <a:cubicBezTo>
                  <a:pt x="1371975" y="2964548"/>
                  <a:pt x="1352259" y="2986116"/>
                  <a:pt x="1327834" y="2989485"/>
                </a:cubicBezTo>
                <a:cubicBezTo>
                  <a:pt x="1307734" y="2982782"/>
                  <a:pt x="1298456" y="2990289"/>
                  <a:pt x="1280757" y="2992959"/>
                </a:cubicBezTo>
                <a:cubicBezTo>
                  <a:pt x="1272383" y="2988567"/>
                  <a:pt x="1257337" y="2989790"/>
                  <a:pt x="1252582" y="2995877"/>
                </a:cubicBezTo>
                <a:cubicBezTo>
                  <a:pt x="1260705" y="3008688"/>
                  <a:pt x="1207969" y="3005420"/>
                  <a:pt x="1204670" y="3014826"/>
                </a:cubicBezTo>
                <a:cubicBezTo>
                  <a:pt x="1174431" y="3018683"/>
                  <a:pt x="1041848" y="3015513"/>
                  <a:pt x="1020457" y="3031603"/>
                </a:cubicBezTo>
                <a:cubicBezTo>
                  <a:pt x="959520" y="3042500"/>
                  <a:pt x="869308" y="3024872"/>
                  <a:pt x="843248" y="3026954"/>
                </a:cubicBezTo>
                <a:cubicBezTo>
                  <a:pt x="815646" y="3001836"/>
                  <a:pt x="694189" y="3080490"/>
                  <a:pt x="583517" y="3089095"/>
                </a:cubicBezTo>
                <a:cubicBezTo>
                  <a:pt x="568425" y="3087467"/>
                  <a:pt x="560448" y="3088013"/>
                  <a:pt x="556836" y="3094374"/>
                </a:cubicBezTo>
                <a:cubicBezTo>
                  <a:pt x="528264" y="3099747"/>
                  <a:pt x="471823" y="3109156"/>
                  <a:pt x="412089" y="3121334"/>
                </a:cubicBezTo>
                <a:cubicBezTo>
                  <a:pt x="367235" y="3131096"/>
                  <a:pt x="143790" y="3139436"/>
                  <a:pt x="83929" y="315056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FEE62E-A6DC-4C72-AC52-02631FA6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05833"/>
            <a:ext cx="4215063" cy="2398713"/>
          </a:xfrm>
        </p:spPr>
        <p:txBody>
          <a:bodyPr>
            <a:normAutofit/>
          </a:bodyPr>
          <a:lstStyle/>
          <a:p>
            <a:r>
              <a:rPr lang="en-US" dirty="0"/>
              <a:t>Quadratic probing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F85FE-072A-DBA8-D880-9519315764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955" y="1244955"/>
            <a:ext cx="9875259" cy="108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4804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093162-7FCF-44D4-97CD-DC7E2FFD2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n-US" sz="5400"/>
              <a:t>Example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805C34-B0AC-FBEF-2F7A-CFF1D18B7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05" y="1867816"/>
            <a:ext cx="10526789" cy="92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3467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9D824-ECD1-BD18-B716-D33C9C0B0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3FE6C-0034-EAC3-AD96-913B8474F8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𝐻𝑎𝑠h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+  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𝑡𝑎𝑏𝑙𝑒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=0, 1, 2, …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Data: 7, 14, 21, 23, 5, 6</a:t>
                </a:r>
              </a:p>
              <a:p>
                <a:r>
                  <a:rPr lang="en-US" i="1" dirty="0">
                    <a:latin typeface="Cambria Math" panose="02040503050406030204" pitchFamily="18" charset="0"/>
                  </a:rPr>
                  <a:t>Table size = 7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3C3FE6C-0034-EAC3-AD96-913B8474F8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33028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4CD4F-B264-FBB5-25B8-02C92BD5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F.Y.I.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0C6DA-3AA3-F6A4-2754-617364A9AE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Abseil – Google’s C++ util lib – Hash uses Quadratic probing</a:t>
            </a:r>
          </a:p>
          <a:p>
            <a:pPr lvl="1"/>
            <a:r>
              <a:rPr lang="en-US" dirty="0">
                <a:hlinkClick r:id="rId2"/>
              </a:rPr>
              <a:t>https://github.com/abseil/abseil-cpp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Open problem: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13800E-8F18-3F21-B1E2-69064A1093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85" y="3575020"/>
            <a:ext cx="12098515" cy="105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7063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146EA-E397-D033-FFBF-1E15E356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Double hashing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2A7987-27EF-6AD6-498E-FA48C0BF30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48999"/>
            <a:ext cx="9147273" cy="975710"/>
          </a:xfrm>
        </p:spPr>
      </p:pic>
    </p:spTree>
    <p:extLst>
      <p:ext uri="{BB962C8B-B14F-4D97-AF65-F5344CB8AC3E}">
        <p14:creationId xmlns:p14="http://schemas.microsoft.com/office/powerpoint/2010/main" val="4110450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9C51-9518-FDC4-AA13-E1E22BEA3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A58D-AC01-5848-B5E7-88F1E5C9B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h𝑎𝑠h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𝑡𝑎𝑏𝑙𝑒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𝑠𝑖𝑧𝑒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=6+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Data: 3, 2, 1, 4, 7</a:t>
                </a:r>
              </a:p>
              <a:p>
                <a:r>
                  <a:rPr lang="en-US" dirty="0"/>
                  <a:t>Table size = 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76A58D-AC01-5848-B5E7-88F1E5C9B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725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353</Words>
  <Application>Microsoft Office PowerPoint</Application>
  <PresentationFormat>Widescreen</PresentationFormat>
  <Paragraphs>63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Wingdings</vt:lpstr>
      <vt:lpstr>Office Theme</vt:lpstr>
      <vt:lpstr>1_Office Theme</vt:lpstr>
      <vt:lpstr>Data Structures and Algorithms I.</vt:lpstr>
      <vt:lpstr>Hash tables</vt:lpstr>
      <vt:lpstr>Hash function</vt:lpstr>
      <vt:lpstr>PowerPoint Presentation</vt:lpstr>
      <vt:lpstr>Popular hashing algorithms</vt:lpstr>
      <vt:lpstr>PowerPoint Presentation</vt:lpstr>
      <vt:lpstr>PowerPoint Presentation</vt:lpstr>
      <vt:lpstr>Motivation</vt:lpstr>
      <vt:lpstr> Load factor=  k/n  </vt:lpstr>
      <vt:lpstr>Rehashing</vt:lpstr>
      <vt:lpstr>Rehashing</vt:lpstr>
      <vt:lpstr>Collisions</vt:lpstr>
      <vt:lpstr>PowerPoint Presentation</vt:lpstr>
      <vt:lpstr>Collision resolution techniques </vt:lpstr>
      <vt:lpstr>PowerPoint Presentation</vt:lpstr>
      <vt:lpstr>Separate chaining</vt:lpstr>
      <vt:lpstr>PowerPoint Presentation</vt:lpstr>
      <vt:lpstr>Exercise – separate chaining</vt:lpstr>
      <vt:lpstr>Linear probing</vt:lpstr>
      <vt:lpstr>Linear probing</vt:lpstr>
      <vt:lpstr>PowerPoint Presentation</vt:lpstr>
      <vt:lpstr>Problem – Primary Clustering</vt:lpstr>
      <vt:lpstr>Quadratic probing</vt:lpstr>
      <vt:lpstr>Example</vt:lpstr>
      <vt:lpstr>Exercise</vt:lpstr>
      <vt:lpstr>F.Y.I. </vt:lpstr>
      <vt:lpstr>Double hashing</vt:lpstr>
      <vt:lpstr>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Nagy Róbert</dc:creator>
  <cp:lastModifiedBy>Nagy Róbert</cp:lastModifiedBy>
  <cp:revision>15</cp:revision>
  <dcterms:created xsi:type="dcterms:W3CDTF">2025-09-05T17:32:44Z</dcterms:created>
  <dcterms:modified xsi:type="dcterms:W3CDTF">2026-03-12T11:04:20Z</dcterms:modified>
</cp:coreProperties>
</file>