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84" r:id="rId9"/>
    <p:sldId id="263" r:id="rId10"/>
    <p:sldId id="289" r:id="rId11"/>
    <p:sldId id="264" r:id="rId12"/>
    <p:sldId id="268" r:id="rId13"/>
    <p:sldId id="286" r:id="rId14"/>
    <p:sldId id="285" r:id="rId15"/>
    <p:sldId id="287" r:id="rId16"/>
    <p:sldId id="269" r:id="rId17"/>
    <p:sldId id="273" r:id="rId18"/>
    <p:sldId id="272" r:id="rId19"/>
    <p:sldId id="274" r:id="rId20"/>
    <p:sldId id="275" r:id="rId21"/>
    <p:sldId id="270" r:id="rId22"/>
    <p:sldId id="276" r:id="rId23"/>
    <p:sldId id="277" r:id="rId24"/>
    <p:sldId id="278" r:id="rId25"/>
    <p:sldId id="279" r:id="rId26"/>
    <p:sldId id="280" r:id="rId27"/>
    <p:sldId id="281" r:id="rId28"/>
    <p:sldId id="334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7" r:id="rId54"/>
    <p:sldId id="316" r:id="rId55"/>
    <p:sldId id="318" r:id="rId56"/>
    <p:sldId id="319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30" r:id="rId66"/>
    <p:sldId id="333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E9D257-3DFF-41B1-BA97-368DC63A07FC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81E7DB-D287-41CF-9879-392FB2B28FE4}">
      <dgm:prSet/>
      <dgm:spPr/>
      <dgm:t>
        <a:bodyPr/>
        <a:lstStyle/>
        <a:p>
          <a:r>
            <a:rPr lang="en-US" dirty="0"/>
            <a:t>Simple Building blocks</a:t>
          </a:r>
        </a:p>
      </dgm:t>
    </dgm:pt>
    <dgm:pt modelId="{A2F3D086-751A-41BF-B0BD-B774CB0A0543}" type="parTrans" cxnId="{06403F3C-F861-4B18-A6FB-0B5E618B0045}">
      <dgm:prSet/>
      <dgm:spPr/>
      <dgm:t>
        <a:bodyPr/>
        <a:lstStyle/>
        <a:p>
          <a:endParaRPr lang="en-US"/>
        </a:p>
      </dgm:t>
    </dgm:pt>
    <dgm:pt modelId="{D7A0B2E9-2245-44A4-BABD-2BB644B08D9C}" type="sibTrans" cxnId="{06403F3C-F861-4B18-A6FB-0B5E618B0045}">
      <dgm:prSet/>
      <dgm:spPr/>
      <dgm:t>
        <a:bodyPr/>
        <a:lstStyle/>
        <a:p>
          <a:endParaRPr lang="en-US"/>
        </a:p>
      </dgm:t>
    </dgm:pt>
    <dgm:pt modelId="{7E340928-CB48-41E4-B7EB-6C8A29827A69}">
      <dgm:prSet/>
      <dgm:spPr/>
      <dgm:t>
        <a:bodyPr/>
        <a:lstStyle/>
        <a:p>
          <a:r>
            <a:rPr lang="en-US" dirty="0"/>
            <a:t>Primitive data types </a:t>
          </a:r>
        </a:p>
      </dgm:t>
    </dgm:pt>
    <dgm:pt modelId="{A117510D-BB56-4AA7-BCCE-112A678C5E35}" type="parTrans" cxnId="{EBBD2155-262B-4274-8CE5-E1DE2F85124F}">
      <dgm:prSet/>
      <dgm:spPr/>
      <dgm:t>
        <a:bodyPr/>
        <a:lstStyle/>
        <a:p>
          <a:endParaRPr lang="en-US"/>
        </a:p>
      </dgm:t>
    </dgm:pt>
    <dgm:pt modelId="{D8A9658A-DB53-4E9A-8F46-A4D6EAC14770}" type="sibTrans" cxnId="{EBBD2155-262B-4274-8CE5-E1DE2F85124F}">
      <dgm:prSet/>
      <dgm:spPr/>
      <dgm:t>
        <a:bodyPr/>
        <a:lstStyle/>
        <a:p>
          <a:endParaRPr lang="en-US"/>
        </a:p>
      </dgm:t>
    </dgm:pt>
    <dgm:pt modelId="{0179B720-0F28-491B-A66C-596267712E6D}">
      <dgm:prSet/>
      <dgm:spPr/>
      <dgm:t>
        <a:bodyPr/>
        <a:lstStyle/>
        <a:p>
          <a:r>
            <a:rPr lang="en-US" dirty="0"/>
            <a:t>Composite  data types</a:t>
          </a:r>
        </a:p>
      </dgm:t>
    </dgm:pt>
    <dgm:pt modelId="{2F0CCBD4-E4E2-439E-AAFD-A7899050FFCF}" type="parTrans" cxnId="{CE405817-FB99-4232-ABF9-76F625ABA7A3}">
      <dgm:prSet/>
      <dgm:spPr/>
      <dgm:t>
        <a:bodyPr/>
        <a:lstStyle/>
        <a:p>
          <a:endParaRPr lang="en-US"/>
        </a:p>
      </dgm:t>
    </dgm:pt>
    <dgm:pt modelId="{D286C07A-E5E4-4748-B920-7BE0310FE5D5}" type="sibTrans" cxnId="{CE405817-FB99-4232-ABF9-76F625ABA7A3}">
      <dgm:prSet/>
      <dgm:spPr/>
      <dgm:t>
        <a:bodyPr/>
        <a:lstStyle/>
        <a:p>
          <a:endParaRPr lang="en-US"/>
        </a:p>
      </dgm:t>
    </dgm:pt>
    <dgm:pt modelId="{8D291C44-F7AC-408C-AF0A-182DEEE7785B}">
      <dgm:prSet/>
      <dgm:spPr/>
      <dgm:t>
        <a:bodyPr/>
        <a:lstStyle/>
        <a:p>
          <a:r>
            <a:rPr lang="en-US" dirty="0"/>
            <a:t>Material type</a:t>
          </a:r>
        </a:p>
      </dgm:t>
    </dgm:pt>
    <dgm:pt modelId="{8F663326-F037-499C-B7CA-443017CD3661}" type="parTrans" cxnId="{70954CC7-E176-4672-B612-847B235EFBD4}">
      <dgm:prSet/>
      <dgm:spPr/>
      <dgm:t>
        <a:bodyPr/>
        <a:lstStyle/>
        <a:p>
          <a:endParaRPr lang="en-US"/>
        </a:p>
      </dgm:t>
    </dgm:pt>
    <dgm:pt modelId="{A6BAE1F9-6C61-4A22-9631-D8A92578628F}" type="sibTrans" cxnId="{70954CC7-E176-4672-B612-847B235EFBD4}">
      <dgm:prSet/>
      <dgm:spPr/>
      <dgm:t>
        <a:bodyPr/>
        <a:lstStyle/>
        <a:p>
          <a:endParaRPr lang="en-US"/>
        </a:p>
      </dgm:t>
    </dgm:pt>
    <dgm:pt modelId="{E3EDF0CC-AD62-4E19-9C3A-C1D2C7335678}">
      <dgm:prSet/>
      <dgm:spPr/>
      <dgm:t>
        <a:bodyPr/>
        <a:lstStyle/>
        <a:p>
          <a:r>
            <a:rPr lang="en-US" dirty="0"/>
            <a:t>Fixed / rigid</a:t>
          </a:r>
        </a:p>
      </dgm:t>
    </dgm:pt>
    <dgm:pt modelId="{72213DF8-A36A-499B-8929-267C97158B53}" type="parTrans" cxnId="{743BF1B2-B781-4DA5-B67D-C7DD7B6E9D66}">
      <dgm:prSet/>
      <dgm:spPr/>
      <dgm:t>
        <a:bodyPr/>
        <a:lstStyle/>
        <a:p>
          <a:endParaRPr lang="en-US"/>
        </a:p>
      </dgm:t>
    </dgm:pt>
    <dgm:pt modelId="{E6322362-5B1C-4D0F-84FC-4A36E64C6721}" type="sibTrans" cxnId="{743BF1B2-B781-4DA5-B67D-C7DD7B6E9D66}">
      <dgm:prSet/>
      <dgm:spPr/>
      <dgm:t>
        <a:bodyPr/>
        <a:lstStyle/>
        <a:p>
          <a:endParaRPr lang="en-US"/>
        </a:p>
      </dgm:t>
    </dgm:pt>
    <dgm:pt modelId="{5C23941A-3B56-4144-9A23-0B53E6CC5282}">
      <dgm:prSet/>
      <dgm:spPr/>
      <dgm:t>
        <a:bodyPr/>
        <a:lstStyle/>
        <a:p>
          <a:r>
            <a:rPr lang="en-US" dirty="0"/>
            <a:t>Flexible / Dynamic</a:t>
          </a:r>
        </a:p>
      </dgm:t>
    </dgm:pt>
    <dgm:pt modelId="{C56D18D7-1EC5-42A5-965B-9173864053B2}" type="parTrans" cxnId="{FB74D8A6-C67B-4C8A-A429-5FE00C53C91F}">
      <dgm:prSet/>
      <dgm:spPr/>
      <dgm:t>
        <a:bodyPr/>
        <a:lstStyle/>
        <a:p>
          <a:endParaRPr lang="en-US"/>
        </a:p>
      </dgm:t>
    </dgm:pt>
    <dgm:pt modelId="{F2AE1C10-7A6B-4E79-BE6B-667E5260380F}" type="sibTrans" cxnId="{FB74D8A6-C67B-4C8A-A429-5FE00C53C91F}">
      <dgm:prSet/>
      <dgm:spPr/>
      <dgm:t>
        <a:bodyPr/>
        <a:lstStyle/>
        <a:p>
          <a:endParaRPr lang="en-US"/>
        </a:p>
      </dgm:t>
    </dgm:pt>
    <dgm:pt modelId="{5A8EB862-F5D1-454B-AF4D-39C8D6B65121}">
      <dgm:prSet/>
      <dgm:spPr/>
      <dgm:t>
        <a:bodyPr/>
        <a:lstStyle/>
        <a:p>
          <a:r>
            <a:rPr lang="en-US" dirty="0"/>
            <a:t>Composite Building blocks</a:t>
          </a:r>
        </a:p>
      </dgm:t>
    </dgm:pt>
    <dgm:pt modelId="{0329D0B7-4BCC-4798-A706-1A4A338807B7}" type="parTrans" cxnId="{9A42DB1F-1F72-46A5-86C9-3EDC87BD9A38}">
      <dgm:prSet/>
      <dgm:spPr/>
      <dgm:t>
        <a:bodyPr/>
        <a:lstStyle/>
        <a:p>
          <a:endParaRPr lang="en-US"/>
        </a:p>
      </dgm:t>
    </dgm:pt>
    <dgm:pt modelId="{D41D9DA5-CC46-47B0-A13C-6F58F8E91AA5}" type="sibTrans" cxnId="{9A42DB1F-1F72-46A5-86C9-3EDC87BD9A38}">
      <dgm:prSet/>
      <dgm:spPr/>
      <dgm:t>
        <a:bodyPr/>
        <a:lstStyle/>
        <a:p>
          <a:endParaRPr lang="en-US"/>
        </a:p>
      </dgm:t>
    </dgm:pt>
    <dgm:pt modelId="{6BBF3F38-556C-41B5-AAE8-68B34AE1F63B}">
      <dgm:prSet/>
      <dgm:spPr/>
      <dgm:t>
        <a:bodyPr/>
        <a:lstStyle/>
        <a:p>
          <a:r>
            <a:rPr lang="en-US" dirty="0"/>
            <a:t>Data structures</a:t>
          </a:r>
        </a:p>
      </dgm:t>
    </dgm:pt>
    <dgm:pt modelId="{AE5F2D9C-C360-496E-9162-E75A8D803F15}" type="parTrans" cxnId="{3A99BDCD-E44F-4874-B22C-00AF25F78B88}">
      <dgm:prSet/>
      <dgm:spPr/>
      <dgm:t>
        <a:bodyPr/>
        <a:lstStyle/>
        <a:p>
          <a:endParaRPr lang="en-US"/>
        </a:p>
      </dgm:t>
    </dgm:pt>
    <dgm:pt modelId="{DFF6F2CA-1FA9-449B-AB75-DAE48CAFF865}" type="sibTrans" cxnId="{3A99BDCD-E44F-4874-B22C-00AF25F78B88}">
      <dgm:prSet/>
      <dgm:spPr/>
      <dgm:t>
        <a:bodyPr/>
        <a:lstStyle/>
        <a:p>
          <a:endParaRPr lang="en-US"/>
        </a:p>
      </dgm:t>
    </dgm:pt>
    <dgm:pt modelId="{031AA904-6AA6-4184-A467-BEB6E6E119B5}" type="pres">
      <dgm:prSet presAssocID="{84E9D257-3DFF-41B1-BA97-368DC63A07F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109433-E908-415A-BF42-6B15FBEE5D73}" type="pres">
      <dgm:prSet presAssocID="{7A81E7DB-D287-41CF-9879-392FB2B28FE4}" presName="root" presStyleCnt="0"/>
      <dgm:spPr/>
    </dgm:pt>
    <dgm:pt modelId="{F8E1B320-A5B1-4F55-8C24-B9C109274A21}" type="pres">
      <dgm:prSet presAssocID="{7A81E7DB-D287-41CF-9879-392FB2B28FE4}" presName="rootComposite" presStyleCnt="0"/>
      <dgm:spPr/>
    </dgm:pt>
    <dgm:pt modelId="{37B942BC-8E2A-4DD5-BEEB-5011DA28F681}" type="pres">
      <dgm:prSet presAssocID="{7A81E7DB-D287-41CF-9879-392FB2B28FE4}" presName="rootText" presStyleLbl="node1" presStyleIdx="0" presStyleCnt="3"/>
      <dgm:spPr/>
    </dgm:pt>
    <dgm:pt modelId="{8F0BA556-A144-4DC1-B90F-F28F1C8BD749}" type="pres">
      <dgm:prSet presAssocID="{7A81E7DB-D287-41CF-9879-392FB2B28FE4}" presName="rootConnector" presStyleLbl="node1" presStyleIdx="0" presStyleCnt="3"/>
      <dgm:spPr/>
    </dgm:pt>
    <dgm:pt modelId="{911B0C6B-9E7A-4DCE-81DF-EF72B7A9A4BD}" type="pres">
      <dgm:prSet presAssocID="{7A81E7DB-D287-41CF-9879-392FB2B28FE4}" presName="childShape" presStyleCnt="0"/>
      <dgm:spPr/>
    </dgm:pt>
    <dgm:pt modelId="{CB4ADF5D-236A-42AF-82E5-026F6BFD0FB8}" type="pres">
      <dgm:prSet presAssocID="{A117510D-BB56-4AA7-BCCE-112A678C5E35}" presName="Name13" presStyleLbl="parChTrans1D2" presStyleIdx="0" presStyleCnt="5"/>
      <dgm:spPr/>
    </dgm:pt>
    <dgm:pt modelId="{CC1F635A-A82E-4F9C-ABC9-B9A7C5B54248}" type="pres">
      <dgm:prSet presAssocID="{7E340928-CB48-41E4-B7EB-6C8A29827A69}" presName="childText" presStyleLbl="bgAcc1" presStyleIdx="0" presStyleCnt="5">
        <dgm:presLayoutVars>
          <dgm:bulletEnabled val="1"/>
        </dgm:presLayoutVars>
      </dgm:prSet>
      <dgm:spPr/>
    </dgm:pt>
    <dgm:pt modelId="{0A1639EA-4FAA-4160-A27E-C19A7B26BB6F}" type="pres">
      <dgm:prSet presAssocID="{2F0CCBD4-E4E2-439E-AAFD-A7899050FFCF}" presName="Name13" presStyleLbl="parChTrans1D2" presStyleIdx="1" presStyleCnt="5"/>
      <dgm:spPr/>
    </dgm:pt>
    <dgm:pt modelId="{FDE42E35-D1CD-4C35-A071-C7B5A9BBF000}" type="pres">
      <dgm:prSet presAssocID="{0179B720-0F28-491B-A66C-596267712E6D}" presName="childText" presStyleLbl="bgAcc1" presStyleIdx="1" presStyleCnt="5">
        <dgm:presLayoutVars>
          <dgm:bulletEnabled val="1"/>
        </dgm:presLayoutVars>
      </dgm:prSet>
      <dgm:spPr/>
    </dgm:pt>
    <dgm:pt modelId="{BF88D33B-C79E-4573-92BA-55ED64512870}" type="pres">
      <dgm:prSet presAssocID="{8D291C44-F7AC-408C-AF0A-182DEEE7785B}" presName="root" presStyleCnt="0"/>
      <dgm:spPr/>
    </dgm:pt>
    <dgm:pt modelId="{1BC39825-9808-40BB-9F62-82D555311A61}" type="pres">
      <dgm:prSet presAssocID="{8D291C44-F7AC-408C-AF0A-182DEEE7785B}" presName="rootComposite" presStyleCnt="0"/>
      <dgm:spPr/>
    </dgm:pt>
    <dgm:pt modelId="{7D49BFD5-9B26-47EF-8BBA-E8902E5824F8}" type="pres">
      <dgm:prSet presAssocID="{8D291C44-F7AC-408C-AF0A-182DEEE7785B}" presName="rootText" presStyleLbl="node1" presStyleIdx="1" presStyleCnt="3"/>
      <dgm:spPr/>
    </dgm:pt>
    <dgm:pt modelId="{F390254F-B472-414B-AC6F-8CCD46DF09DC}" type="pres">
      <dgm:prSet presAssocID="{8D291C44-F7AC-408C-AF0A-182DEEE7785B}" presName="rootConnector" presStyleLbl="node1" presStyleIdx="1" presStyleCnt="3"/>
      <dgm:spPr/>
    </dgm:pt>
    <dgm:pt modelId="{CC211C73-D966-4C22-AC7D-6863B2774711}" type="pres">
      <dgm:prSet presAssocID="{8D291C44-F7AC-408C-AF0A-182DEEE7785B}" presName="childShape" presStyleCnt="0"/>
      <dgm:spPr/>
    </dgm:pt>
    <dgm:pt modelId="{28F64A9C-3648-471C-8BF8-D21E28BB21CA}" type="pres">
      <dgm:prSet presAssocID="{72213DF8-A36A-499B-8929-267C97158B53}" presName="Name13" presStyleLbl="parChTrans1D2" presStyleIdx="2" presStyleCnt="5"/>
      <dgm:spPr/>
    </dgm:pt>
    <dgm:pt modelId="{E01C994A-700D-423D-ABB7-35041B026E1C}" type="pres">
      <dgm:prSet presAssocID="{E3EDF0CC-AD62-4E19-9C3A-C1D2C7335678}" presName="childText" presStyleLbl="bgAcc1" presStyleIdx="2" presStyleCnt="5">
        <dgm:presLayoutVars>
          <dgm:bulletEnabled val="1"/>
        </dgm:presLayoutVars>
      </dgm:prSet>
      <dgm:spPr/>
    </dgm:pt>
    <dgm:pt modelId="{75B89CA9-7ECA-4E10-AF1C-B78BEF2AE3A8}" type="pres">
      <dgm:prSet presAssocID="{C56D18D7-1EC5-42A5-965B-9173864053B2}" presName="Name13" presStyleLbl="parChTrans1D2" presStyleIdx="3" presStyleCnt="5"/>
      <dgm:spPr/>
    </dgm:pt>
    <dgm:pt modelId="{4CBCBECA-B032-48DD-84BF-242659A5A765}" type="pres">
      <dgm:prSet presAssocID="{5C23941A-3B56-4144-9A23-0B53E6CC5282}" presName="childText" presStyleLbl="bgAcc1" presStyleIdx="3" presStyleCnt="5">
        <dgm:presLayoutVars>
          <dgm:bulletEnabled val="1"/>
        </dgm:presLayoutVars>
      </dgm:prSet>
      <dgm:spPr/>
    </dgm:pt>
    <dgm:pt modelId="{A97EFA60-4609-4882-B71F-FED8ED596535}" type="pres">
      <dgm:prSet presAssocID="{5A8EB862-F5D1-454B-AF4D-39C8D6B65121}" presName="root" presStyleCnt="0"/>
      <dgm:spPr/>
    </dgm:pt>
    <dgm:pt modelId="{03969689-238D-4F3D-9A36-35328A6656A8}" type="pres">
      <dgm:prSet presAssocID="{5A8EB862-F5D1-454B-AF4D-39C8D6B65121}" presName="rootComposite" presStyleCnt="0"/>
      <dgm:spPr/>
    </dgm:pt>
    <dgm:pt modelId="{C3B9206C-0A7B-4529-BC19-7A52DFEEB7AC}" type="pres">
      <dgm:prSet presAssocID="{5A8EB862-F5D1-454B-AF4D-39C8D6B65121}" presName="rootText" presStyleLbl="node1" presStyleIdx="2" presStyleCnt="3"/>
      <dgm:spPr/>
    </dgm:pt>
    <dgm:pt modelId="{2034E790-8D46-4A52-9E21-756F39803764}" type="pres">
      <dgm:prSet presAssocID="{5A8EB862-F5D1-454B-AF4D-39C8D6B65121}" presName="rootConnector" presStyleLbl="node1" presStyleIdx="2" presStyleCnt="3"/>
      <dgm:spPr/>
    </dgm:pt>
    <dgm:pt modelId="{EE2B0AFA-3BA9-49AA-98DF-8EAD88D5645F}" type="pres">
      <dgm:prSet presAssocID="{5A8EB862-F5D1-454B-AF4D-39C8D6B65121}" presName="childShape" presStyleCnt="0"/>
      <dgm:spPr/>
    </dgm:pt>
    <dgm:pt modelId="{7F83A4BA-A114-4C38-B2AE-956851BE5CAD}" type="pres">
      <dgm:prSet presAssocID="{AE5F2D9C-C360-496E-9162-E75A8D803F15}" presName="Name13" presStyleLbl="parChTrans1D2" presStyleIdx="4" presStyleCnt="5"/>
      <dgm:spPr/>
    </dgm:pt>
    <dgm:pt modelId="{BE199711-8390-494E-9035-948F9F269B5F}" type="pres">
      <dgm:prSet presAssocID="{6BBF3F38-556C-41B5-AAE8-68B34AE1F63B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5FDB6F02-08F3-40FA-A703-309D5FEE5B91}" type="presOf" srcId="{5C23941A-3B56-4144-9A23-0B53E6CC5282}" destId="{4CBCBECA-B032-48DD-84BF-242659A5A765}" srcOrd="0" destOrd="0" presId="urn:microsoft.com/office/officeart/2005/8/layout/hierarchy3"/>
    <dgm:cxn modelId="{0A439204-4CD2-4F82-9CE8-C53723F21ECD}" type="presOf" srcId="{0179B720-0F28-491B-A66C-596267712E6D}" destId="{FDE42E35-D1CD-4C35-A071-C7B5A9BBF000}" srcOrd="0" destOrd="0" presId="urn:microsoft.com/office/officeart/2005/8/layout/hierarchy3"/>
    <dgm:cxn modelId="{CE405817-FB99-4232-ABF9-76F625ABA7A3}" srcId="{7A81E7DB-D287-41CF-9879-392FB2B28FE4}" destId="{0179B720-0F28-491B-A66C-596267712E6D}" srcOrd="1" destOrd="0" parTransId="{2F0CCBD4-E4E2-439E-AAFD-A7899050FFCF}" sibTransId="{D286C07A-E5E4-4748-B920-7BE0310FE5D5}"/>
    <dgm:cxn modelId="{157D5719-931E-414D-A593-31EB760741F7}" type="presOf" srcId="{5A8EB862-F5D1-454B-AF4D-39C8D6B65121}" destId="{C3B9206C-0A7B-4529-BC19-7A52DFEEB7AC}" srcOrd="0" destOrd="0" presId="urn:microsoft.com/office/officeart/2005/8/layout/hierarchy3"/>
    <dgm:cxn modelId="{9A42DB1F-1F72-46A5-86C9-3EDC87BD9A38}" srcId="{84E9D257-3DFF-41B1-BA97-368DC63A07FC}" destId="{5A8EB862-F5D1-454B-AF4D-39C8D6B65121}" srcOrd="2" destOrd="0" parTransId="{0329D0B7-4BCC-4798-A706-1A4A338807B7}" sibTransId="{D41D9DA5-CC46-47B0-A13C-6F58F8E91AA5}"/>
    <dgm:cxn modelId="{96A60D22-2521-4CD8-AD57-8418686208FF}" type="presOf" srcId="{84E9D257-3DFF-41B1-BA97-368DC63A07FC}" destId="{031AA904-6AA6-4184-A467-BEB6E6E119B5}" srcOrd="0" destOrd="0" presId="urn:microsoft.com/office/officeart/2005/8/layout/hierarchy3"/>
    <dgm:cxn modelId="{2A673126-399C-49BC-A436-771731EFA0CA}" type="presOf" srcId="{C56D18D7-1EC5-42A5-965B-9173864053B2}" destId="{75B89CA9-7ECA-4E10-AF1C-B78BEF2AE3A8}" srcOrd="0" destOrd="0" presId="urn:microsoft.com/office/officeart/2005/8/layout/hierarchy3"/>
    <dgm:cxn modelId="{E1ACC738-1858-4328-993C-EB2EF5D80248}" type="presOf" srcId="{A117510D-BB56-4AA7-BCCE-112A678C5E35}" destId="{CB4ADF5D-236A-42AF-82E5-026F6BFD0FB8}" srcOrd="0" destOrd="0" presId="urn:microsoft.com/office/officeart/2005/8/layout/hierarchy3"/>
    <dgm:cxn modelId="{E615D139-C1AB-4F52-8DCB-3455B2A578D4}" type="presOf" srcId="{7A81E7DB-D287-41CF-9879-392FB2B28FE4}" destId="{8F0BA556-A144-4DC1-B90F-F28F1C8BD749}" srcOrd="1" destOrd="0" presId="urn:microsoft.com/office/officeart/2005/8/layout/hierarchy3"/>
    <dgm:cxn modelId="{06403F3C-F861-4B18-A6FB-0B5E618B0045}" srcId="{84E9D257-3DFF-41B1-BA97-368DC63A07FC}" destId="{7A81E7DB-D287-41CF-9879-392FB2B28FE4}" srcOrd="0" destOrd="0" parTransId="{A2F3D086-751A-41BF-B0BD-B774CB0A0543}" sibTransId="{D7A0B2E9-2245-44A4-BABD-2BB644B08D9C}"/>
    <dgm:cxn modelId="{92E9F13C-144C-404A-93B1-4768B94540A6}" type="presOf" srcId="{8D291C44-F7AC-408C-AF0A-182DEEE7785B}" destId="{7D49BFD5-9B26-47EF-8BBA-E8902E5824F8}" srcOrd="0" destOrd="0" presId="urn:microsoft.com/office/officeart/2005/8/layout/hierarchy3"/>
    <dgm:cxn modelId="{FAC15B42-A412-4DAD-9716-5E8066D68ADF}" type="presOf" srcId="{7E340928-CB48-41E4-B7EB-6C8A29827A69}" destId="{CC1F635A-A82E-4F9C-ABC9-B9A7C5B54248}" srcOrd="0" destOrd="0" presId="urn:microsoft.com/office/officeart/2005/8/layout/hierarchy3"/>
    <dgm:cxn modelId="{EBBD2155-262B-4274-8CE5-E1DE2F85124F}" srcId="{7A81E7DB-D287-41CF-9879-392FB2B28FE4}" destId="{7E340928-CB48-41E4-B7EB-6C8A29827A69}" srcOrd="0" destOrd="0" parTransId="{A117510D-BB56-4AA7-BCCE-112A678C5E35}" sibTransId="{D8A9658A-DB53-4E9A-8F46-A4D6EAC14770}"/>
    <dgm:cxn modelId="{49B1CB9F-3A54-4D87-B316-0C4F91764563}" type="presOf" srcId="{5A8EB862-F5D1-454B-AF4D-39C8D6B65121}" destId="{2034E790-8D46-4A52-9E21-756F39803764}" srcOrd="1" destOrd="0" presId="urn:microsoft.com/office/officeart/2005/8/layout/hierarchy3"/>
    <dgm:cxn modelId="{31A8E99F-2FFF-4823-B6E9-872CF613A91F}" type="presOf" srcId="{AE5F2D9C-C360-496E-9162-E75A8D803F15}" destId="{7F83A4BA-A114-4C38-B2AE-956851BE5CAD}" srcOrd="0" destOrd="0" presId="urn:microsoft.com/office/officeart/2005/8/layout/hierarchy3"/>
    <dgm:cxn modelId="{FB74D8A6-C67B-4C8A-A429-5FE00C53C91F}" srcId="{8D291C44-F7AC-408C-AF0A-182DEEE7785B}" destId="{5C23941A-3B56-4144-9A23-0B53E6CC5282}" srcOrd="1" destOrd="0" parTransId="{C56D18D7-1EC5-42A5-965B-9173864053B2}" sibTransId="{F2AE1C10-7A6B-4E79-BE6B-667E5260380F}"/>
    <dgm:cxn modelId="{743BF1B2-B781-4DA5-B67D-C7DD7B6E9D66}" srcId="{8D291C44-F7AC-408C-AF0A-182DEEE7785B}" destId="{E3EDF0CC-AD62-4E19-9C3A-C1D2C7335678}" srcOrd="0" destOrd="0" parTransId="{72213DF8-A36A-499B-8929-267C97158B53}" sibTransId="{E6322362-5B1C-4D0F-84FC-4A36E64C6721}"/>
    <dgm:cxn modelId="{FC75BEC0-E63A-4222-A5E5-4D6039C2D4C0}" type="presOf" srcId="{7A81E7DB-D287-41CF-9879-392FB2B28FE4}" destId="{37B942BC-8E2A-4DD5-BEEB-5011DA28F681}" srcOrd="0" destOrd="0" presId="urn:microsoft.com/office/officeart/2005/8/layout/hierarchy3"/>
    <dgm:cxn modelId="{57B796C4-FE4E-4D5C-ACDE-04BA3FA77848}" type="presOf" srcId="{2F0CCBD4-E4E2-439E-AAFD-A7899050FFCF}" destId="{0A1639EA-4FAA-4160-A27E-C19A7B26BB6F}" srcOrd="0" destOrd="0" presId="urn:microsoft.com/office/officeart/2005/8/layout/hierarchy3"/>
    <dgm:cxn modelId="{70954CC7-E176-4672-B612-847B235EFBD4}" srcId="{84E9D257-3DFF-41B1-BA97-368DC63A07FC}" destId="{8D291C44-F7AC-408C-AF0A-182DEEE7785B}" srcOrd="1" destOrd="0" parTransId="{8F663326-F037-499C-B7CA-443017CD3661}" sibTransId="{A6BAE1F9-6C61-4A22-9631-D8A92578628F}"/>
    <dgm:cxn modelId="{3A99BDCD-E44F-4874-B22C-00AF25F78B88}" srcId="{5A8EB862-F5D1-454B-AF4D-39C8D6B65121}" destId="{6BBF3F38-556C-41B5-AAE8-68B34AE1F63B}" srcOrd="0" destOrd="0" parTransId="{AE5F2D9C-C360-496E-9162-E75A8D803F15}" sibTransId="{DFF6F2CA-1FA9-449B-AB75-DAE48CAFF865}"/>
    <dgm:cxn modelId="{9C787BD6-149C-4EA0-AD13-8FC958CDF7F9}" type="presOf" srcId="{8D291C44-F7AC-408C-AF0A-182DEEE7785B}" destId="{F390254F-B472-414B-AC6F-8CCD46DF09DC}" srcOrd="1" destOrd="0" presId="urn:microsoft.com/office/officeart/2005/8/layout/hierarchy3"/>
    <dgm:cxn modelId="{B51B4ED7-6302-47ED-A400-2F578A0354EE}" type="presOf" srcId="{E3EDF0CC-AD62-4E19-9C3A-C1D2C7335678}" destId="{E01C994A-700D-423D-ABB7-35041B026E1C}" srcOrd="0" destOrd="0" presId="urn:microsoft.com/office/officeart/2005/8/layout/hierarchy3"/>
    <dgm:cxn modelId="{DD5F24F9-6600-465D-9C67-29096AAD8890}" type="presOf" srcId="{72213DF8-A36A-499B-8929-267C97158B53}" destId="{28F64A9C-3648-471C-8BF8-D21E28BB21CA}" srcOrd="0" destOrd="0" presId="urn:microsoft.com/office/officeart/2005/8/layout/hierarchy3"/>
    <dgm:cxn modelId="{5E4511FF-4203-4E0E-8815-DDF892488AC1}" type="presOf" srcId="{6BBF3F38-556C-41B5-AAE8-68B34AE1F63B}" destId="{BE199711-8390-494E-9035-948F9F269B5F}" srcOrd="0" destOrd="0" presId="urn:microsoft.com/office/officeart/2005/8/layout/hierarchy3"/>
    <dgm:cxn modelId="{142B4821-B422-4931-906F-6F51E3F4C63A}" type="presParOf" srcId="{031AA904-6AA6-4184-A467-BEB6E6E119B5}" destId="{2C109433-E908-415A-BF42-6B15FBEE5D73}" srcOrd="0" destOrd="0" presId="urn:microsoft.com/office/officeart/2005/8/layout/hierarchy3"/>
    <dgm:cxn modelId="{8924625C-8D71-4F39-BFA8-63D012E216A8}" type="presParOf" srcId="{2C109433-E908-415A-BF42-6B15FBEE5D73}" destId="{F8E1B320-A5B1-4F55-8C24-B9C109274A21}" srcOrd="0" destOrd="0" presId="urn:microsoft.com/office/officeart/2005/8/layout/hierarchy3"/>
    <dgm:cxn modelId="{F25929CF-F4DB-4D55-822B-8F7238EEB343}" type="presParOf" srcId="{F8E1B320-A5B1-4F55-8C24-B9C109274A21}" destId="{37B942BC-8E2A-4DD5-BEEB-5011DA28F681}" srcOrd="0" destOrd="0" presId="urn:microsoft.com/office/officeart/2005/8/layout/hierarchy3"/>
    <dgm:cxn modelId="{2397BF36-98DA-459C-A735-7D653ACCD2FD}" type="presParOf" srcId="{F8E1B320-A5B1-4F55-8C24-B9C109274A21}" destId="{8F0BA556-A144-4DC1-B90F-F28F1C8BD749}" srcOrd="1" destOrd="0" presId="urn:microsoft.com/office/officeart/2005/8/layout/hierarchy3"/>
    <dgm:cxn modelId="{209D6F72-D54C-4959-BA95-7EC22A57BC35}" type="presParOf" srcId="{2C109433-E908-415A-BF42-6B15FBEE5D73}" destId="{911B0C6B-9E7A-4DCE-81DF-EF72B7A9A4BD}" srcOrd="1" destOrd="0" presId="urn:microsoft.com/office/officeart/2005/8/layout/hierarchy3"/>
    <dgm:cxn modelId="{BFD78535-5299-40EA-A635-7713559BCB4F}" type="presParOf" srcId="{911B0C6B-9E7A-4DCE-81DF-EF72B7A9A4BD}" destId="{CB4ADF5D-236A-42AF-82E5-026F6BFD0FB8}" srcOrd="0" destOrd="0" presId="urn:microsoft.com/office/officeart/2005/8/layout/hierarchy3"/>
    <dgm:cxn modelId="{67FFA586-1D63-4798-8EFE-F2EA6C3BAD8B}" type="presParOf" srcId="{911B0C6B-9E7A-4DCE-81DF-EF72B7A9A4BD}" destId="{CC1F635A-A82E-4F9C-ABC9-B9A7C5B54248}" srcOrd="1" destOrd="0" presId="urn:microsoft.com/office/officeart/2005/8/layout/hierarchy3"/>
    <dgm:cxn modelId="{BD72C37C-2165-4946-BCC5-C4F3F9CC3E57}" type="presParOf" srcId="{911B0C6B-9E7A-4DCE-81DF-EF72B7A9A4BD}" destId="{0A1639EA-4FAA-4160-A27E-C19A7B26BB6F}" srcOrd="2" destOrd="0" presId="urn:microsoft.com/office/officeart/2005/8/layout/hierarchy3"/>
    <dgm:cxn modelId="{AC18391C-AEEB-4C51-A678-4DCBA7ED4B9A}" type="presParOf" srcId="{911B0C6B-9E7A-4DCE-81DF-EF72B7A9A4BD}" destId="{FDE42E35-D1CD-4C35-A071-C7B5A9BBF000}" srcOrd="3" destOrd="0" presId="urn:microsoft.com/office/officeart/2005/8/layout/hierarchy3"/>
    <dgm:cxn modelId="{45C1A8E3-0F3B-470D-8CFB-B84A96FB98AE}" type="presParOf" srcId="{031AA904-6AA6-4184-A467-BEB6E6E119B5}" destId="{BF88D33B-C79E-4573-92BA-55ED64512870}" srcOrd="1" destOrd="0" presId="urn:microsoft.com/office/officeart/2005/8/layout/hierarchy3"/>
    <dgm:cxn modelId="{0692F559-806D-47A5-A01F-E3986AB9BFFB}" type="presParOf" srcId="{BF88D33B-C79E-4573-92BA-55ED64512870}" destId="{1BC39825-9808-40BB-9F62-82D555311A61}" srcOrd="0" destOrd="0" presId="urn:microsoft.com/office/officeart/2005/8/layout/hierarchy3"/>
    <dgm:cxn modelId="{81815B01-8994-4815-B1B3-2215E48EEB61}" type="presParOf" srcId="{1BC39825-9808-40BB-9F62-82D555311A61}" destId="{7D49BFD5-9B26-47EF-8BBA-E8902E5824F8}" srcOrd="0" destOrd="0" presId="urn:microsoft.com/office/officeart/2005/8/layout/hierarchy3"/>
    <dgm:cxn modelId="{9CA1C356-E015-447F-8342-F50C909180E6}" type="presParOf" srcId="{1BC39825-9808-40BB-9F62-82D555311A61}" destId="{F390254F-B472-414B-AC6F-8CCD46DF09DC}" srcOrd="1" destOrd="0" presId="urn:microsoft.com/office/officeart/2005/8/layout/hierarchy3"/>
    <dgm:cxn modelId="{50AE3761-91C5-41C8-9582-FCD93EB35446}" type="presParOf" srcId="{BF88D33B-C79E-4573-92BA-55ED64512870}" destId="{CC211C73-D966-4C22-AC7D-6863B2774711}" srcOrd="1" destOrd="0" presId="urn:microsoft.com/office/officeart/2005/8/layout/hierarchy3"/>
    <dgm:cxn modelId="{C3047C0B-FEC9-49D7-923B-AA834D4C9DDE}" type="presParOf" srcId="{CC211C73-D966-4C22-AC7D-6863B2774711}" destId="{28F64A9C-3648-471C-8BF8-D21E28BB21CA}" srcOrd="0" destOrd="0" presId="urn:microsoft.com/office/officeart/2005/8/layout/hierarchy3"/>
    <dgm:cxn modelId="{6890AAB8-4C3B-4888-AFD3-B3E4871BC17F}" type="presParOf" srcId="{CC211C73-D966-4C22-AC7D-6863B2774711}" destId="{E01C994A-700D-423D-ABB7-35041B026E1C}" srcOrd="1" destOrd="0" presId="urn:microsoft.com/office/officeart/2005/8/layout/hierarchy3"/>
    <dgm:cxn modelId="{A1C9E7FE-FAC5-4225-B2B1-A4EDF6C92ED6}" type="presParOf" srcId="{CC211C73-D966-4C22-AC7D-6863B2774711}" destId="{75B89CA9-7ECA-4E10-AF1C-B78BEF2AE3A8}" srcOrd="2" destOrd="0" presId="urn:microsoft.com/office/officeart/2005/8/layout/hierarchy3"/>
    <dgm:cxn modelId="{D1088418-EBE2-4BBC-AC07-C7056E2B02C7}" type="presParOf" srcId="{CC211C73-D966-4C22-AC7D-6863B2774711}" destId="{4CBCBECA-B032-48DD-84BF-242659A5A765}" srcOrd="3" destOrd="0" presId="urn:microsoft.com/office/officeart/2005/8/layout/hierarchy3"/>
    <dgm:cxn modelId="{243EEB7D-9B71-4905-A0F8-FE0B0DA8B62D}" type="presParOf" srcId="{031AA904-6AA6-4184-A467-BEB6E6E119B5}" destId="{A97EFA60-4609-4882-B71F-FED8ED596535}" srcOrd="2" destOrd="0" presId="urn:microsoft.com/office/officeart/2005/8/layout/hierarchy3"/>
    <dgm:cxn modelId="{0336C4AA-7641-4260-9962-2FFF501D9F34}" type="presParOf" srcId="{A97EFA60-4609-4882-B71F-FED8ED596535}" destId="{03969689-238D-4F3D-9A36-35328A6656A8}" srcOrd="0" destOrd="0" presId="urn:microsoft.com/office/officeart/2005/8/layout/hierarchy3"/>
    <dgm:cxn modelId="{C1C47174-6F37-44B5-B245-CB3060A93594}" type="presParOf" srcId="{03969689-238D-4F3D-9A36-35328A6656A8}" destId="{C3B9206C-0A7B-4529-BC19-7A52DFEEB7AC}" srcOrd="0" destOrd="0" presId="urn:microsoft.com/office/officeart/2005/8/layout/hierarchy3"/>
    <dgm:cxn modelId="{D2BD4656-60B6-4750-A086-F39B1B0A896C}" type="presParOf" srcId="{03969689-238D-4F3D-9A36-35328A6656A8}" destId="{2034E790-8D46-4A52-9E21-756F39803764}" srcOrd="1" destOrd="0" presId="urn:microsoft.com/office/officeart/2005/8/layout/hierarchy3"/>
    <dgm:cxn modelId="{825FD54E-3651-4B19-9DE2-3E996A040B05}" type="presParOf" srcId="{A97EFA60-4609-4882-B71F-FED8ED596535}" destId="{EE2B0AFA-3BA9-49AA-98DF-8EAD88D5645F}" srcOrd="1" destOrd="0" presId="urn:microsoft.com/office/officeart/2005/8/layout/hierarchy3"/>
    <dgm:cxn modelId="{97E644F5-4767-4788-99B0-FDA25F49D62B}" type="presParOf" srcId="{EE2B0AFA-3BA9-49AA-98DF-8EAD88D5645F}" destId="{7F83A4BA-A114-4C38-B2AE-956851BE5CAD}" srcOrd="0" destOrd="0" presId="urn:microsoft.com/office/officeart/2005/8/layout/hierarchy3"/>
    <dgm:cxn modelId="{A6C1E516-C83A-41A3-B8A6-627F31EDDF48}" type="presParOf" srcId="{EE2B0AFA-3BA9-49AA-98DF-8EAD88D5645F}" destId="{BE199711-8390-494E-9035-948F9F269B5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D4728E-AC9B-44FB-B272-1FAF84E4133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61CE29-EA6D-4EBD-A766-CA1A41B5A293}">
      <dgm:prSet/>
      <dgm:spPr/>
      <dgm:t>
        <a:bodyPr/>
        <a:lstStyle/>
        <a:p>
          <a:r>
            <a:rPr lang="en-US"/>
            <a:t>Rigid</a:t>
          </a:r>
        </a:p>
      </dgm:t>
    </dgm:pt>
    <dgm:pt modelId="{78DF93F6-F845-4BA6-B1DD-6DD32907D857}" type="parTrans" cxnId="{69BE0954-68ED-47DC-ACEA-2AD4913405E9}">
      <dgm:prSet/>
      <dgm:spPr/>
      <dgm:t>
        <a:bodyPr/>
        <a:lstStyle/>
        <a:p>
          <a:endParaRPr lang="en-US"/>
        </a:p>
      </dgm:t>
    </dgm:pt>
    <dgm:pt modelId="{A3B73BE1-968E-48BF-9A6A-5EF4E31AC092}" type="sibTrans" cxnId="{69BE0954-68ED-47DC-ACEA-2AD4913405E9}">
      <dgm:prSet/>
      <dgm:spPr/>
      <dgm:t>
        <a:bodyPr/>
        <a:lstStyle/>
        <a:p>
          <a:endParaRPr lang="en-US"/>
        </a:p>
      </dgm:t>
    </dgm:pt>
    <dgm:pt modelId="{3E89C53B-98A5-4039-9770-007A7DFCB586}">
      <dgm:prSet/>
      <dgm:spPr/>
      <dgm:t>
        <a:bodyPr/>
        <a:lstStyle/>
        <a:p>
          <a:r>
            <a:rPr lang="en-US"/>
            <a:t>Fixed, contiguous place in memory</a:t>
          </a:r>
        </a:p>
      </dgm:t>
    </dgm:pt>
    <dgm:pt modelId="{5BE2DC76-5194-4658-A1A8-1955E5A010F1}" type="parTrans" cxnId="{BFF3B78B-9CD5-4228-B142-D13195EDDB4C}">
      <dgm:prSet/>
      <dgm:spPr/>
      <dgm:t>
        <a:bodyPr/>
        <a:lstStyle/>
        <a:p>
          <a:endParaRPr lang="en-US"/>
        </a:p>
      </dgm:t>
    </dgm:pt>
    <dgm:pt modelId="{D84D829E-D5EF-4A46-97FC-FF0F5DD49ECB}" type="sibTrans" cxnId="{BFF3B78B-9CD5-4228-B142-D13195EDDB4C}">
      <dgm:prSet/>
      <dgm:spPr/>
      <dgm:t>
        <a:bodyPr/>
        <a:lstStyle/>
        <a:p>
          <a:endParaRPr lang="en-US"/>
        </a:p>
      </dgm:t>
    </dgm:pt>
    <dgm:pt modelId="{6DC61DCE-E507-4D62-AA65-5C8497B59E34}">
      <dgm:prSet/>
      <dgm:spPr/>
      <dgm:t>
        <a:bodyPr/>
        <a:lstStyle/>
        <a:p>
          <a:r>
            <a:rPr lang="en-US"/>
            <a:t>Flexible</a:t>
          </a:r>
        </a:p>
      </dgm:t>
    </dgm:pt>
    <dgm:pt modelId="{0A851F6F-F658-4979-9708-90B956560884}" type="parTrans" cxnId="{8D5F5983-8F8B-43C0-8B24-9499C704C571}">
      <dgm:prSet/>
      <dgm:spPr/>
      <dgm:t>
        <a:bodyPr/>
        <a:lstStyle/>
        <a:p>
          <a:endParaRPr lang="en-US"/>
        </a:p>
      </dgm:t>
    </dgm:pt>
    <dgm:pt modelId="{1E5CF87F-13B8-40E2-A7C7-5A038F66A89A}" type="sibTrans" cxnId="{8D5F5983-8F8B-43C0-8B24-9499C704C571}">
      <dgm:prSet/>
      <dgm:spPr/>
      <dgm:t>
        <a:bodyPr/>
        <a:lstStyle/>
        <a:p>
          <a:endParaRPr lang="en-US"/>
        </a:p>
      </dgm:t>
    </dgm:pt>
    <dgm:pt modelId="{A6DCAB14-0DEF-4DF4-B948-306D12D8FD14}">
      <dgm:prSet/>
      <dgm:spPr/>
      <dgm:t>
        <a:bodyPr/>
        <a:lstStyle/>
        <a:p>
          <a:r>
            <a:rPr lang="en-US"/>
            <a:t>Usually a chain of Nodes</a:t>
          </a:r>
        </a:p>
      </dgm:t>
    </dgm:pt>
    <dgm:pt modelId="{BD32240A-9707-4767-BF46-81A4A4F5969F}" type="parTrans" cxnId="{7EE044BD-3C69-49B6-AE2A-437EC96A2159}">
      <dgm:prSet/>
      <dgm:spPr/>
      <dgm:t>
        <a:bodyPr/>
        <a:lstStyle/>
        <a:p>
          <a:endParaRPr lang="en-US"/>
        </a:p>
      </dgm:t>
    </dgm:pt>
    <dgm:pt modelId="{76E65DD1-5D8C-475C-8553-CE4352F3369C}" type="sibTrans" cxnId="{7EE044BD-3C69-49B6-AE2A-437EC96A2159}">
      <dgm:prSet/>
      <dgm:spPr/>
      <dgm:t>
        <a:bodyPr/>
        <a:lstStyle/>
        <a:p>
          <a:endParaRPr lang="en-US"/>
        </a:p>
      </dgm:t>
    </dgm:pt>
    <dgm:pt modelId="{F2E2BD52-915E-4448-A7CC-9A60675B4846}">
      <dgm:prSet/>
      <dgm:spPr/>
      <dgm:t>
        <a:bodyPr/>
        <a:lstStyle/>
        <a:p>
          <a:r>
            <a:rPr lang="en-US"/>
            <a:t>Nodes have a fixed size</a:t>
          </a:r>
        </a:p>
      </dgm:t>
    </dgm:pt>
    <dgm:pt modelId="{5998D7CB-56FD-473B-9384-88BE33074FAE}" type="parTrans" cxnId="{75FF51EB-F6D1-4E0C-B90A-18C3163300ED}">
      <dgm:prSet/>
      <dgm:spPr/>
      <dgm:t>
        <a:bodyPr/>
        <a:lstStyle/>
        <a:p>
          <a:endParaRPr lang="en-US"/>
        </a:p>
      </dgm:t>
    </dgm:pt>
    <dgm:pt modelId="{CF1F5033-8744-4BBF-9C74-7CE093C3F422}" type="sibTrans" cxnId="{75FF51EB-F6D1-4E0C-B90A-18C3163300ED}">
      <dgm:prSet/>
      <dgm:spPr/>
      <dgm:t>
        <a:bodyPr/>
        <a:lstStyle/>
        <a:p>
          <a:endParaRPr lang="en-US"/>
        </a:p>
      </dgm:t>
    </dgm:pt>
    <dgm:pt modelId="{6F0FA64D-FE0A-4B26-908D-6331909E2925}">
      <dgm:prSet/>
      <dgm:spPr/>
      <dgm:t>
        <a:bodyPr/>
        <a:lstStyle/>
        <a:p>
          <a:r>
            <a:rPr lang="en-US"/>
            <a:t>The node-chain can grow indefinitely</a:t>
          </a:r>
        </a:p>
      </dgm:t>
    </dgm:pt>
    <dgm:pt modelId="{989ED2BE-F5B2-4689-BA40-6FF8AD42CBE5}" type="parTrans" cxnId="{A8671023-82BA-45B0-A02A-452DE69DA331}">
      <dgm:prSet/>
      <dgm:spPr/>
      <dgm:t>
        <a:bodyPr/>
        <a:lstStyle/>
        <a:p>
          <a:endParaRPr lang="en-US"/>
        </a:p>
      </dgm:t>
    </dgm:pt>
    <dgm:pt modelId="{AE1B8AB7-43AD-4733-8FA1-1D2341C492FC}" type="sibTrans" cxnId="{A8671023-82BA-45B0-A02A-452DE69DA331}">
      <dgm:prSet/>
      <dgm:spPr/>
      <dgm:t>
        <a:bodyPr/>
        <a:lstStyle/>
        <a:p>
          <a:endParaRPr lang="en-US"/>
        </a:p>
      </dgm:t>
    </dgm:pt>
    <dgm:pt modelId="{91104390-D66A-4FAD-ACFE-9C9DA3D931A4}" type="pres">
      <dgm:prSet presAssocID="{ACD4728E-AC9B-44FB-B272-1FAF84E41330}" presName="linear" presStyleCnt="0">
        <dgm:presLayoutVars>
          <dgm:dir/>
          <dgm:animLvl val="lvl"/>
          <dgm:resizeHandles val="exact"/>
        </dgm:presLayoutVars>
      </dgm:prSet>
      <dgm:spPr/>
    </dgm:pt>
    <dgm:pt modelId="{4271F6DB-5EE8-4B2C-9734-B86CEAA41B29}" type="pres">
      <dgm:prSet presAssocID="{0461CE29-EA6D-4EBD-A766-CA1A41B5A293}" presName="parentLin" presStyleCnt="0"/>
      <dgm:spPr/>
    </dgm:pt>
    <dgm:pt modelId="{0EA479C5-4C99-4AFC-8543-706CC51EE0FA}" type="pres">
      <dgm:prSet presAssocID="{0461CE29-EA6D-4EBD-A766-CA1A41B5A293}" presName="parentLeftMargin" presStyleLbl="node1" presStyleIdx="0" presStyleCnt="2"/>
      <dgm:spPr/>
    </dgm:pt>
    <dgm:pt modelId="{38C4C2A2-FF91-4AA2-8605-216B0A6660C4}" type="pres">
      <dgm:prSet presAssocID="{0461CE29-EA6D-4EBD-A766-CA1A41B5A2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C29EF-D95A-4B44-AFC6-95A366D70E2D}" type="pres">
      <dgm:prSet presAssocID="{0461CE29-EA6D-4EBD-A766-CA1A41B5A293}" presName="negativeSpace" presStyleCnt="0"/>
      <dgm:spPr/>
    </dgm:pt>
    <dgm:pt modelId="{64534236-C71E-447F-B2B6-E720E391BAA4}" type="pres">
      <dgm:prSet presAssocID="{0461CE29-EA6D-4EBD-A766-CA1A41B5A293}" presName="childText" presStyleLbl="conFgAcc1" presStyleIdx="0" presStyleCnt="2">
        <dgm:presLayoutVars>
          <dgm:bulletEnabled val="1"/>
        </dgm:presLayoutVars>
      </dgm:prSet>
      <dgm:spPr/>
    </dgm:pt>
    <dgm:pt modelId="{3F9D2D55-A022-45FA-8E8D-033F3DFE76F8}" type="pres">
      <dgm:prSet presAssocID="{A3B73BE1-968E-48BF-9A6A-5EF4E31AC092}" presName="spaceBetweenRectangles" presStyleCnt="0"/>
      <dgm:spPr/>
    </dgm:pt>
    <dgm:pt modelId="{592B6A88-4C14-4EC4-A5C3-67F21EDE6C17}" type="pres">
      <dgm:prSet presAssocID="{6DC61DCE-E507-4D62-AA65-5C8497B59E34}" presName="parentLin" presStyleCnt="0"/>
      <dgm:spPr/>
    </dgm:pt>
    <dgm:pt modelId="{96B0DD03-F0FA-46CA-9406-489BBBC71F8C}" type="pres">
      <dgm:prSet presAssocID="{6DC61DCE-E507-4D62-AA65-5C8497B59E34}" presName="parentLeftMargin" presStyleLbl="node1" presStyleIdx="0" presStyleCnt="2"/>
      <dgm:spPr/>
    </dgm:pt>
    <dgm:pt modelId="{DB2923D4-D9AD-4708-9263-5F15DF755CF6}" type="pres">
      <dgm:prSet presAssocID="{6DC61DCE-E507-4D62-AA65-5C8497B59E3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74332AF-78DD-4A3C-9F5C-7DBEFE8BCF02}" type="pres">
      <dgm:prSet presAssocID="{6DC61DCE-E507-4D62-AA65-5C8497B59E34}" presName="negativeSpace" presStyleCnt="0"/>
      <dgm:spPr/>
    </dgm:pt>
    <dgm:pt modelId="{2CA68D83-3D37-4C26-B466-AD7998AD9CED}" type="pres">
      <dgm:prSet presAssocID="{6DC61DCE-E507-4D62-AA65-5C8497B59E3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2FC3207-C9B9-47E1-B9BA-CB6B4E5F9F5D}" type="presOf" srcId="{0461CE29-EA6D-4EBD-A766-CA1A41B5A293}" destId="{0EA479C5-4C99-4AFC-8543-706CC51EE0FA}" srcOrd="0" destOrd="0" presId="urn:microsoft.com/office/officeart/2005/8/layout/list1"/>
    <dgm:cxn modelId="{A8671023-82BA-45B0-A02A-452DE69DA331}" srcId="{6DC61DCE-E507-4D62-AA65-5C8497B59E34}" destId="{6F0FA64D-FE0A-4B26-908D-6331909E2925}" srcOrd="2" destOrd="0" parTransId="{989ED2BE-F5B2-4689-BA40-6FF8AD42CBE5}" sibTransId="{AE1B8AB7-43AD-4733-8FA1-1D2341C492FC}"/>
    <dgm:cxn modelId="{A0021E33-C3F1-412D-BD4F-13B01F6615C4}" type="presOf" srcId="{ACD4728E-AC9B-44FB-B272-1FAF84E41330}" destId="{91104390-D66A-4FAD-ACFE-9C9DA3D931A4}" srcOrd="0" destOrd="0" presId="urn:microsoft.com/office/officeart/2005/8/layout/list1"/>
    <dgm:cxn modelId="{F9159F38-C12E-47F6-A9FE-5FB058CA250D}" type="presOf" srcId="{6F0FA64D-FE0A-4B26-908D-6331909E2925}" destId="{2CA68D83-3D37-4C26-B466-AD7998AD9CED}" srcOrd="0" destOrd="2" presId="urn:microsoft.com/office/officeart/2005/8/layout/list1"/>
    <dgm:cxn modelId="{6224BE48-DBAF-4909-A8F2-312770FFB51A}" type="presOf" srcId="{6DC61DCE-E507-4D62-AA65-5C8497B59E34}" destId="{DB2923D4-D9AD-4708-9263-5F15DF755CF6}" srcOrd="1" destOrd="0" presId="urn:microsoft.com/office/officeart/2005/8/layout/list1"/>
    <dgm:cxn modelId="{69BE0954-68ED-47DC-ACEA-2AD4913405E9}" srcId="{ACD4728E-AC9B-44FB-B272-1FAF84E41330}" destId="{0461CE29-EA6D-4EBD-A766-CA1A41B5A293}" srcOrd="0" destOrd="0" parTransId="{78DF93F6-F845-4BA6-B1DD-6DD32907D857}" sibTransId="{A3B73BE1-968E-48BF-9A6A-5EF4E31AC092}"/>
    <dgm:cxn modelId="{8D5F5983-8F8B-43C0-8B24-9499C704C571}" srcId="{ACD4728E-AC9B-44FB-B272-1FAF84E41330}" destId="{6DC61DCE-E507-4D62-AA65-5C8497B59E34}" srcOrd="1" destOrd="0" parTransId="{0A851F6F-F658-4979-9708-90B956560884}" sibTransId="{1E5CF87F-13B8-40E2-A7C7-5A038F66A89A}"/>
    <dgm:cxn modelId="{BFF3B78B-9CD5-4228-B142-D13195EDDB4C}" srcId="{0461CE29-EA6D-4EBD-A766-CA1A41B5A293}" destId="{3E89C53B-98A5-4039-9770-007A7DFCB586}" srcOrd="0" destOrd="0" parTransId="{5BE2DC76-5194-4658-A1A8-1955E5A010F1}" sibTransId="{D84D829E-D5EF-4A46-97FC-FF0F5DD49ECB}"/>
    <dgm:cxn modelId="{75B7CE8B-EA03-4FBD-9639-BF9604DFE86B}" type="presOf" srcId="{6DC61DCE-E507-4D62-AA65-5C8497B59E34}" destId="{96B0DD03-F0FA-46CA-9406-489BBBC71F8C}" srcOrd="0" destOrd="0" presId="urn:microsoft.com/office/officeart/2005/8/layout/list1"/>
    <dgm:cxn modelId="{7EE044BD-3C69-49B6-AE2A-437EC96A2159}" srcId="{6DC61DCE-E507-4D62-AA65-5C8497B59E34}" destId="{A6DCAB14-0DEF-4DF4-B948-306D12D8FD14}" srcOrd="0" destOrd="0" parTransId="{BD32240A-9707-4767-BF46-81A4A4F5969F}" sibTransId="{76E65DD1-5D8C-475C-8553-CE4352F3369C}"/>
    <dgm:cxn modelId="{7B7D89D8-D2A7-4567-BA23-832425697064}" type="presOf" srcId="{A6DCAB14-0DEF-4DF4-B948-306D12D8FD14}" destId="{2CA68D83-3D37-4C26-B466-AD7998AD9CED}" srcOrd="0" destOrd="0" presId="urn:microsoft.com/office/officeart/2005/8/layout/list1"/>
    <dgm:cxn modelId="{59552BE3-E98C-4F9A-B064-CF03004A4504}" type="presOf" srcId="{F2E2BD52-915E-4448-A7CC-9A60675B4846}" destId="{2CA68D83-3D37-4C26-B466-AD7998AD9CED}" srcOrd="0" destOrd="1" presId="urn:microsoft.com/office/officeart/2005/8/layout/list1"/>
    <dgm:cxn modelId="{75FF51EB-F6D1-4E0C-B90A-18C3163300ED}" srcId="{6DC61DCE-E507-4D62-AA65-5C8497B59E34}" destId="{F2E2BD52-915E-4448-A7CC-9A60675B4846}" srcOrd="1" destOrd="0" parTransId="{5998D7CB-56FD-473B-9384-88BE33074FAE}" sibTransId="{CF1F5033-8744-4BBF-9C74-7CE093C3F422}"/>
    <dgm:cxn modelId="{38C848EF-6310-4804-BC13-AF3BAA5DC15D}" type="presOf" srcId="{3E89C53B-98A5-4039-9770-007A7DFCB586}" destId="{64534236-C71E-447F-B2B6-E720E391BAA4}" srcOrd="0" destOrd="0" presId="urn:microsoft.com/office/officeart/2005/8/layout/list1"/>
    <dgm:cxn modelId="{B2675FF7-9BDD-4F49-A2F5-EA8C37603507}" type="presOf" srcId="{0461CE29-EA6D-4EBD-A766-CA1A41B5A293}" destId="{38C4C2A2-FF91-4AA2-8605-216B0A6660C4}" srcOrd="1" destOrd="0" presId="urn:microsoft.com/office/officeart/2005/8/layout/list1"/>
    <dgm:cxn modelId="{D32B2404-06B2-499E-9236-E348FA782959}" type="presParOf" srcId="{91104390-D66A-4FAD-ACFE-9C9DA3D931A4}" destId="{4271F6DB-5EE8-4B2C-9734-B86CEAA41B29}" srcOrd="0" destOrd="0" presId="urn:microsoft.com/office/officeart/2005/8/layout/list1"/>
    <dgm:cxn modelId="{03053404-AB7B-430A-ACE9-6894399A604D}" type="presParOf" srcId="{4271F6DB-5EE8-4B2C-9734-B86CEAA41B29}" destId="{0EA479C5-4C99-4AFC-8543-706CC51EE0FA}" srcOrd="0" destOrd="0" presId="urn:microsoft.com/office/officeart/2005/8/layout/list1"/>
    <dgm:cxn modelId="{59867ABE-DF07-4ACA-B97F-503E2EDC3CA7}" type="presParOf" srcId="{4271F6DB-5EE8-4B2C-9734-B86CEAA41B29}" destId="{38C4C2A2-FF91-4AA2-8605-216B0A6660C4}" srcOrd="1" destOrd="0" presId="urn:microsoft.com/office/officeart/2005/8/layout/list1"/>
    <dgm:cxn modelId="{B0842A91-F643-45E2-80B4-834844DD8590}" type="presParOf" srcId="{91104390-D66A-4FAD-ACFE-9C9DA3D931A4}" destId="{4BDC29EF-D95A-4B44-AFC6-95A366D70E2D}" srcOrd="1" destOrd="0" presId="urn:microsoft.com/office/officeart/2005/8/layout/list1"/>
    <dgm:cxn modelId="{C5450680-372A-4464-9388-915AE38D959C}" type="presParOf" srcId="{91104390-D66A-4FAD-ACFE-9C9DA3D931A4}" destId="{64534236-C71E-447F-B2B6-E720E391BAA4}" srcOrd="2" destOrd="0" presId="urn:microsoft.com/office/officeart/2005/8/layout/list1"/>
    <dgm:cxn modelId="{4B2E48B9-9FFC-471C-9C2F-1E92308797AD}" type="presParOf" srcId="{91104390-D66A-4FAD-ACFE-9C9DA3D931A4}" destId="{3F9D2D55-A022-45FA-8E8D-033F3DFE76F8}" srcOrd="3" destOrd="0" presId="urn:microsoft.com/office/officeart/2005/8/layout/list1"/>
    <dgm:cxn modelId="{9F704E2B-0FE2-466C-A378-397E83F8C2D4}" type="presParOf" srcId="{91104390-D66A-4FAD-ACFE-9C9DA3D931A4}" destId="{592B6A88-4C14-4EC4-A5C3-67F21EDE6C17}" srcOrd="4" destOrd="0" presId="urn:microsoft.com/office/officeart/2005/8/layout/list1"/>
    <dgm:cxn modelId="{EC59DAE0-B2C7-471D-BCE5-E9586D1F2001}" type="presParOf" srcId="{592B6A88-4C14-4EC4-A5C3-67F21EDE6C17}" destId="{96B0DD03-F0FA-46CA-9406-489BBBC71F8C}" srcOrd="0" destOrd="0" presId="urn:microsoft.com/office/officeart/2005/8/layout/list1"/>
    <dgm:cxn modelId="{E2C4D1C0-2904-40CE-B7CD-0360EFED2B66}" type="presParOf" srcId="{592B6A88-4C14-4EC4-A5C3-67F21EDE6C17}" destId="{DB2923D4-D9AD-4708-9263-5F15DF755CF6}" srcOrd="1" destOrd="0" presId="urn:microsoft.com/office/officeart/2005/8/layout/list1"/>
    <dgm:cxn modelId="{EB71A6ED-CFCA-471D-BA00-1058ADE0D760}" type="presParOf" srcId="{91104390-D66A-4FAD-ACFE-9C9DA3D931A4}" destId="{E74332AF-78DD-4A3C-9F5C-7DBEFE8BCF02}" srcOrd="5" destOrd="0" presId="urn:microsoft.com/office/officeart/2005/8/layout/list1"/>
    <dgm:cxn modelId="{C18E39B2-511A-475D-9074-E8D6505A063F}" type="presParOf" srcId="{91104390-D66A-4FAD-ACFE-9C9DA3D931A4}" destId="{2CA68D83-3D37-4C26-B466-AD7998AD9CE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A01D36-B53F-41A2-8691-802EC8BBBDC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DA55660-6867-4EEF-AEC1-C84492A5BDF9}">
      <dgm:prSet/>
      <dgm:spPr/>
      <dgm:t>
        <a:bodyPr/>
        <a:lstStyle/>
        <a:p>
          <a:r>
            <a:rPr lang="en-US"/>
            <a:t>Min heap</a:t>
          </a:r>
        </a:p>
      </dgm:t>
    </dgm:pt>
    <dgm:pt modelId="{6DA3A9EA-DAAB-4287-AE3F-993E2F9AAFF1}" type="parTrans" cxnId="{8E16BCFC-3AE1-4CD2-A421-B82126DCDEDF}">
      <dgm:prSet/>
      <dgm:spPr/>
      <dgm:t>
        <a:bodyPr/>
        <a:lstStyle/>
        <a:p>
          <a:endParaRPr lang="en-US"/>
        </a:p>
      </dgm:t>
    </dgm:pt>
    <dgm:pt modelId="{9271DAC4-7E8A-4052-B811-C8B307CFBBB9}" type="sibTrans" cxnId="{8E16BCFC-3AE1-4CD2-A421-B82126DCDEDF}">
      <dgm:prSet/>
      <dgm:spPr/>
      <dgm:t>
        <a:bodyPr/>
        <a:lstStyle/>
        <a:p>
          <a:endParaRPr lang="en-US"/>
        </a:p>
      </dgm:t>
    </dgm:pt>
    <dgm:pt modelId="{BE63C140-7FE1-4C0D-9450-5D1EE032E562}">
      <dgm:prSet/>
      <dgm:spPr/>
      <dgm:t>
        <a:bodyPr/>
        <a:lstStyle/>
        <a:p>
          <a:r>
            <a:rPr lang="en-US"/>
            <a:t>Max heap</a:t>
          </a:r>
        </a:p>
      </dgm:t>
    </dgm:pt>
    <dgm:pt modelId="{D594357A-D44C-4FB2-AE0D-667981037749}" type="parTrans" cxnId="{16A9A457-75AF-4BDB-9B96-70DFCCEF50DF}">
      <dgm:prSet/>
      <dgm:spPr/>
      <dgm:t>
        <a:bodyPr/>
        <a:lstStyle/>
        <a:p>
          <a:endParaRPr lang="en-US"/>
        </a:p>
      </dgm:t>
    </dgm:pt>
    <dgm:pt modelId="{459D1E52-1963-463E-A85B-EA538CFB4055}" type="sibTrans" cxnId="{16A9A457-75AF-4BDB-9B96-70DFCCEF50DF}">
      <dgm:prSet/>
      <dgm:spPr/>
      <dgm:t>
        <a:bodyPr/>
        <a:lstStyle/>
        <a:p>
          <a:endParaRPr lang="en-US"/>
        </a:p>
      </dgm:t>
    </dgm:pt>
    <dgm:pt modelId="{D4BDC834-9749-43DC-BB37-FD91911956A5}" type="pres">
      <dgm:prSet presAssocID="{45A01D36-B53F-41A2-8691-802EC8BBBD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38F781E-5675-4A11-94E2-5B75293763FF}" type="pres">
      <dgm:prSet presAssocID="{3DA55660-6867-4EEF-AEC1-C84492A5BDF9}" presName="hierRoot1" presStyleCnt="0"/>
      <dgm:spPr/>
    </dgm:pt>
    <dgm:pt modelId="{8AB6A26F-D9A4-4A35-AA76-5127BA58E60B}" type="pres">
      <dgm:prSet presAssocID="{3DA55660-6867-4EEF-AEC1-C84492A5BDF9}" presName="composite" presStyleCnt="0"/>
      <dgm:spPr/>
    </dgm:pt>
    <dgm:pt modelId="{D1FF1468-8321-4EC8-B74A-02637D09F0A0}" type="pres">
      <dgm:prSet presAssocID="{3DA55660-6867-4EEF-AEC1-C84492A5BDF9}" presName="background" presStyleLbl="node0" presStyleIdx="0" presStyleCnt="2"/>
      <dgm:spPr/>
    </dgm:pt>
    <dgm:pt modelId="{ED496D36-36AC-4328-810C-D033C91CDAF1}" type="pres">
      <dgm:prSet presAssocID="{3DA55660-6867-4EEF-AEC1-C84492A5BDF9}" presName="text" presStyleLbl="fgAcc0" presStyleIdx="0" presStyleCnt="2">
        <dgm:presLayoutVars>
          <dgm:chPref val="3"/>
        </dgm:presLayoutVars>
      </dgm:prSet>
      <dgm:spPr/>
    </dgm:pt>
    <dgm:pt modelId="{519C9386-8EDF-4958-BA29-41C2FC72906B}" type="pres">
      <dgm:prSet presAssocID="{3DA55660-6867-4EEF-AEC1-C84492A5BDF9}" presName="hierChild2" presStyleCnt="0"/>
      <dgm:spPr/>
    </dgm:pt>
    <dgm:pt modelId="{F64E31A5-2DD0-4A60-8D72-D4CC557113C2}" type="pres">
      <dgm:prSet presAssocID="{BE63C140-7FE1-4C0D-9450-5D1EE032E562}" presName="hierRoot1" presStyleCnt="0"/>
      <dgm:spPr/>
    </dgm:pt>
    <dgm:pt modelId="{262BB801-CCA9-4EE0-ABBA-2E7DB7BC2376}" type="pres">
      <dgm:prSet presAssocID="{BE63C140-7FE1-4C0D-9450-5D1EE032E562}" presName="composite" presStyleCnt="0"/>
      <dgm:spPr/>
    </dgm:pt>
    <dgm:pt modelId="{B60B4683-AD63-4732-9C25-D5EBBCAE7926}" type="pres">
      <dgm:prSet presAssocID="{BE63C140-7FE1-4C0D-9450-5D1EE032E562}" presName="background" presStyleLbl="node0" presStyleIdx="1" presStyleCnt="2"/>
      <dgm:spPr/>
    </dgm:pt>
    <dgm:pt modelId="{BFF6B6A5-9155-43F1-9084-056FED313E7B}" type="pres">
      <dgm:prSet presAssocID="{BE63C140-7FE1-4C0D-9450-5D1EE032E562}" presName="text" presStyleLbl="fgAcc0" presStyleIdx="1" presStyleCnt="2">
        <dgm:presLayoutVars>
          <dgm:chPref val="3"/>
        </dgm:presLayoutVars>
      </dgm:prSet>
      <dgm:spPr/>
    </dgm:pt>
    <dgm:pt modelId="{7322D75A-1C78-4F12-8EAD-B2ADDDCDA5CD}" type="pres">
      <dgm:prSet presAssocID="{BE63C140-7FE1-4C0D-9450-5D1EE032E562}" presName="hierChild2" presStyleCnt="0"/>
      <dgm:spPr/>
    </dgm:pt>
  </dgm:ptLst>
  <dgm:cxnLst>
    <dgm:cxn modelId="{16A9A457-75AF-4BDB-9B96-70DFCCEF50DF}" srcId="{45A01D36-B53F-41A2-8691-802EC8BBBDC8}" destId="{BE63C140-7FE1-4C0D-9450-5D1EE032E562}" srcOrd="1" destOrd="0" parTransId="{D594357A-D44C-4FB2-AE0D-667981037749}" sibTransId="{459D1E52-1963-463E-A85B-EA538CFB4055}"/>
    <dgm:cxn modelId="{FE979381-A993-4D96-9F44-A7176A3FF71E}" type="presOf" srcId="{45A01D36-B53F-41A2-8691-802EC8BBBDC8}" destId="{D4BDC834-9749-43DC-BB37-FD91911956A5}" srcOrd="0" destOrd="0" presId="urn:microsoft.com/office/officeart/2005/8/layout/hierarchy1"/>
    <dgm:cxn modelId="{B9FD308B-B853-4A76-B249-B07AEF819DA8}" type="presOf" srcId="{BE63C140-7FE1-4C0D-9450-5D1EE032E562}" destId="{BFF6B6A5-9155-43F1-9084-056FED313E7B}" srcOrd="0" destOrd="0" presId="urn:microsoft.com/office/officeart/2005/8/layout/hierarchy1"/>
    <dgm:cxn modelId="{947151F2-786F-43E0-B2AD-3489914AE970}" type="presOf" srcId="{3DA55660-6867-4EEF-AEC1-C84492A5BDF9}" destId="{ED496D36-36AC-4328-810C-D033C91CDAF1}" srcOrd="0" destOrd="0" presId="urn:microsoft.com/office/officeart/2005/8/layout/hierarchy1"/>
    <dgm:cxn modelId="{8E16BCFC-3AE1-4CD2-A421-B82126DCDEDF}" srcId="{45A01D36-B53F-41A2-8691-802EC8BBBDC8}" destId="{3DA55660-6867-4EEF-AEC1-C84492A5BDF9}" srcOrd="0" destOrd="0" parTransId="{6DA3A9EA-DAAB-4287-AE3F-993E2F9AAFF1}" sibTransId="{9271DAC4-7E8A-4052-B811-C8B307CFBBB9}"/>
    <dgm:cxn modelId="{940FF61B-0920-45D0-ADF1-C1F4D331DBF0}" type="presParOf" srcId="{D4BDC834-9749-43DC-BB37-FD91911956A5}" destId="{138F781E-5675-4A11-94E2-5B75293763FF}" srcOrd="0" destOrd="0" presId="urn:microsoft.com/office/officeart/2005/8/layout/hierarchy1"/>
    <dgm:cxn modelId="{7FFADD13-C459-448C-B000-54BD084717FD}" type="presParOf" srcId="{138F781E-5675-4A11-94E2-5B75293763FF}" destId="{8AB6A26F-D9A4-4A35-AA76-5127BA58E60B}" srcOrd="0" destOrd="0" presId="urn:microsoft.com/office/officeart/2005/8/layout/hierarchy1"/>
    <dgm:cxn modelId="{91AF1C58-ED4B-44B4-9BB8-7F0AD23A196A}" type="presParOf" srcId="{8AB6A26F-D9A4-4A35-AA76-5127BA58E60B}" destId="{D1FF1468-8321-4EC8-B74A-02637D09F0A0}" srcOrd="0" destOrd="0" presId="urn:microsoft.com/office/officeart/2005/8/layout/hierarchy1"/>
    <dgm:cxn modelId="{173B3319-EF81-4D0B-B0D7-968976B9B43D}" type="presParOf" srcId="{8AB6A26F-D9A4-4A35-AA76-5127BA58E60B}" destId="{ED496D36-36AC-4328-810C-D033C91CDAF1}" srcOrd="1" destOrd="0" presId="urn:microsoft.com/office/officeart/2005/8/layout/hierarchy1"/>
    <dgm:cxn modelId="{E23D90EA-4327-4D36-BCD5-EA419A12DCD8}" type="presParOf" srcId="{138F781E-5675-4A11-94E2-5B75293763FF}" destId="{519C9386-8EDF-4958-BA29-41C2FC72906B}" srcOrd="1" destOrd="0" presId="urn:microsoft.com/office/officeart/2005/8/layout/hierarchy1"/>
    <dgm:cxn modelId="{A4C3457A-3955-49CF-A1EE-7D82F091F90E}" type="presParOf" srcId="{D4BDC834-9749-43DC-BB37-FD91911956A5}" destId="{F64E31A5-2DD0-4A60-8D72-D4CC557113C2}" srcOrd="1" destOrd="0" presId="urn:microsoft.com/office/officeart/2005/8/layout/hierarchy1"/>
    <dgm:cxn modelId="{7373758B-4C27-48FF-AFBC-0507700614B4}" type="presParOf" srcId="{F64E31A5-2DD0-4A60-8D72-D4CC557113C2}" destId="{262BB801-CCA9-4EE0-ABBA-2E7DB7BC2376}" srcOrd="0" destOrd="0" presId="urn:microsoft.com/office/officeart/2005/8/layout/hierarchy1"/>
    <dgm:cxn modelId="{65C1DD91-FB3E-47CC-8FA7-38485A304DCD}" type="presParOf" srcId="{262BB801-CCA9-4EE0-ABBA-2E7DB7BC2376}" destId="{B60B4683-AD63-4732-9C25-D5EBBCAE7926}" srcOrd="0" destOrd="0" presId="urn:microsoft.com/office/officeart/2005/8/layout/hierarchy1"/>
    <dgm:cxn modelId="{03250BB2-5C59-47E9-B49F-44E862CD1B8A}" type="presParOf" srcId="{262BB801-CCA9-4EE0-ABBA-2E7DB7BC2376}" destId="{BFF6B6A5-9155-43F1-9084-056FED313E7B}" srcOrd="1" destOrd="0" presId="urn:microsoft.com/office/officeart/2005/8/layout/hierarchy1"/>
    <dgm:cxn modelId="{470244C2-C3A3-476B-9102-F48E82BEBE0B}" type="presParOf" srcId="{F64E31A5-2DD0-4A60-8D72-D4CC557113C2}" destId="{7322D75A-1C78-4F12-8EAD-B2ADDDCDA5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3F34B9-E5B2-4EF8-97B8-2D76AF948B10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8057BB-1382-4B3E-BD41-F946A2BE5EBF}">
      <dgm:prSet/>
      <dgm:spPr/>
      <dgm:t>
        <a:bodyPr/>
        <a:lstStyle/>
        <a:p>
          <a:r>
            <a:rPr lang="en-US"/>
            <a:t>A heap is a </a:t>
          </a:r>
          <a:r>
            <a:rPr lang="en-US" b="1"/>
            <a:t>complete binary tree</a:t>
          </a:r>
          <a:endParaRPr lang="en-US"/>
        </a:p>
      </dgm:t>
    </dgm:pt>
    <dgm:pt modelId="{59BBBC86-D039-4912-9199-DCF02A3E486D}" type="parTrans" cxnId="{A687EB9E-A8F4-4B10-933B-E64186F6D899}">
      <dgm:prSet/>
      <dgm:spPr/>
      <dgm:t>
        <a:bodyPr/>
        <a:lstStyle/>
        <a:p>
          <a:endParaRPr lang="en-US"/>
        </a:p>
      </dgm:t>
    </dgm:pt>
    <dgm:pt modelId="{7F549B59-503E-484F-B293-A340A77F28C8}" type="sibTrans" cxnId="{A687EB9E-A8F4-4B10-933B-E64186F6D899}">
      <dgm:prSet/>
      <dgm:spPr/>
      <dgm:t>
        <a:bodyPr/>
        <a:lstStyle/>
        <a:p>
          <a:endParaRPr lang="en-US"/>
        </a:p>
      </dgm:t>
    </dgm:pt>
    <dgm:pt modelId="{4642FD7F-5197-4336-9A5E-99D17CEE3A5D}">
      <dgm:prSet/>
      <dgm:spPr/>
      <dgm:t>
        <a:bodyPr/>
        <a:lstStyle/>
        <a:p>
          <a:r>
            <a:rPr lang="en-US" b="1"/>
            <a:t>“Heapify” </a:t>
          </a:r>
          <a:r>
            <a:rPr lang="en-US"/>
            <a:t>procedure</a:t>
          </a:r>
        </a:p>
      </dgm:t>
    </dgm:pt>
    <dgm:pt modelId="{9749B20C-4C56-4CA4-B2B7-45EDAFEFE3E4}" type="parTrans" cxnId="{568A5BE1-A6AD-4CC7-9FDE-3C4153F02220}">
      <dgm:prSet/>
      <dgm:spPr/>
      <dgm:t>
        <a:bodyPr/>
        <a:lstStyle/>
        <a:p>
          <a:endParaRPr lang="en-US"/>
        </a:p>
      </dgm:t>
    </dgm:pt>
    <dgm:pt modelId="{02E9BA80-CFCD-400F-8E69-9D9A6F8242AE}" type="sibTrans" cxnId="{568A5BE1-A6AD-4CC7-9FDE-3C4153F02220}">
      <dgm:prSet/>
      <dgm:spPr/>
      <dgm:t>
        <a:bodyPr/>
        <a:lstStyle/>
        <a:p>
          <a:endParaRPr lang="en-US"/>
        </a:p>
      </dgm:t>
    </dgm:pt>
    <dgm:pt modelId="{8A38663C-3921-47DD-AE00-7633DFEEBC47}" type="pres">
      <dgm:prSet presAssocID="{613F34B9-E5B2-4EF8-97B8-2D76AF948B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9690BD-0A00-4D9E-868B-62EEAC62FAFE}" type="pres">
      <dgm:prSet presAssocID="{718057BB-1382-4B3E-BD41-F946A2BE5EBF}" presName="hierRoot1" presStyleCnt="0"/>
      <dgm:spPr/>
    </dgm:pt>
    <dgm:pt modelId="{9B33036D-1FFB-4123-9535-6A44865A4B47}" type="pres">
      <dgm:prSet presAssocID="{718057BB-1382-4B3E-BD41-F946A2BE5EBF}" presName="composite" presStyleCnt="0"/>
      <dgm:spPr/>
    </dgm:pt>
    <dgm:pt modelId="{55EF0568-AAF8-4B64-978E-CC09F0950DBD}" type="pres">
      <dgm:prSet presAssocID="{718057BB-1382-4B3E-BD41-F946A2BE5EBF}" presName="background" presStyleLbl="node0" presStyleIdx="0" presStyleCnt="2"/>
      <dgm:spPr/>
    </dgm:pt>
    <dgm:pt modelId="{F4F93FDC-FF36-4CB8-B83A-FAE319D08635}" type="pres">
      <dgm:prSet presAssocID="{718057BB-1382-4B3E-BD41-F946A2BE5EBF}" presName="text" presStyleLbl="fgAcc0" presStyleIdx="0" presStyleCnt="2">
        <dgm:presLayoutVars>
          <dgm:chPref val="3"/>
        </dgm:presLayoutVars>
      </dgm:prSet>
      <dgm:spPr/>
    </dgm:pt>
    <dgm:pt modelId="{3ADEC13D-AFD3-4548-87FE-D64783A03170}" type="pres">
      <dgm:prSet presAssocID="{718057BB-1382-4B3E-BD41-F946A2BE5EBF}" presName="hierChild2" presStyleCnt="0"/>
      <dgm:spPr/>
    </dgm:pt>
    <dgm:pt modelId="{7A74B82B-5C32-42E3-A70C-3BD0A909669F}" type="pres">
      <dgm:prSet presAssocID="{4642FD7F-5197-4336-9A5E-99D17CEE3A5D}" presName="hierRoot1" presStyleCnt="0"/>
      <dgm:spPr/>
    </dgm:pt>
    <dgm:pt modelId="{DD3A6E2C-AF26-463C-B5F0-492B887FD1C8}" type="pres">
      <dgm:prSet presAssocID="{4642FD7F-5197-4336-9A5E-99D17CEE3A5D}" presName="composite" presStyleCnt="0"/>
      <dgm:spPr/>
    </dgm:pt>
    <dgm:pt modelId="{4D05F994-4EAB-412D-9558-7779BB3BD38E}" type="pres">
      <dgm:prSet presAssocID="{4642FD7F-5197-4336-9A5E-99D17CEE3A5D}" presName="background" presStyleLbl="node0" presStyleIdx="1" presStyleCnt="2"/>
      <dgm:spPr/>
    </dgm:pt>
    <dgm:pt modelId="{B02C84A1-A990-4783-88B3-012F6D667F86}" type="pres">
      <dgm:prSet presAssocID="{4642FD7F-5197-4336-9A5E-99D17CEE3A5D}" presName="text" presStyleLbl="fgAcc0" presStyleIdx="1" presStyleCnt="2">
        <dgm:presLayoutVars>
          <dgm:chPref val="3"/>
        </dgm:presLayoutVars>
      </dgm:prSet>
      <dgm:spPr/>
    </dgm:pt>
    <dgm:pt modelId="{0577FEC8-A7D0-4645-8F03-606AA51E23F7}" type="pres">
      <dgm:prSet presAssocID="{4642FD7F-5197-4336-9A5E-99D17CEE3A5D}" presName="hierChild2" presStyleCnt="0"/>
      <dgm:spPr/>
    </dgm:pt>
  </dgm:ptLst>
  <dgm:cxnLst>
    <dgm:cxn modelId="{07E7DB3F-8668-4EEE-906D-E16304DE4588}" type="presOf" srcId="{718057BB-1382-4B3E-BD41-F946A2BE5EBF}" destId="{F4F93FDC-FF36-4CB8-B83A-FAE319D08635}" srcOrd="0" destOrd="0" presId="urn:microsoft.com/office/officeart/2005/8/layout/hierarchy1"/>
    <dgm:cxn modelId="{3DB1826B-A6EC-4FF5-A85F-2621B501C15C}" type="presOf" srcId="{613F34B9-E5B2-4EF8-97B8-2D76AF948B10}" destId="{8A38663C-3921-47DD-AE00-7633DFEEBC47}" srcOrd="0" destOrd="0" presId="urn:microsoft.com/office/officeart/2005/8/layout/hierarchy1"/>
    <dgm:cxn modelId="{D2618B4C-2005-45FD-A83A-69E77AEB0C6C}" type="presOf" srcId="{4642FD7F-5197-4336-9A5E-99D17CEE3A5D}" destId="{B02C84A1-A990-4783-88B3-012F6D667F86}" srcOrd="0" destOrd="0" presId="urn:microsoft.com/office/officeart/2005/8/layout/hierarchy1"/>
    <dgm:cxn modelId="{A687EB9E-A8F4-4B10-933B-E64186F6D899}" srcId="{613F34B9-E5B2-4EF8-97B8-2D76AF948B10}" destId="{718057BB-1382-4B3E-BD41-F946A2BE5EBF}" srcOrd="0" destOrd="0" parTransId="{59BBBC86-D039-4912-9199-DCF02A3E486D}" sibTransId="{7F549B59-503E-484F-B293-A340A77F28C8}"/>
    <dgm:cxn modelId="{568A5BE1-A6AD-4CC7-9FDE-3C4153F02220}" srcId="{613F34B9-E5B2-4EF8-97B8-2D76AF948B10}" destId="{4642FD7F-5197-4336-9A5E-99D17CEE3A5D}" srcOrd="1" destOrd="0" parTransId="{9749B20C-4C56-4CA4-B2B7-45EDAFEFE3E4}" sibTransId="{02E9BA80-CFCD-400F-8E69-9D9A6F8242AE}"/>
    <dgm:cxn modelId="{8FE7D78F-E5EA-4D2F-9D51-324573BBF412}" type="presParOf" srcId="{8A38663C-3921-47DD-AE00-7633DFEEBC47}" destId="{739690BD-0A00-4D9E-868B-62EEAC62FAFE}" srcOrd="0" destOrd="0" presId="urn:microsoft.com/office/officeart/2005/8/layout/hierarchy1"/>
    <dgm:cxn modelId="{6FC01F8E-58BE-49C9-B336-4A2668364271}" type="presParOf" srcId="{739690BD-0A00-4D9E-868B-62EEAC62FAFE}" destId="{9B33036D-1FFB-4123-9535-6A44865A4B47}" srcOrd="0" destOrd="0" presId="urn:microsoft.com/office/officeart/2005/8/layout/hierarchy1"/>
    <dgm:cxn modelId="{C7955BED-41D0-4E7E-B5CF-79E17E68A59B}" type="presParOf" srcId="{9B33036D-1FFB-4123-9535-6A44865A4B47}" destId="{55EF0568-AAF8-4B64-978E-CC09F0950DBD}" srcOrd="0" destOrd="0" presId="urn:microsoft.com/office/officeart/2005/8/layout/hierarchy1"/>
    <dgm:cxn modelId="{1C514498-5CFC-400A-B317-A8CD7C9F26D6}" type="presParOf" srcId="{9B33036D-1FFB-4123-9535-6A44865A4B47}" destId="{F4F93FDC-FF36-4CB8-B83A-FAE319D08635}" srcOrd="1" destOrd="0" presId="urn:microsoft.com/office/officeart/2005/8/layout/hierarchy1"/>
    <dgm:cxn modelId="{B6C354E7-E8CA-4662-B04D-B17B68EF8864}" type="presParOf" srcId="{739690BD-0A00-4D9E-868B-62EEAC62FAFE}" destId="{3ADEC13D-AFD3-4548-87FE-D64783A03170}" srcOrd="1" destOrd="0" presId="urn:microsoft.com/office/officeart/2005/8/layout/hierarchy1"/>
    <dgm:cxn modelId="{8C9FAD20-68A5-48A3-8879-4F5C9EF7A2E3}" type="presParOf" srcId="{8A38663C-3921-47DD-AE00-7633DFEEBC47}" destId="{7A74B82B-5C32-42E3-A70C-3BD0A909669F}" srcOrd="1" destOrd="0" presId="urn:microsoft.com/office/officeart/2005/8/layout/hierarchy1"/>
    <dgm:cxn modelId="{939534B2-7D5B-4611-B50A-5EFBC7A7EB26}" type="presParOf" srcId="{7A74B82B-5C32-42E3-A70C-3BD0A909669F}" destId="{DD3A6E2C-AF26-463C-B5F0-492B887FD1C8}" srcOrd="0" destOrd="0" presId="urn:microsoft.com/office/officeart/2005/8/layout/hierarchy1"/>
    <dgm:cxn modelId="{768329F7-3025-42FC-8A04-8DC26717F939}" type="presParOf" srcId="{DD3A6E2C-AF26-463C-B5F0-492B887FD1C8}" destId="{4D05F994-4EAB-412D-9558-7779BB3BD38E}" srcOrd="0" destOrd="0" presId="urn:microsoft.com/office/officeart/2005/8/layout/hierarchy1"/>
    <dgm:cxn modelId="{B7D1B9A7-F834-4B98-AFC4-6BC60B675F3F}" type="presParOf" srcId="{DD3A6E2C-AF26-463C-B5F0-492B887FD1C8}" destId="{B02C84A1-A990-4783-88B3-012F6D667F86}" srcOrd="1" destOrd="0" presId="urn:microsoft.com/office/officeart/2005/8/layout/hierarchy1"/>
    <dgm:cxn modelId="{3AC024BB-6683-4AB2-9BA5-3E37E2ED00DB}" type="presParOf" srcId="{7A74B82B-5C32-42E3-A70C-3BD0A909669F}" destId="{0577FEC8-A7D0-4645-8F03-606AA51E23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942BC-8E2A-4DD5-BEEB-5011DA28F681}">
      <dsp:nvSpPr>
        <dsp:cNvPr id="0" name=""/>
        <dsp:cNvSpPr/>
      </dsp:nvSpPr>
      <dsp:spPr>
        <a:xfrm>
          <a:off x="588776" y="4352"/>
          <a:ext cx="2936890" cy="14684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Simple Building blocks</a:t>
          </a:r>
        </a:p>
      </dsp:txBody>
      <dsp:txXfrm>
        <a:off x="631785" y="47361"/>
        <a:ext cx="2850872" cy="1382427"/>
      </dsp:txXfrm>
    </dsp:sp>
    <dsp:sp modelId="{CB4ADF5D-236A-42AF-82E5-026F6BFD0FB8}">
      <dsp:nvSpPr>
        <dsp:cNvPr id="0" name=""/>
        <dsp:cNvSpPr/>
      </dsp:nvSpPr>
      <dsp:spPr>
        <a:xfrm>
          <a:off x="882465" y="1472797"/>
          <a:ext cx="293689" cy="1101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1333"/>
              </a:lnTo>
              <a:lnTo>
                <a:pt x="293689" y="11013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F635A-A82E-4F9C-ABC9-B9A7C5B54248}">
      <dsp:nvSpPr>
        <dsp:cNvPr id="0" name=""/>
        <dsp:cNvSpPr/>
      </dsp:nvSpPr>
      <dsp:spPr>
        <a:xfrm>
          <a:off x="1176154" y="1839908"/>
          <a:ext cx="2349512" cy="14684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Primitive data types </a:t>
          </a:r>
        </a:p>
      </dsp:txBody>
      <dsp:txXfrm>
        <a:off x="1219163" y="1882917"/>
        <a:ext cx="2263494" cy="1382427"/>
      </dsp:txXfrm>
    </dsp:sp>
    <dsp:sp modelId="{0A1639EA-4FAA-4160-A27E-C19A7B26BB6F}">
      <dsp:nvSpPr>
        <dsp:cNvPr id="0" name=""/>
        <dsp:cNvSpPr/>
      </dsp:nvSpPr>
      <dsp:spPr>
        <a:xfrm>
          <a:off x="882465" y="1472797"/>
          <a:ext cx="293689" cy="29368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6890"/>
              </a:lnTo>
              <a:lnTo>
                <a:pt x="293689" y="29368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42E35-D1CD-4C35-A071-C7B5A9BBF000}">
      <dsp:nvSpPr>
        <dsp:cNvPr id="0" name=""/>
        <dsp:cNvSpPr/>
      </dsp:nvSpPr>
      <dsp:spPr>
        <a:xfrm>
          <a:off x="1176154" y="3675465"/>
          <a:ext cx="2349512" cy="14684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Composite  data types</a:t>
          </a:r>
        </a:p>
      </dsp:txBody>
      <dsp:txXfrm>
        <a:off x="1219163" y="3718474"/>
        <a:ext cx="2263494" cy="1382427"/>
      </dsp:txXfrm>
    </dsp:sp>
    <dsp:sp modelId="{7D49BFD5-9B26-47EF-8BBA-E8902E5824F8}">
      <dsp:nvSpPr>
        <dsp:cNvPr id="0" name=""/>
        <dsp:cNvSpPr/>
      </dsp:nvSpPr>
      <dsp:spPr>
        <a:xfrm>
          <a:off x="4259889" y="4352"/>
          <a:ext cx="2936890" cy="14684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Material type</a:t>
          </a:r>
        </a:p>
      </dsp:txBody>
      <dsp:txXfrm>
        <a:off x="4302898" y="47361"/>
        <a:ext cx="2850872" cy="1382427"/>
      </dsp:txXfrm>
    </dsp:sp>
    <dsp:sp modelId="{28F64A9C-3648-471C-8BF8-D21E28BB21CA}">
      <dsp:nvSpPr>
        <dsp:cNvPr id="0" name=""/>
        <dsp:cNvSpPr/>
      </dsp:nvSpPr>
      <dsp:spPr>
        <a:xfrm>
          <a:off x="4553578" y="1472797"/>
          <a:ext cx="293689" cy="1101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1333"/>
              </a:lnTo>
              <a:lnTo>
                <a:pt x="293689" y="11013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C994A-700D-423D-ABB7-35041B026E1C}">
      <dsp:nvSpPr>
        <dsp:cNvPr id="0" name=""/>
        <dsp:cNvSpPr/>
      </dsp:nvSpPr>
      <dsp:spPr>
        <a:xfrm>
          <a:off x="4847267" y="1839908"/>
          <a:ext cx="2349512" cy="14684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Fixed / rigid</a:t>
          </a:r>
        </a:p>
      </dsp:txBody>
      <dsp:txXfrm>
        <a:off x="4890276" y="1882917"/>
        <a:ext cx="2263494" cy="1382427"/>
      </dsp:txXfrm>
    </dsp:sp>
    <dsp:sp modelId="{75B89CA9-7ECA-4E10-AF1C-B78BEF2AE3A8}">
      <dsp:nvSpPr>
        <dsp:cNvPr id="0" name=""/>
        <dsp:cNvSpPr/>
      </dsp:nvSpPr>
      <dsp:spPr>
        <a:xfrm>
          <a:off x="4553578" y="1472797"/>
          <a:ext cx="293689" cy="29368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6890"/>
              </a:lnTo>
              <a:lnTo>
                <a:pt x="293689" y="29368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BCBECA-B032-48DD-84BF-242659A5A765}">
      <dsp:nvSpPr>
        <dsp:cNvPr id="0" name=""/>
        <dsp:cNvSpPr/>
      </dsp:nvSpPr>
      <dsp:spPr>
        <a:xfrm>
          <a:off x="4847267" y="3675465"/>
          <a:ext cx="2349512" cy="14684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Flexible / Dynamic</a:t>
          </a:r>
        </a:p>
      </dsp:txBody>
      <dsp:txXfrm>
        <a:off x="4890276" y="3718474"/>
        <a:ext cx="2263494" cy="1382427"/>
      </dsp:txXfrm>
    </dsp:sp>
    <dsp:sp modelId="{C3B9206C-0A7B-4529-BC19-7A52DFEEB7AC}">
      <dsp:nvSpPr>
        <dsp:cNvPr id="0" name=""/>
        <dsp:cNvSpPr/>
      </dsp:nvSpPr>
      <dsp:spPr>
        <a:xfrm>
          <a:off x="7931002" y="4352"/>
          <a:ext cx="2936890" cy="14684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Composite Building blocks</a:t>
          </a:r>
        </a:p>
      </dsp:txBody>
      <dsp:txXfrm>
        <a:off x="7974011" y="47361"/>
        <a:ext cx="2850872" cy="1382427"/>
      </dsp:txXfrm>
    </dsp:sp>
    <dsp:sp modelId="{7F83A4BA-A114-4C38-B2AE-956851BE5CAD}">
      <dsp:nvSpPr>
        <dsp:cNvPr id="0" name=""/>
        <dsp:cNvSpPr/>
      </dsp:nvSpPr>
      <dsp:spPr>
        <a:xfrm>
          <a:off x="8224691" y="1472797"/>
          <a:ext cx="293689" cy="1101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1333"/>
              </a:lnTo>
              <a:lnTo>
                <a:pt x="293689" y="11013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199711-8390-494E-9035-948F9F269B5F}">
      <dsp:nvSpPr>
        <dsp:cNvPr id="0" name=""/>
        <dsp:cNvSpPr/>
      </dsp:nvSpPr>
      <dsp:spPr>
        <a:xfrm>
          <a:off x="8518380" y="1839908"/>
          <a:ext cx="2349512" cy="14684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structures</a:t>
          </a:r>
        </a:p>
      </dsp:txBody>
      <dsp:txXfrm>
        <a:off x="8561389" y="1882917"/>
        <a:ext cx="2263494" cy="1382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34236-C71E-447F-B2B6-E720E391BAA4}">
      <dsp:nvSpPr>
        <dsp:cNvPr id="0" name=""/>
        <dsp:cNvSpPr/>
      </dsp:nvSpPr>
      <dsp:spPr>
        <a:xfrm>
          <a:off x="0" y="448834"/>
          <a:ext cx="6666833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24840" rIns="51742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Fixed, contiguous place in memory</a:t>
          </a:r>
        </a:p>
      </dsp:txBody>
      <dsp:txXfrm>
        <a:off x="0" y="448834"/>
        <a:ext cx="6666833" cy="1701000"/>
      </dsp:txXfrm>
    </dsp:sp>
    <dsp:sp modelId="{38C4C2A2-FF91-4AA2-8605-216B0A6660C4}">
      <dsp:nvSpPr>
        <dsp:cNvPr id="0" name=""/>
        <dsp:cNvSpPr/>
      </dsp:nvSpPr>
      <dsp:spPr>
        <a:xfrm>
          <a:off x="333341" y="6034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Rigid</a:t>
          </a:r>
        </a:p>
      </dsp:txBody>
      <dsp:txXfrm>
        <a:off x="376572" y="49265"/>
        <a:ext cx="4580321" cy="799138"/>
      </dsp:txXfrm>
    </dsp:sp>
    <dsp:sp modelId="{2CA68D83-3D37-4C26-B466-AD7998AD9CED}">
      <dsp:nvSpPr>
        <dsp:cNvPr id="0" name=""/>
        <dsp:cNvSpPr/>
      </dsp:nvSpPr>
      <dsp:spPr>
        <a:xfrm>
          <a:off x="0" y="2754634"/>
          <a:ext cx="6666833" cy="269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24840" rIns="51742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Usually a chain of Nodes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Nodes have a fixed size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The node-chain can grow indefinitely</a:t>
          </a:r>
        </a:p>
      </dsp:txBody>
      <dsp:txXfrm>
        <a:off x="0" y="2754634"/>
        <a:ext cx="6666833" cy="2693250"/>
      </dsp:txXfrm>
    </dsp:sp>
    <dsp:sp modelId="{DB2923D4-D9AD-4708-9263-5F15DF755CF6}">
      <dsp:nvSpPr>
        <dsp:cNvPr id="0" name=""/>
        <dsp:cNvSpPr/>
      </dsp:nvSpPr>
      <dsp:spPr>
        <a:xfrm>
          <a:off x="333341" y="2311835"/>
          <a:ext cx="4666783" cy="8856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Flexible</a:t>
          </a:r>
        </a:p>
      </dsp:txBody>
      <dsp:txXfrm>
        <a:off x="376572" y="2355066"/>
        <a:ext cx="4580321" cy="799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F1468-8321-4EC8-B74A-02637D09F0A0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96D36-36AC-4328-810C-D033C91CDAF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Min heap</a:t>
          </a:r>
        </a:p>
      </dsp:txBody>
      <dsp:txXfrm>
        <a:off x="696297" y="538547"/>
        <a:ext cx="4171627" cy="2590157"/>
      </dsp:txXfrm>
    </dsp:sp>
    <dsp:sp modelId="{B60B4683-AD63-4732-9C25-D5EBBCAE792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6B6A5-9155-43F1-9084-056FED313E7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Max heap</a:t>
          </a:r>
        </a:p>
      </dsp:txBody>
      <dsp:txXfrm>
        <a:off x="5991936" y="538547"/>
        <a:ext cx="4171627" cy="25901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F0568-AAF8-4B64-978E-CC09F0950DBD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4F93FDC-FF36-4CB8-B83A-FAE319D08635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A heap is a </a:t>
          </a:r>
          <a:r>
            <a:rPr lang="en-US" sz="5400" b="1" kern="1200"/>
            <a:t>complete binary tree</a:t>
          </a:r>
          <a:endParaRPr lang="en-US" sz="5400" kern="1200"/>
        </a:p>
      </dsp:txBody>
      <dsp:txXfrm>
        <a:off x="585701" y="1066737"/>
        <a:ext cx="4337991" cy="2693452"/>
      </dsp:txXfrm>
    </dsp:sp>
    <dsp:sp modelId="{4D05F994-4EAB-412D-9558-7779BB3BD38E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02C84A1-A990-4783-88B3-012F6D667F86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“Heapify” </a:t>
          </a:r>
          <a:r>
            <a:rPr lang="en-US" sz="5400" kern="1200"/>
            <a:t>procedure</a:t>
          </a:r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9B4-05A6-3064-4DC4-D0BB0952F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1F330-3189-90B7-E4DE-8A3F9727A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D6F21-DB02-3F44-D674-54C84615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48596-C50A-9E2C-AE73-E3B875A3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385F-D1A0-10A3-36AC-6626B2C9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3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1D14-5202-DF15-2C90-A3D98C35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7A94-71C1-69F4-D5D6-B627FE7B8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B400-12C4-9A1D-8B21-C6F63E8F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7DA1-4F31-169A-0066-BED660CD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CE48-B5F1-0D4F-3162-32FE8927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FF82-FE93-0C76-B39F-6E525A8FF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23401-01AB-D61E-FB7D-45D39BDF1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83626-2954-2312-77BA-C4729ECF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09910-959B-4787-0FBF-177DE4B4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619E5-26B6-8744-41F9-50E6D746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910D-8B0F-D6EE-F732-3DDD371F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D6566-6FD6-031B-3D2D-1B7749047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809C5-38E1-C71F-8A6C-E05BB0AB3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D1AD-D9E6-2A12-F59F-DE8F2E11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834C4-A817-8BF0-D6B4-186B30C2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71635-3194-3CC2-F18C-88AC8C65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392F-D653-1A23-DB0D-20336C7C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71488-EDA6-B8AE-FC5E-EB5F05F6D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903BB-4852-7F90-7C12-12E12D05F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21786-F6F7-1641-C38F-889CE994E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57585-A63B-F680-790D-19E8D33EE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8D41D-B8B4-9B2A-1DFC-C94D0883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DFBD5-D339-1687-975D-AA7B82EF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A2055-F3DC-67F5-644D-77873C43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4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EF69-785A-8286-F2AD-AE24F5F5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02BED-5872-8D13-2533-4CB59618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BE937-6B12-6A28-A548-DF2AC84E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8F681-F611-094E-40AE-E5FAAE62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4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5A08D-A160-A32B-A1F5-23DC761E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B46FC-305A-4ADA-BABB-CB130CCF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4894-B4A2-9481-A50F-59D15644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A385-36B9-677E-ACC1-D2662718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8338-12D9-04D0-8985-0D86C158F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F0A8B-73C0-3452-7701-E6BA81AF9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D1C0F-4954-846E-5298-FFA09ADD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1C3B9-1E02-6C85-A17E-C14B6ED1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F6313-AF40-3A86-2715-CBF5447A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2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F98A-682E-0314-26E2-CC0EBEF3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B1D2F-7E6F-64C4-A482-9231243F4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2F95B-E6B1-E0FB-D689-258E03E89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21BE6-1BC2-4C2F-D604-8CEDA1F9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26400-BC54-BA6A-E00A-A24C115C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33934-AECE-1634-1500-B15C1C07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1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3A41-5060-E76D-729D-79359A7F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DD020-5C3F-AD81-3A78-9EB86162F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DB613-0474-DAA2-B50F-D0E3D31C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9463C-6008-2B57-0CBC-2D9247D0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C098-FE8D-09B8-94E5-41A9AB06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6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D24A5-8B8B-526B-A5A9-5B63201FF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08D32-9F01-6FB5-105B-06414392B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87F31-D57C-235E-4E97-38D1C3B7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9D47C-B6BD-3220-8C01-2EBB4284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E161-1E47-1B71-D908-A20E1667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67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4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7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56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18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43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35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82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761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56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6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08D17-E779-6002-3613-2886A43C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4FA12-0172-AD3E-D523-DAB8776BE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EDE66-CDD1-47AA-A0FD-801167D9E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52C1E-0A75-4E3C-905C-182B2377573E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56DA5-FDBD-2AA1-D0A9-5141DA19C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859FF-485D-183E-5076-28D241ABE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BA653-B556-4894-A6EE-54198250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8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3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data-types-in-programming/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duke.edu/writing270_02_ss12021_ecyoung/2021/06/28/data-structures-in-our-everyday-lives-array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vektikar/demystifying-git-what-is-a-git-branch-exactly-under-the-hood-b0a607ba1129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dsa/heap-data-structure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Spring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idsection of a person holding a miniature house">
            <a:extLst>
              <a:ext uri="{FF2B5EF4-FFF2-40B4-BE49-F238E27FC236}">
                <a16:creationId xmlns:a16="http://schemas.microsoft.com/office/drawing/2014/main" id="{EF66D575-8B3F-68E1-0744-C2B74344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83" b="133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9A63E-7F68-B233-72B3-3D864894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Imagine that you’re building a house</a:t>
            </a:r>
          </a:p>
        </p:txBody>
      </p:sp>
    </p:spTree>
    <p:extLst>
      <p:ext uri="{BB962C8B-B14F-4D97-AF65-F5344CB8AC3E}">
        <p14:creationId xmlns:p14="http://schemas.microsoft.com/office/powerpoint/2010/main" val="360939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raft drawing of a floor plan">
            <a:extLst>
              <a:ext uri="{FF2B5EF4-FFF2-40B4-BE49-F238E27FC236}">
                <a16:creationId xmlns:a16="http://schemas.microsoft.com/office/drawing/2014/main" id="{517E5618-77FE-B396-6AA5-93F549101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2" b="10877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13D61-89EC-866E-6C45-6C859ACD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The blueprint – an algorithm</a:t>
            </a:r>
          </a:p>
        </p:txBody>
      </p:sp>
    </p:spTree>
    <p:extLst>
      <p:ext uri="{BB962C8B-B14F-4D97-AF65-F5344CB8AC3E}">
        <p14:creationId xmlns:p14="http://schemas.microsoft.com/office/powerpoint/2010/main" val="374038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structure">
            <a:extLst>
              <a:ext uri="{FF2B5EF4-FFF2-40B4-BE49-F238E27FC236}">
                <a16:creationId xmlns:a16="http://schemas.microsoft.com/office/drawing/2014/main" id="{D8646B58-8B32-4B20-36FE-8727880DA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78" b="-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5AE12-A420-C91B-A6E5-987B3619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The materials – provide the structure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50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F1B31-DCD9-471A-5D4B-6A0A5C6B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Even if the </a:t>
            </a:r>
            <a:r>
              <a:rPr lang="en-US" sz="5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blueprint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is </a:t>
            </a:r>
            <a:r>
              <a:rPr lang="en-US" sz="5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flawless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54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low-quality materials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can make the </a:t>
            </a:r>
            <a:r>
              <a:rPr lang="en-US" sz="5400" i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house collapse 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early.</a:t>
            </a:r>
          </a:p>
        </p:txBody>
      </p:sp>
    </p:spTree>
    <p:extLst>
      <p:ext uri="{BB962C8B-B14F-4D97-AF65-F5344CB8AC3E}">
        <p14:creationId xmlns:p14="http://schemas.microsoft.com/office/powerpoint/2010/main" val="2000416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blue 3D cubes suspended on the air with a dark blue 3D cube on the surface">
            <a:extLst>
              <a:ext uri="{FF2B5EF4-FFF2-40B4-BE49-F238E27FC236}">
                <a16:creationId xmlns:a16="http://schemas.microsoft.com/office/drawing/2014/main" id="{1686257A-77E0-E9F7-F9F9-C73E67D9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C815B-1205-C5FB-43DA-E511B31D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  <a:highlight>
                  <a:srgbClr val="000000"/>
                </a:highlight>
              </a:rPr>
              <a:t>Data - the building blocks for software</a:t>
            </a:r>
          </a:p>
        </p:txBody>
      </p:sp>
    </p:spTree>
    <p:extLst>
      <p:ext uri="{BB962C8B-B14F-4D97-AF65-F5344CB8AC3E}">
        <p14:creationId xmlns:p14="http://schemas.microsoft.com/office/powerpoint/2010/main" val="183626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849352-3D2A-C815-8639-2EB2E2C3D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092329"/>
              </p:ext>
            </p:extLst>
          </p:nvPr>
        </p:nvGraphicFramePr>
        <p:xfrm>
          <a:off x="367665" y="854868"/>
          <a:ext cx="11456670" cy="5148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97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C7AB-5CF9-16A8-D4A7-9EA77AF0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 – fixed size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542E-543A-80CA-1B22-628A2AAF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</a:t>
            </a:r>
          </a:p>
          <a:p>
            <a:r>
              <a:rPr lang="en-US" dirty="0"/>
              <a:t>Float, Double</a:t>
            </a:r>
          </a:p>
          <a:p>
            <a:r>
              <a:rPr lang="en-US" dirty="0"/>
              <a:t>Char</a:t>
            </a:r>
          </a:p>
          <a:p>
            <a:r>
              <a:rPr lang="en-US" dirty="0"/>
              <a:t>Boolean</a:t>
            </a:r>
          </a:p>
          <a:p>
            <a:r>
              <a:rPr lang="en-US" dirty="0"/>
              <a:t>Pointer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736E8-D109-51E8-07C8-D2BCCCDA51F4}"/>
              </a:ext>
            </a:extLst>
          </p:cNvPr>
          <p:cNvSpPr txBox="1"/>
          <p:nvPr/>
        </p:nvSpPr>
        <p:spPr>
          <a:xfrm>
            <a:off x="1200150" y="5429250"/>
            <a:ext cx="6567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https://www.geeksforgeeks.org/dsa/data-types-in-programming/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4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9757-F36A-BF90-43C4-51E636A8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0AD1-832D-8CA7-1073-4BC90576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data types – fixed size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8FDEA-E807-81A8-5B75-EE00964A2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(Class instances)</a:t>
            </a:r>
          </a:p>
          <a:p>
            <a:r>
              <a:rPr lang="en-US" dirty="0"/>
              <a:t>ANSI C specific:</a:t>
            </a:r>
          </a:p>
          <a:p>
            <a:pPr lvl="1"/>
            <a:r>
              <a:rPr lang="en-US" dirty="0"/>
              <a:t>Struct</a:t>
            </a:r>
          </a:p>
          <a:p>
            <a:pPr lvl="1"/>
            <a:r>
              <a:rPr lang="en-US" dirty="0"/>
              <a:t>Union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3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C109E-8061-8B8B-AB33-A7A83CE7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CC606-7EB6-3386-63AB-DB555D42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Material 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E18900-F68B-FB19-1D72-30B1D73F0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4253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565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F4A4-758C-9E7B-58F0-4196F0BB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– contiguous memory addresses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D087D2-1D09-DF5F-C8BB-470CD8A7C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6385"/>
            <a:ext cx="6924130" cy="502649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A94A9E-555E-C91D-8A3E-30C8F8B17EF5}"/>
              </a:ext>
            </a:extLst>
          </p:cNvPr>
          <p:cNvSpPr txBox="1"/>
          <p:nvPr/>
        </p:nvSpPr>
        <p:spPr>
          <a:xfrm>
            <a:off x="8169320" y="3013501"/>
            <a:ext cx="2777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Array that stores 32-bit integers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723AE-4503-9AF9-EBE4-6AD341415BF2}"/>
              </a:ext>
            </a:extLst>
          </p:cNvPr>
          <p:cNvSpPr txBox="1"/>
          <p:nvPr/>
        </p:nvSpPr>
        <p:spPr>
          <a:xfrm>
            <a:off x="355037" y="6366510"/>
            <a:ext cx="1148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https://sites.duke.edu/writing270_02_ss12021_ecyoung/2021/06/28/data-structures-in-our-everyday-lives-arrays/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1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9CEB3-FD25-0684-4FCB-157DD503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ED0F-857C-6A2F-4FA9-988538AD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variable that stores a memory address</a:t>
            </a:r>
          </a:p>
          <a:p>
            <a:r>
              <a:rPr lang="en-US" sz="2000" dirty="0"/>
              <a:t>A memory address is just a number </a:t>
            </a:r>
          </a:p>
        </p:txBody>
      </p:sp>
      <p:pic>
        <p:nvPicPr>
          <p:cNvPr id="14" name="Picture 13" descr="Electronic circuit board">
            <a:extLst>
              <a:ext uri="{FF2B5EF4-FFF2-40B4-BE49-F238E27FC236}">
                <a16:creationId xmlns:a16="http://schemas.microsoft.com/office/drawing/2014/main" id="{D3FF3A6A-8100-BABE-15F9-36CEF2F6A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97" r="8166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2912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9510-F992-A9BF-4306-D6500E7C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Nodes with pointers to other nodes</a:t>
            </a:r>
          </a:p>
        </p:txBody>
      </p:sp>
      <p:pic>
        <p:nvPicPr>
          <p:cNvPr id="5" name="Content Placeholder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814C0D28-67E6-1695-7FD5-C45F35DB7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78" y="2006922"/>
            <a:ext cx="11338704" cy="2844156"/>
          </a:xfrm>
        </p:spPr>
      </p:pic>
    </p:spTree>
    <p:extLst>
      <p:ext uri="{BB962C8B-B14F-4D97-AF65-F5344CB8AC3E}">
        <p14:creationId xmlns:p14="http://schemas.microsoft.com/office/powerpoint/2010/main" val="4257320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3538-63E5-0CDA-191D-E1B77711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Structures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825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AC6C6-EB54-F677-495C-94EA8F4B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Stack - LIFO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877C97-FC81-1197-FB5F-255D1E5C0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1997661"/>
            <a:ext cx="11327549" cy="43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4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9A0F-7086-A3D6-CFD7-87737727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D79F-5311-BF60-00AE-7F931882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9CF0-6224-BD4A-97D2-20081FA3E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0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A4FF-F868-0934-FB61-F6F07FFF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FD0E-08E5-BCD3-F7EF-45E82F1E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r>
              <a:rPr lang="en-US" dirty="0"/>
              <a:t>Backtracking algorithms</a:t>
            </a:r>
          </a:p>
          <a:p>
            <a:pPr lvl="1"/>
            <a:r>
              <a:rPr lang="en-US" dirty="0"/>
              <a:t>Maze solvers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648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88E7B-5571-62D3-C4D4-ED7A33A7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5CB7-DB3D-7704-9E75-54FE5B7F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8783-BF70-711A-7857-024BC6C2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r>
              <a:rPr lang="en-US" dirty="0"/>
              <a:t>Backtracking algorithms</a:t>
            </a:r>
          </a:p>
          <a:p>
            <a:pPr lvl="1"/>
            <a:r>
              <a:rPr lang="en-US" dirty="0"/>
              <a:t>Maze solvers</a:t>
            </a:r>
          </a:p>
          <a:p>
            <a:r>
              <a:rPr lang="en-US" dirty="0"/>
              <a:t>Undo/Redo operation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86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023A-D7DA-022F-3FE2-E3AD2676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314D-1F1A-7685-5BB5-06646745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13F8-A6F8-81E8-868C-450CC20F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–</a:t>
            </a:r>
          </a:p>
          <a:p>
            <a:pPr lvl="1"/>
            <a:r>
              <a:rPr lang="en-US" dirty="0"/>
              <a:t>Transforming recursive code into iterative code</a:t>
            </a:r>
          </a:p>
          <a:p>
            <a:pPr lvl="1"/>
            <a:r>
              <a:rPr lang="en-US" dirty="0"/>
              <a:t>Call stack</a:t>
            </a:r>
          </a:p>
          <a:p>
            <a:r>
              <a:rPr lang="en-US" dirty="0"/>
              <a:t>Backtracking algorithms</a:t>
            </a:r>
          </a:p>
          <a:p>
            <a:pPr lvl="1"/>
            <a:r>
              <a:rPr lang="en-US" dirty="0"/>
              <a:t>Maze solvers</a:t>
            </a:r>
          </a:p>
          <a:p>
            <a:r>
              <a:rPr lang="en-US" dirty="0"/>
              <a:t>Undo/Redo operation</a:t>
            </a:r>
          </a:p>
          <a:p>
            <a:r>
              <a:rPr lang="en-US" dirty="0"/>
              <a:t>Navigation in web browsers and web apps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71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5D5B4-82E7-792A-3D8C-D556DDEB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CF0E9A5-305F-494A-92A1-EC4F660E0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4004A-B288-E76E-1E17-9E016DE37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982FF5-B849-A38A-325C-179DD957C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8BF105-D261-7E5E-918A-028D68E42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2D7C9-8EC8-1C18-FBF4-A533ABC1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Queue - FIFO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02AEFD-156D-23CE-BC2F-2D25871E4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25" y="1997661"/>
            <a:ext cx="11327549" cy="43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3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3BE6-2C46-FA1C-F8CC-DC4A3336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89F5-EC4A-C1AB-B34B-664416ABE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Task scheduling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27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93DE-532D-4F42-6997-CBC37A48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B7E1-D3CC-1301-7300-12534F35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B65AC-A3EC-02BD-B89B-1C729FD80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Task scheduling</a:t>
            </a:r>
          </a:p>
          <a:p>
            <a:r>
              <a:rPr lang="en-US" dirty="0"/>
              <a:t>Network routers and switches</a:t>
            </a:r>
          </a:p>
          <a:p>
            <a:pPr lvl="1"/>
            <a:r>
              <a:rPr lang="en-US" dirty="0"/>
              <a:t>Data packet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98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6CF28-4291-5679-DC2A-FA582597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2D27-35FE-1EBC-3579-C533C006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9500-DB48-5EEC-A7FD-A4D94E0E5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Task scheduling</a:t>
            </a:r>
          </a:p>
          <a:p>
            <a:r>
              <a:rPr lang="en-US" dirty="0"/>
              <a:t>Network routers and switches</a:t>
            </a:r>
          </a:p>
          <a:p>
            <a:pPr lvl="1"/>
            <a:r>
              <a:rPr lang="en-US" dirty="0"/>
              <a:t>Data packet management</a:t>
            </a:r>
          </a:p>
          <a:p>
            <a:r>
              <a:rPr lang="en-US" dirty="0"/>
              <a:t>Printers</a:t>
            </a:r>
          </a:p>
          <a:p>
            <a:r>
              <a:rPr lang="en-US" dirty="0"/>
              <a:t>Customer service systems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75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6FDEC-7FD1-FC3B-2CCA-A2BF91F4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Exercises</a:t>
            </a:r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60017B7F-FB9E-A07E-8F6E-4AB63EFA4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9919" y="1966293"/>
            <a:ext cx="445216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3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41B51-A69A-34B2-783A-A745B686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data stream arrives: 1, 6, 8, 13, 42, 7, 4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Build a queue, starting with the first element, moving left to right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Dequeue all the elements one by one, and push them onto a stack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Pop all elements from the stack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42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76253-71D7-0464-3B0C-9C3FAE61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Linked List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FE4E73B6-E83C-2BCF-CDEB-5EA670DE8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36" y="1966293"/>
            <a:ext cx="1085892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03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7ABFC-C699-A35D-9639-E4640C64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Git</a:t>
            </a:r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9F735E43-58EF-CD32-150D-33D5773D6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89" y="1480917"/>
            <a:ext cx="8834231" cy="5035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D9FA4D-398A-0463-3626-7F54A3E5553A}"/>
              </a:ext>
            </a:extLst>
          </p:cNvPr>
          <p:cNvSpPr txBox="1"/>
          <p:nvPr/>
        </p:nvSpPr>
        <p:spPr>
          <a:xfrm>
            <a:off x="880110" y="217170"/>
            <a:ext cx="11228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https://medium.com/@vivektikar/demystifying-git-what-is-a-git-branch-exactly-under-the-hood-b0a607ba1129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46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31AC-47F6-7FC8-0ADA-8911740C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4000" dirty="0"/>
              <a:t>Binary heap</a:t>
            </a:r>
          </a:p>
        </p:txBody>
      </p:sp>
      <p:pic>
        <p:nvPicPr>
          <p:cNvPr id="5" name="Picture 4" descr="A network formed by white dots">
            <a:extLst>
              <a:ext uri="{FF2B5EF4-FFF2-40B4-BE49-F238E27FC236}">
                <a16:creationId xmlns:a16="http://schemas.microsoft.com/office/drawing/2014/main" id="{7EA1904F-A458-343F-5D09-122A1E4E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64" r="-1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E7E4C8-519D-80A1-A21C-EC6082EAF13C}"/>
              </a:ext>
            </a:extLst>
          </p:cNvPr>
          <p:cNvSpPr txBox="1"/>
          <p:nvPr/>
        </p:nvSpPr>
        <p:spPr>
          <a:xfrm>
            <a:off x="5267979" y="5535298"/>
            <a:ext cx="6692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Read more: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https://www.programiz.com/dsa/heap-data-structure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8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868E0-2E6A-01FE-CE8E-4736D900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2 Types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EBEB2C-E11C-B34B-DA70-7CBBFB7DDF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8620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5786F-120D-8645-04EA-2ED95A4C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 heap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2C604634-B899-2DAD-EC7B-80D464A87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94" y="467208"/>
            <a:ext cx="711541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6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3EAFF-D179-C12E-2D91-13F45963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 heap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FF98E7FA-7482-2E1E-C6D0-D8185717B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65151"/>
            <a:ext cx="7225748" cy="552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5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blue and yellow lights&#10;&#10;AI-generated content may be incorrect.">
            <a:extLst>
              <a:ext uri="{FF2B5EF4-FFF2-40B4-BE49-F238E27FC236}">
                <a16:creationId xmlns:a16="http://schemas.microsoft.com/office/drawing/2014/main" id="{A7943CF6-873B-A066-04A3-F0D46E799A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7E2F95-AFF5-A135-0316-87C61E92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Heap properties &amp; functions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F12C440E-6CB9-9BEE-159F-A6C2ABCEF7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7490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6B554-0A08-0ADC-BE52-8E6A2F23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Heapify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Content Placeholder 4" descr="A blue squares with white numbers&#10;&#10;AI-generated content may be incorrect.">
            <a:extLst>
              <a:ext uri="{FF2B5EF4-FFF2-40B4-BE49-F238E27FC236}">
                <a16:creationId xmlns:a16="http://schemas.microsoft.com/office/drawing/2014/main" id="{305E40B2-00B6-4C91-56CC-3AC0B99BF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" r="1628" b="-1"/>
          <a:stretch>
            <a:fillRect/>
          </a:stretch>
        </p:blipFill>
        <p:spPr>
          <a:xfrm>
            <a:off x="320040" y="2691992"/>
            <a:ext cx="11548872" cy="3469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4CA65-EC08-2340-5FB8-495CAD20D706}"/>
              </a:ext>
            </a:extLst>
          </p:cNvPr>
          <p:cNvSpPr txBox="1"/>
          <p:nvPr/>
        </p:nvSpPr>
        <p:spPr>
          <a:xfrm>
            <a:off x="4994910" y="2037201"/>
            <a:ext cx="2989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1: Input array</a:t>
            </a:r>
          </a:p>
        </p:txBody>
      </p:sp>
    </p:spTree>
    <p:extLst>
      <p:ext uri="{BB962C8B-B14F-4D97-AF65-F5344CB8AC3E}">
        <p14:creationId xmlns:p14="http://schemas.microsoft.com/office/powerpoint/2010/main" val="1835892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23707-40C7-C4F2-1246-700A0A2A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anchor="b">
            <a:normAutofit/>
          </a:bodyPr>
          <a:lstStyle/>
          <a:p>
            <a:r>
              <a:rPr lang="en-US" sz="4000" dirty="0"/>
              <a:t>Complete Binary Tree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73E9F761-6111-4A06-3B7C-964C50D6E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" r="1555" b="-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38F2D3-BFCB-DE38-50EB-87D2AE7DB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193" y="2418408"/>
            <a:ext cx="2942813" cy="3540265"/>
          </a:xfrm>
        </p:spPr>
        <p:txBody>
          <a:bodyPr>
            <a:normAutofit/>
          </a:bodyPr>
          <a:lstStyle/>
          <a:p>
            <a:r>
              <a:rPr lang="en-US" sz="2400" dirty="0"/>
              <a:t>Step 2 – Construct the CBT From the input array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688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BE96-797E-850A-0080-A73CB257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7E9FB8-1309-ED82-0E4C-8038A5DBD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left</a:t>
                </a:r>
                <a:r>
                  <a:rPr lang="en-US" dirty="0"/>
                  <a:t> child of the element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7E9FB8-1309-ED82-0E4C-8038A5DBD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430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BD96-9085-94FD-B788-FEA11764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3448-4274-68DC-4564-CFBAA5BE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511C3-314E-D8DB-B6A6-5DB1F159C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left </a:t>
                </a:r>
                <a:r>
                  <a:rPr lang="en-US" dirty="0"/>
                  <a:t>child of the element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right</a:t>
                </a:r>
                <a:r>
                  <a:rPr lang="en-US" dirty="0"/>
                  <a:t> child of the element at index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index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8511C3-314E-D8DB-B6A6-5DB1F159C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0180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353F-3277-A586-579C-A2E99499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Step 3: “Heapify” – “Bubble up”</a:t>
            </a:r>
          </a:p>
        </p:txBody>
      </p:sp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0B1AFC65-1833-16FC-141B-E6FC01C33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96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114FFC-7FAD-8A32-DB1B-03A802F03295}"/>
                  </a:ext>
                </a:extLst>
              </p:cNvPr>
              <p:cNvSpPr txBox="1"/>
              <p:nvPr/>
            </p:nvSpPr>
            <p:spPr>
              <a:xfrm>
                <a:off x="8153400" y="2543364"/>
                <a:ext cx="3434180" cy="35990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Start from the first non-leaf node: 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index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</a:t>
                </a:r>
                <a:r>
                  <a:rPr kumimoji="0" lang="en-US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4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4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num>
                      <m:den>
                        <m:r>
                          <a:rPr kumimoji="0" lang="en-US" sz="4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4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114FFC-7FAD-8A32-DB1B-03A802F03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2543364"/>
                <a:ext cx="3434180" cy="3599019"/>
              </a:xfrm>
              <a:prstGeom prst="rect">
                <a:avLst/>
              </a:prstGeom>
              <a:blipFill>
                <a:blip r:embed="rId3"/>
                <a:stretch>
                  <a:fillRect l="-4085" t="-2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210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A9679DDA-70B8-F8D5-CC33-FC460BB78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6" y="0"/>
            <a:ext cx="7920251" cy="666968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D426E-4AC2-3093-46E4-261681150AE4}"/>
              </a:ext>
            </a:extLst>
          </p:cNvPr>
          <p:cNvSpPr txBox="1"/>
          <p:nvPr/>
        </p:nvSpPr>
        <p:spPr>
          <a:xfrm>
            <a:off x="8159421" y="868680"/>
            <a:ext cx="37392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Swap the element with its biggest child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BABAC-D8E7-B685-928C-8A02ED1CA924}"/>
              </a:ext>
            </a:extLst>
          </p:cNvPr>
          <p:cNvSpPr txBox="1"/>
          <p:nvPr/>
        </p:nvSpPr>
        <p:spPr>
          <a:xfrm>
            <a:off x="8159421" y="2640330"/>
            <a:ext cx="2522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until done</a:t>
            </a:r>
          </a:p>
        </p:txBody>
      </p:sp>
    </p:spTree>
    <p:extLst>
      <p:ext uri="{BB962C8B-B14F-4D97-AF65-F5344CB8AC3E}">
        <p14:creationId xmlns:p14="http://schemas.microsoft.com/office/powerpoint/2010/main" val="3199384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fractal&#10;&#10;AI-generated content may be incorrect.">
            <a:extLst>
              <a:ext uri="{FF2B5EF4-FFF2-40B4-BE49-F238E27FC236}">
                <a16:creationId xmlns:a16="http://schemas.microsoft.com/office/drawing/2014/main" id="{BF01BE70-C22F-1C53-37DB-E63DC704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53" b="204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9E767-BA52-3ACE-A9D5-8E3F9E45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Example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636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number in a row&#10;&#10;AI-generated content may be incorrect.">
            <a:extLst>
              <a:ext uri="{FF2B5EF4-FFF2-40B4-BE49-F238E27FC236}">
                <a16:creationId xmlns:a16="http://schemas.microsoft.com/office/drawing/2014/main" id="{EDF2404F-36D0-578D-93B9-A67F33EDF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72" y="1603630"/>
            <a:ext cx="9041055" cy="2644266"/>
          </a:xfrm>
        </p:spPr>
      </p:pic>
    </p:spTree>
    <p:extLst>
      <p:ext uri="{BB962C8B-B14F-4D97-AF65-F5344CB8AC3E}">
        <p14:creationId xmlns:p14="http://schemas.microsoft.com/office/powerpoint/2010/main" val="22318245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iangle with circles and numbers&#10;&#10;AI-generated content may be incorrect.">
            <a:extLst>
              <a:ext uri="{FF2B5EF4-FFF2-40B4-BE49-F238E27FC236}">
                <a16:creationId xmlns:a16="http://schemas.microsoft.com/office/drawing/2014/main" id="{C36C9E5A-4BE4-6229-C7C8-6C103D4EA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737" y="881023"/>
            <a:ext cx="6894525" cy="5095954"/>
          </a:xfrm>
        </p:spPr>
      </p:pic>
    </p:spTree>
    <p:extLst>
      <p:ext uri="{BB962C8B-B14F-4D97-AF65-F5344CB8AC3E}">
        <p14:creationId xmlns:p14="http://schemas.microsoft.com/office/powerpoint/2010/main" val="2135268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CB24-E632-A12E-53F1-31463B19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B5E70D-748D-44DE-6A19-F65798B5B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634" y="881023"/>
            <a:ext cx="7588732" cy="5095954"/>
          </a:xfrm>
        </p:spPr>
      </p:pic>
    </p:spTree>
    <p:extLst>
      <p:ext uri="{BB962C8B-B14F-4D97-AF65-F5344CB8AC3E}">
        <p14:creationId xmlns:p14="http://schemas.microsoft.com/office/powerpoint/2010/main" val="2604024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A0CE-AFB2-0E53-E1A0-32E59B7A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583F3E-8542-A508-878E-AB92CACBD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634" y="881023"/>
            <a:ext cx="7588732" cy="5095954"/>
          </a:xfrm>
        </p:spPr>
      </p:pic>
    </p:spTree>
    <p:extLst>
      <p:ext uri="{BB962C8B-B14F-4D97-AF65-F5344CB8AC3E}">
        <p14:creationId xmlns:p14="http://schemas.microsoft.com/office/powerpoint/2010/main" val="36076139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D992-640A-B5C0-B75B-A5EA38BF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DE5E0-5F3B-EF7F-E1C5-6CA1A7FAF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1634" y="566241"/>
            <a:ext cx="7588732" cy="5725517"/>
          </a:xfrm>
        </p:spPr>
      </p:pic>
    </p:spTree>
    <p:extLst>
      <p:ext uri="{BB962C8B-B14F-4D97-AF65-F5344CB8AC3E}">
        <p14:creationId xmlns:p14="http://schemas.microsoft.com/office/powerpoint/2010/main" val="3399963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CD6C-C64E-5710-3CE8-389D74B7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78C28-FDFC-B53A-0B11-19C7E3FC8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576496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D497-1BB6-6349-6DC0-C3882258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E53102-E4FF-C144-AE14-34413A6DB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2194842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E889-F534-7312-7D3D-8FDDA4EF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0D2EC-4471-4368-D5B7-2F77C6A79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5546820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FB78-C356-69E3-7A93-B99B890E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C07A43-CB45-EE3C-D063-844689EC1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900516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076E-F367-F101-1157-5E314FA1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59E154-F0E4-730C-9444-AA720495C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38751836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AAAA-CC12-465C-A647-717BBCCD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E3F005-0123-1EDF-5919-85DCB9AE0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1139033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F97A-6665-9C46-4256-D138C9B1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4A8240-9AD0-F317-2610-5FC8C2E9A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3471557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d toy person in front of two lines of white figures">
            <a:extLst>
              <a:ext uri="{FF2B5EF4-FFF2-40B4-BE49-F238E27FC236}">
                <a16:creationId xmlns:a16="http://schemas.microsoft.com/office/drawing/2014/main" id="{A36E903D-305B-B6C6-66E4-BF910703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01" r="1" b="1"/>
          <a:stretch>
            <a:fillRect/>
          </a:stretch>
        </p:blipFill>
        <p:spPr>
          <a:xfrm>
            <a:off x="-3447" y="-1"/>
            <a:ext cx="12195447" cy="68797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C9642-64EB-04D7-5D3D-CD9242C3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4121944"/>
            <a:ext cx="7927785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Priority queue</a:t>
            </a:r>
          </a:p>
        </p:txBody>
      </p:sp>
    </p:spTree>
    <p:extLst>
      <p:ext uri="{BB962C8B-B14F-4D97-AF65-F5344CB8AC3E}">
        <p14:creationId xmlns:p14="http://schemas.microsoft.com/office/powerpoint/2010/main" val="6592894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diagram of a number&#10;&#10;AI-generated content may be incorrect.">
            <a:extLst>
              <a:ext uri="{FF2B5EF4-FFF2-40B4-BE49-F238E27FC236}">
                <a16:creationId xmlns:a16="http://schemas.microsoft.com/office/drawing/2014/main" id="{B58FD086-7839-8FBA-8E51-1FD13D01A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6" y="1108710"/>
            <a:ext cx="12095284" cy="3780524"/>
          </a:xfrm>
        </p:spPr>
      </p:pic>
    </p:spTree>
    <p:extLst>
      <p:ext uri="{BB962C8B-B14F-4D97-AF65-F5344CB8AC3E}">
        <p14:creationId xmlns:p14="http://schemas.microsoft.com/office/powerpoint/2010/main" val="297016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2579E46E-9337-CB32-9C88-000B70F63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43" y="768357"/>
            <a:ext cx="6263914" cy="5321285"/>
          </a:xfrm>
        </p:spPr>
      </p:pic>
    </p:spTree>
    <p:extLst>
      <p:ext uri="{BB962C8B-B14F-4D97-AF65-F5344CB8AC3E}">
        <p14:creationId xmlns:p14="http://schemas.microsoft.com/office/powerpoint/2010/main" val="37551664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D704-9E14-6006-E88D-3CC3938F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BFC7A2-50A6-1B14-9F3D-64CFC905A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4043" y="521338"/>
            <a:ext cx="6263914" cy="5815323"/>
          </a:xfrm>
        </p:spPr>
      </p:pic>
    </p:spTree>
    <p:extLst>
      <p:ext uri="{BB962C8B-B14F-4D97-AF65-F5344CB8AC3E}">
        <p14:creationId xmlns:p14="http://schemas.microsoft.com/office/powerpoint/2010/main" val="2063630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4495A-C6A5-82DE-DE89-9507871B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Removing the largest element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39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EFDA-8D32-A23F-DD9D-ED3DD1CBF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F6571-9EFE-82C3-AF01-28D82A591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4894779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508B-C51E-E0F8-7035-39FF8850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95D3D-2AF7-A03A-57ED-90623A773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323126"/>
            <a:ext cx="8290166" cy="6211748"/>
          </a:xfrm>
        </p:spPr>
      </p:pic>
    </p:spTree>
    <p:extLst>
      <p:ext uri="{BB962C8B-B14F-4D97-AF65-F5344CB8AC3E}">
        <p14:creationId xmlns:p14="http://schemas.microsoft.com/office/powerpoint/2010/main" val="40146239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2F344-E226-06D2-C318-559F6383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D7AB72-3A0B-DF93-E72C-4D4340D9A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323126"/>
            <a:ext cx="8290166" cy="6211748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25720B-8631-9B74-19C1-8BA8CA6FFDF4}"/>
              </a:ext>
            </a:extLst>
          </p:cNvPr>
          <p:cNvSpPr/>
          <p:nvPr/>
        </p:nvSpPr>
        <p:spPr>
          <a:xfrm>
            <a:off x="8538210" y="5140414"/>
            <a:ext cx="1074420" cy="1394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188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8A116-DD44-4763-EB5C-B89C4932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71EDE-56ED-793D-B52A-78F9C656F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161563"/>
            <a:ext cx="8290166" cy="653487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712EFC-E1BE-6E27-D5C6-1F101FE53ECB}"/>
              </a:ext>
            </a:extLst>
          </p:cNvPr>
          <p:cNvSpPr/>
          <p:nvPr/>
        </p:nvSpPr>
        <p:spPr>
          <a:xfrm>
            <a:off x="8652510" y="5246370"/>
            <a:ext cx="107442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127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5733-7457-8E0E-A3C6-A4C312B5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18D72-699D-208D-728E-83DE1AFB8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194310"/>
            <a:ext cx="8290166" cy="634056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D0A1C1-C85D-424D-020A-894D5E8C8B5C}"/>
              </a:ext>
            </a:extLst>
          </p:cNvPr>
          <p:cNvSpPr/>
          <p:nvPr/>
        </p:nvSpPr>
        <p:spPr>
          <a:xfrm>
            <a:off x="8503920" y="4652010"/>
            <a:ext cx="1074420" cy="188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132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304D-D1D2-0FCC-53DE-54D97CB2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4A2703-83D7-3250-E821-C9C5E2902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2AFD58-E642-EF93-FDDF-771063E2D875}"/>
              </a:ext>
            </a:extLst>
          </p:cNvPr>
          <p:cNvSpPr/>
          <p:nvPr/>
        </p:nvSpPr>
        <p:spPr>
          <a:xfrm>
            <a:off x="8549640" y="5029200"/>
            <a:ext cx="1074420" cy="1497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491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6B53-6D05-5BA8-DA7D-019D535F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4AD74F-082A-C3A5-D068-421EE199B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F12648-374A-79DC-B482-86C23C9193BC}"/>
              </a:ext>
            </a:extLst>
          </p:cNvPr>
          <p:cNvSpPr/>
          <p:nvPr/>
        </p:nvSpPr>
        <p:spPr>
          <a:xfrm>
            <a:off x="8503920" y="5394960"/>
            <a:ext cx="107442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991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625E-726F-D832-DF38-55A24DBF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of heap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669BD-8623-05EA-51BB-2EB67EBCB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Inserting an element – </a:t>
            </a:r>
            <a:r>
              <a:rPr lang="en-US" i="1" dirty="0"/>
              <a:t>O(lg(n))</a:t>
            </a:r>
          </a:p>
          <a:p>
            <a:r>
              <a:rPr lang="en-US" dirty="0"/>
              <a:t>Removing an element – </a:t>
            </a:r>
            <a:r>
              <a:rPr lang="en-US" i="1" dirty="0"/>
              <a:t>O(lg(n))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086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59CB-17B8-1685-B811-7A7F1BC0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3560-B114-FE6F-568A-4D9763C0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building the Initial heap?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32B-9B83-5BEB-3007-30FE7AF1B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right implementation – </a:t>
            </a:r>
            <a:r>
              <a:rPr lang="en-US" i="1" dirty="0"/>
              <a:t>O(n)</a:t>
            </a:r>
          </a:p>
          <a:p>
            <a:pPr lvl="1"/>
            <a:r>
              <a:rPr lang="en-US" i="1" dirty="0"/>
              <a:t>Homework for extra points: find the proof!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593</Words>
  <Application>Microsoft Office PowerPoint</Application>
  <PresentationFormat>Widescreen</PresentationFormat>
  <Paragraphs>127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Data Structures and Algorithms I.</vt:lpstr>
      <vt:lpstr>Imagine that you’re building a house</vt:lpstr>
      <vt:lpstr>The blueprint – an algorithm</vt:lpstr>
      <vt:lpstr>The materials – provide the structure</vt:lpstr>
      <vt:lpstr>Even if the blueprint is flawless, low-quality materials can make the house collapse early.</vt:lpstr>
      <vt:lpstr>Data - the building blocks for software</vt:lpstr>
      <vt:lpstr>PowerPoint Presentation</vt:lpstr>
      <vt:lpstr>Primitive data types – fixed size in memory</vt:lpstr>
      <vt:lpstr>Composite data types – fixed size in memory</vt:lpstr>
      <vt:lpstr>Material types</vt:lpstr>
      <vt:lpstr>Array – contiguous memory addresses</vt:lpstr>
      <vt:lpstr>Pointer</vt:lpstr>
      <vt:lpstr>Nodes with pointers to other nodes</vt:lpstr>
      <vt:lpstr>Data Structures</vt:lpstr>
      <vt:lpstr>The Stack - LIFO</vt:lpstr>
      <vt:lpstr>Usage - Examples</vt:lpstr>
      <vt:lpstr>Usage - Examples</vt:lpstr>
      <vt:lpstr>Usage - Examples</vt:lpstr>
      <vt:lpstr>Usage - Examples</vt:lpstr>
      <vt:lpstr>The Queue - FIFO</vt:lpstr>
      <vt:lpstr>Usage - Examples</vt:lpstr>
      <vt:lpstr>Usage - Examples</vt:lpstr>
      <vt:lpstr>Usage - Examples</vt:lpstr>
      <vt:lpstr>Exercises</vt:lpstr>
      <vt:lpstr>PowerPoint Presentation</vt:lpstr>
      <vt:lpstr>Linked List</vt:lpstr>
      <vt:lpstr>Git</vt:lpstr>
      <vt:lpstr>Binary heap</vt:lpstr>
      <vt:lpstr>2 Types</vt:lpstr>
      <vt:lpstr>Max heap</vt:lpstr>
      <vt:lpstr>Min heap</vt:lpstr>
      <vt:lpstr>Heap properties &amp; functions</vt:lpstr>
      <vt:lpstr>Heapify</vt:lpstr>
      <vt:lpstr>Complete Binary Tree</vt:lpstr>
      <vt:lpstr>How?</vt:lpstr>
      <vt:lpstr>How?</vt:lpstr>
      <vt:lpstr>Step 3: “Heapify” – “Bubble up”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Priority queue</vt:lpstr>
      <vt:lpstr>PowerPoint Presentation</vt:lpstr>
      <vt:lpstr>PowerPoint Presentation</vt:lpstr>
      <vt:lpstr>PowerPoint Presentation</vt:lpstr>
      <vt:lpstr>Removing the largest element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complexity of heap operations</vt:lpstr>
      <vt:lpstr>What about building the Initial heap?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23</cp:revision>
  <dcterms:created xsi:type="dcterms:W3CDTF">2025-09-04T12:09:15Z</dcterms:created>
  <dcterms:modified xsi:type="dcterms:W3CDTF">2026-02-28T19:15:12Z</dcterms:modified>
</cp:coreProperties>
</file>