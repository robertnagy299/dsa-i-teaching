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ink/ink510.xml" ContentType="application/inkml+xml"/>
  <Override PartName="/ppt/ink/ink511.xml" ContentType="application/inkml+xml"/>
  <Override PartName="/ppt/ink/ink512.xml" ContentType="application/inkml+xml"/>
  <Override PartName="/ppt/ink/ink513.xml" ContentType="application/inkml+xml"/>
  <Override PartName="/ppt/ink/ink514.xml" ContentType="application/inkml+xml"/>
  <Override PartName="/ppt/ink/ink515.xml" ContentType="application/inkml+xml"/>
  <Override PartName="/ppt/ink/ink516.xml" ContentType="application/inkml+xml"/>
  <Override PartName="/ppt/ink/ink517.xml" ContentType="application/inkml+xml"/>
  <Override PartName="/ppt/ink/ink518.xml" ContentType="application/inkml+xml"/>
  <Override PartName="/ppt/ink/ink519.xml" ContentType="application/inkml+xml"/>
  <Override PartName="/ppt/ink/ink520.xml" ContentType="application/inkml+xml"/>
  <Override PartName="/ppt/ink/ink521.xml" ContentType="application/inkml+xml"/>
  <Override PartName="/ppt/ink/ink522.xml" ContentType="application/inkml+xml"/>
  <Override PartName="/ppt/ink/ink523.xml" ContentType="application/inkml+xml"/>
  <Override PartName="/ppt/ink/ink524.xml" ContentType="application/inkml+xml"/>
  <Override PartName="/ppt/ink/ink525.xml" ContentType="application/inkml+xml"/>
  <Override PartName="/ppt/ink/ink526.xml" ContentType="application/inkml+xml"/>
  <Override PartName="/ppt/ink/ink527.xml" ContentType="application/inkml+xml"/>
  <Override PartName="/ppt/ink/ink528.xml" ContentType="application/inkml+xml"/>
  <Override PartName="/ppt/ink/ink529.xml" ContentType="application/inkml+xml"/>
  <Override PartName="/ppt/ink/ink530.xml" ContentType="application/inkml+xml"/>
  <Override PartName="/ppt/ink/ink531.xml" ContentType="application/inkml+xml"/>
  <Override PartName="/ppt/ink/ink532.xml" ContentType="application/inkml+xml"/>
  <Override PartName="/ppt/ink/ink533.xml" ContentType="application/inkml+xml"/>
  <Override PartName="/ppt/ink/ink534.xml" ContentType="application/inkml+xml"/>
  <Override PartName="/ppt/ink/ink535.xml" ContentType="application/inkml+xml"/>
  <Override PartName="/ppt/ink/ink536.xml" ContentType="application/inkml+xml"/>
  <Override PartName="/ppt/ink/ink537.xml" ContentType="application/inkml+xml"/>
  <Override PartName="/ppt/ink/ink538.xml" ContentType="application/inkml+xml"/>
  <Override PartName="/ppt/ink/ink539.xml" ContentType="application/inkml+xml"/>
  <Override PartName="/ppt/ink/ink540.xml" ContentType="application/inkml+xml"/>
  <Override PartName="/ppt/ink/ink541.xml" ContentType="application/inkml+xml"/>
  <Override PartName="/ppt/ink/ink542.xml" ContentType="application/inkml+xml"/>
  <Override PartName="/ppt/ink/ink543.xml" ContentType="application/inkml+xml"/>
  <Override PartName="/ppt/ink/ink544.xml" ContentType="application/inkml+xml"/>
  <Override PartName="/ppt/ink/ink545.xml" ContentType="application/inkml+xml"/>
  <Override PartName="/ppt/ink/ink546.xml" ContentType="application/inkml+xml"/>
  <Override PartName="/ppt/ink/ink547.xml" ContentType="application/inkml+xml"/>
  <Override PartName="/ppt/ink/ink548.xml" ContentType="application/inkml+xml"/>
  <Override PartName="/ppt/ink/ink549.xml" ContentType="application/inkml+xml"/>
  <Override PartName="/ppt/ink/ink550.xml" ContentType="application/inkml+xml"/>
  <Override PartName="/ppt/ink/ink551.xml" ContentType="application/inkml+xml"/>
  <Override PartName="/ppt/ink/ink552.xml" ContentType="application/inkml+xml"/>
  <Override PartName="/ppt/ink/ink553.xml" ContentType="application/inkml+xml"/>
  <Override PartName="/ppt/ink/ink554.xml" ContentType="application/inkml+xml"/>
  <Override PartName="/ppt/ink/ink555.xml" ContentType="application/inkml+xml"/>
  <Override PartName="/ppt/ink/ink556.xml" ContentType="application/inkml+xml"/>
  <Override PartName="/ppt/ink/ink557.xml" ContentType="application/inkml+xml"/>
  <Override PartName="/ppt/ink/ink558.xml" ContentType="application/inkml+xml"/>
  <Override PartName="/ppt/ink/ink559.xml" ContentType="application/inkml+xml"/>
  <Override PartName="/ppt/ink/ink560.xml" ContentType="application/inkml+xml"/>
  <Override PartName="/ppt/ink/ink561.xml" ContentType="application/inkml+xml"/>
  <Override PartName="/ppt/ink/ink562.xml" ContentType="application/inkml+xml"/>
  <Override PartName="/ppt/ink/ink563.xml" ContentType="application/inkml+xml"/>
  <Override PartName="/ppt/ink/ink564.xml" ContentType="application/inkml+xml"/>
  <Override PartName="/ppt/ink/ink565.xml" ContentType="application/inkml+xml"/>
  <Override PartName="/ppt/ink/ink566.xml" ContentType="application/inkml+xml"/>
  <Override PartName="/ppt/ink/ink567.xml" ContentType="application/inkml+xml"/>
  <Override PartName="/ppt/ink/ink568.xml" ContentType="application/inkml+xml"/>
  <Override PartName="/ppt/ink/ink569.xml" ContentType="application/inkml+xml"/>
  <Override PartName="/ppt/ink/ink570.xml" ContentType="application/inkml+xml"/>
  <Override PartName="/ppt/ink/ink571.xml" ContentType="application/inkml+xml"/>
  <Override PartName="/ppt/ink/ink572.xml" ContentType="application/inkml+xml"/>
  <Override PartName="/ppt/ink/ink573.xml" ContentType="application/inkml+xml"/>
  <Override PartName="/ppt/ink/ink574.xml" ContentType="application/inkml+xml"/>
  <Override PartName="/ppt/ink/ink575.xml" ContentType="application/inkml+xml"/>
  <Override PartName="/ppt/ink/ink576.xml" ContentType="application/inkml+xml"/>
  <Override PartName="/ppt/ink/ink577.xml" ContentType="application/inkml+xml"/>
  <Override PartName="/ppt/ink/ink578.xml" ContentType="application/inkml+xml"/>
  <Override PartName="/ppt/ink/ink579.xml" ContentType="application/inkml+xml"/>
  <Override PartName="/ppt/ink/ink580.xml" ContentType="application/inkml+xml"/>
  <Override PartName="/ppt/ink/ink581.xml" ContentType="application/inkml+xml"/>
  <Override PartName="/ppt/ink/ink582.xml" ContentType="application/inkml+xml"/>
  <Override PartName="/ppt/ink/ink583.xml" ContentType="application/inkml+xml"/>
  <Override PartName="/ppt/ink/ink584.xml" ContentType="application/inkml+xml"/>
  <Override PartName="/ppt/ink/ink585.xml" ContentType="application/inkml+xml"/>
  <Override PartName="/ppt/ink/ink586.xml" ContentType="application/inkml+xml"/>
  <Override PartName="/ppt/ink/ink587.xml" ContentType="application/inkml+xml"/>
  <Override PartName="/ppt/ink/ink588.xml" ContentType="application/inkml+xml"/>
  <Override PartName="/ppt/ink/ink589.xml" ContentType="application/inkml+xml"/>
  <Override PartName="/ppt/ink/ink590.xml" ContentType="application/inkml+xml"/>
  <Override PartName="/ppt/ink/ink591.xml" ContentType="application/inkml+xml"/>
  <Override PartName="/ppt/ink/ink592.xml" ContentType="application/inkml+xml"/>
  <Override PartName="/ppt/ink/ink593.xml" ContentType="application/inkml+xml"/>
  <Override PartName="/ppt/ink/ink594.xml" ContentType="application/inkml+xml"/>
  <Override PartName="/ppt/ink/ink595.xml" ContentType="application/inkml+xml"/>
  <Override PartName="/ppt/ink/ink596.xml" ContentType="application/inkml+xml"/>
  <Override PartName="/ppt/ink/ink597.xml" ContentType="application/inkml+xml"/>
  <Override PartName="/ppt/ink/ink598.xml" ContentType="application/inkml+xml"/>
  <Override PartName="/ppt/ink/ink599.xml" ContentType="application/inkml+xml"/>
  <Override PartName="/ppt/ink/ink600.xml" ContentType="application/inkml+xml"/>
  <Override PartName="/ppt/ink/ink601.xml" ContentType="application/inkml+xml"/>
  <Override PartName="/ppt/ink/ink602.xml" ContentType="application/inkml+xml"/>
  <Override PartName="/ppt/ink/ink603.xml" ContentType="application/inkml+xml"/>
  <Override PartName="/ppt/ink/ink604.xml" ContentType="application/inkml+xml"/>
  <Override PartName="/ppt/ink/ink605.xml" ContentType="application/inkml+xml"/>
  <Override PartName="/ppt/ink/ink606.xml" ContentType="application/inkml+xml"/>
  <Override PartName="/ppt/ink/ink607.xml" ContentType="application/inkml+xml"/>
  <Override PartName="/ppt/ink/ink608.xml" ContentType="application/inkml+xml"/>
  <Override PartName="/ppt/ink/ink609.xml" ContentType="application/inkml+xml"/>
  <Override PartName="/ppt/ink/ink610.xml" ContentType="application/inkml+xml"/>
  <Override PartName="/ppt/ink/ink611.xml" ContentType="application/inkml+xml"/>
  <Override PartName="/ppt/ink/ink612.xml" ContentType="application/inkml+xml"/>
  <Override PartName="/ppt/ink/ink613.xml" ContentType="application/inkml+xml"/>
  <Override PartName="/ppt/ink/ink614.xml" ContentType="application/inkml+xml"/>
  <Override PartName="/ppt/ink/ink615.xml" ContentType="application/inkml+xml"/>
  <Override PartName="/ppt/ink/ink616.xml" ContentType="application/inkml+xml"/>
  <Override PartName="/ppt/ink/ink617.xml" ContentType="application/inkml+xml"/>
  <Override PartName="/ppt/ink/ink618.xml" ContentType="application/inkml+xml"/>
  <Override PartName="/ppt/ink/ink619.xml" ContentType="application/inkml+xml"/>
  <Override PartName="/ppt/ink/ink620.xml" ContentType="application/inkml+xml"/>
  <Override PartName="/ppt/ink/ink621.xml" ContentType="application/inkml+xml"/>
  <Override PartName="/ppt/ink/ink622.xml" ContentType="application/inkml+xml"/>
  <Override PartName="/ppt/ink/ink623.xml" ContentType="application/inkml+xml"/>
  <Override PartName="/ppt/ink/ink624.xml" ContentType="application/inkml+xml"/>
  <Override PartName="/ppt/ink/ink625.xml" ContentType="application/inkml+xml"/>
  <Override PartName="/ppt/ink/ink626.xml" ContentType="application/inkml+xml"/>
  <Override PartName="/ppt/ink/ink627.xml" ContentType="application/inkml+xml"/>
  <Override PartName="/ppt/ink/ink628.xml" ContentType="application/inkml+xml"/>
  <Override PartName="/ppt/ink/ink629.xml" ContentType="application/inkml+xml"/>
  <Override PartName="/ppt/ink/ink630.xml" ContentType="application/inkml+xml"/>
  <Override PartName="/ppt/ink/ink631.xml" ContentType="application/inkml+xml"/>
  <Override PartName="/ppt/ink/ink632.xml" ContentType="application/inkml+xml"/>
  <Override PartName="/ppt/ink/ink633.xml" ContentType="application/inkml+xml"/>
  <Override PartName="/ppt/ink/ink634.xml" ContentType="application/inkml+xml"/>
  <Override PartName="/ppt/ink/ink635.xml" ContentType="application/inkml+xml"/>
  <Override PartName="/ppt/ink/ink636.xml" ContentType="application/inkml+xml"/>
  <Override PartName="/ppt/ink/ink637.xml" ContentType="application/inkml+xml"/>
  <Override PartName="/ppt/ink/ink638.xml" ContentType="application/inkml+xml"/>
  <Override PartName="/ppt/ink/ink639.xml" ContentType="application/inkml+xml"/>
  <Override PartName="/ppt/ink/ink640.xml" ContentType="application/inkml+xml"/>
  <Override PartName="/ppt/ink/ink641.xml" ContentType="application/inkml+xml"/>
  <Override PartName="/ppt/ink/ink642.xml" ContentType="application/inkml+xml"/>
  <Override PartName="/ppt/ink/ink643.xml" ContentType="application/inkml+xml"/>
  <Override PartName="/ppt/ink/ink644.xml" ContentType="application/inkml+xml"/>
  <Override PartName="/ppt/ink/ink645.xml" ContentType="application/inkml+xml"/>
  <Override PartName="/ppt/ink/ink646.xml" ContentType="application/inkml+xml"/>
  <Override PartName="/ppt/ink/ink647.xml" ContentType="application/inkml+xml"/>
  <Override PartName="/ppt/ink/ink648.xml" ContentType="application/inkml+xml"/>
  <Override PartName="/ppt/ink/ink649.xml" ContentType="application/inkml+xml"/>
  <Override PartName="/ppt/ink/ink650.xml" ContentType="application/inkml+xml"/>
  <Override PartName="/ppt/ink/ink651.xml" ContentType="application/inkml+xml"/>
  <Override PartName="/ppt/ink/ink652.xml" ContentType="application/inkml+xml"/>
  <Override PartName="/ppt/ink/ink653.xml" ContentType="application/inkml+xml"/>
  <Override PartName="/ppt/ink/ink654.xml" ContentType="application/inkml+xml"/>
  <Override PartName="/ppt/ink/ink655.xml" ContentType="application/inkml+xml"/>
  <Override PartName="/ppt/ink/ink656.xml" ContentType="application/inkml+xml"/>
  <Override PartName="/ppt/ink/ink657.xml" ContentType="application/inkml+xml"/>
  <Override PartName="/ppt/ink/ink658.xml" ContentType="application/inkml+xml"/>
  <Override PartName="/ppt/ink/ink659.xml" ContentType="application/inkml+xml"/>
  <Override PartName="/ppt/ink/ink660.xml" ContentType="application/inkml+xml"/>
  <Override PartName="/ppt/ink/ink661.xml" ContentType="application/inkml+xml"/>
  <Override PartName="/ppt/ink/ink662.xml" ContentType="application/inkml+xml"/>
  <Override PartName="/ppt/ink/ink663.xml" ContentType="application/inkml+xml"/>
  <Override PartName="/ppt/ink/ink664.xml" ContentType="application/inkml+xml"/>
  <Override PartName="/ppt/ink/ink665.xml" ContentType="application/inkml+xml"/>
  <Override PartName="/ppt/ink/ink666.xml" ContentType="application/inkml+xml"/>
  <Override PartName="/ppt/ink/ink667.xml" ContentType="application/inkml+xml"/>
  <Override PartName="/ppt/ink/ink668.xml" ContentType="application/inkml+xml"/>
  <Override PartName="/ppt/ink/ink669.xml" ContentType="application/inkml+xml"/>
  <Override PartName="/ppt/ink/ink670.xml" ContentType="application/inkml+xml"/>
  <Override PartName="/ppt/ink/ink671.xml" ContentType="application/inkml+xml"/>
  <Override PartName="/ppt/ink/ink672.xml" ContentType="application/inkml+xml"/>
  <Override PartName="/ppt/ink/ink673.xml" ContentType="application/inkml+xml"/>
  <Override PartName="/ppt/ink/ink674.xml" ContentType="application/inkml+xml"/>
  <Override PartName="/ppt/ink/ink675.xml" ContentType="application/inkml+xml"/>
  <Override PartName="/ppt/ink/ink676.xml" ContentType="application/inkml+xml"/>
  <Override PartName="/ppt/ink/ink677.xml" ContentType="application/inkml+xml"/>
  <Override PartName="/ppt/ink/ink678.xml" ContentType="application/inkml+xml"/>
  <Override PartName="/ppt/ink/ink679.xml" ContentType="application/inkml+xml"/>
  <Override PartName="/ppt/ink/ink680.xml" ContentType="application/inkml+xml"/>
  <Override PartName="/ppt/ink/ink681.xml" ContentType="application/inkml+xml"/>
  <Override PartName="/ppt/ink/ink682.xml" ContentType="application/inkml+xml"/>
  <Override PartName="/ppt/ink/ink683.xml" ContentType="application/inkml+xml"/>
  <Override PartName="/ppt/ink/ink684.xml" ContentType="application/inkml+xml"/>
  <Override PartName="/ppt/ink/ink685.xml" ContentType="application/inkml+xml"/>
  <Override PartName="/ppt/ink/ink686.xml" ContentType="application/inkml+xml"/>
  <Override PartName="/ppt/ink/ink687.xml" ContentType="application/inkml+xml"/>
  <Override PartName="/ppt/ink/ink688.xml" ContentType="application/inkml+xml"/>
  <Override PartName="/ppt/ink/ink689.xml" ContentType="application/inkml+xml"/>
  <Override PartName="/ppt/ink/ink690.xml" ContentType="application/inkml+xml"/>
  <Override PartName="/ppt/ink/ink69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58" r:id="rId3"/>
    <p:sldId id="256" r:id="rId4"/>
    <p:sldId id="257" r:id="rId5"/>
    <p:sldId id="261" r:id="rId6"/>
    <p:sldId id="260" r:id="rId7"/>
    <p:sldId id="259" r:id="rId8"/>
    <p:sldId id="263" r:id="rId9"/>
    <p:sldId id="264" r:id="rId10"/>
    <p:sldId id="262" r:id="rId11"/>
    <p:sldId id="265" r:id="rId12"/>
    <p:sldId id="266" r:id="rId13"/>
    <p:sldId id="273" r:id="rId14"/>
    <p:sldId id="274" r:id="rId15"/>
    <p:sldId id="275" r:id="rId16"/>
    <p:sldId id="272" r:id="rId17"/>
    <p:sldId id="268" r:id="rId18"/>
    <p:sldId id="269" r:id="rId19"/>
    <p:sldId id="283" r:id="rId20"/>
    <p:sldId id="284" r:id="rId21"/>
    <p:sldId id="295" r:id="rId22"/>
    <p:sldId id="285" r:id="rId23"/>
    <p:sldId id="270" r:id="rId24"/>
    <p:sldId id="276" r:id="rId25"/>
    <p:sldId id="277" r:id="rId26"/>
    <p:sldId id="278" r:id="rId27"/>
    <p:sldId id="279" r:id="rId28"/>
    <p:sldId id="281" r:id="rId29"/>
    <p:sldId id="286" r:id="rId30"/>
    <p:sldId id="287" r:id="rId31"/>
    <p:sldId id="282" r:id="rId32"/>
    <p:sldId id="289" r:id="rId33"/>
    <p:sldId id="290" r:id="rId34"/>
    <p:sldId id="291" r:id="rId35"/>
    <p:sldId id="293" r:id="rId36"/>
    <p:sldId id="292" r:id="rId37"/>
    <p:sldId id="294" r:id="rId38"/>
    <p:sldId id="296" r:id="rId39"/>
    <p:sldId id="298" r:id="rId40"/>
    <p:sldId id="297" r:id="rId41"/>
    <p:sldId id="302" r:id="rId42"/>
    <p:sldId id="288" r:id="rId43"/>
    <p:sldId id="299" r:id="rId44"/>
    <p:sldId id="300" r:id="rId45"/>
    <p:sldId id="301" r:id="rId46"/>
    <p:sldId id="319" r:id="rId47"/>
    <p:sldId id="320" r:id="rId48"/>
    <p:sldId id="303" r:id="rId49"/>
    <p:sldId id="304" r:id="rId50"/>
    <p:sldId id="305" r:id="rId51"/>
    <p:sldId id="306" r:id="rId52"/>
    <p:sldId id="307" r:id="rId53"/>
    <p:sldId id="310" r:id="rId54"/>
    <p:sldId id="311" r:id="rId55"/>
    <p:sldId id="312" r:id="rId56"/>
    <p:sldId id="321" r:id="rId57"/>
    <p:sldId id="313" r:id="rId58"/>
    <p:sldId id="314" r:id="rId59"/>
    <p:sldId id="315" r:id="rId60"/>
    <p:sldId id="316" r:id="rId61"/>
    <p:sldId id="317" r:id="rId62"/>
    <p:sldId id="318" r:id="rId63"/>
    <p:sldId id="322" r:id="rId64"/>
    <p:sldId id="323" r:id="rId65"/>
    <p:sldId id="324" r:id="rId66"/>
    <p:sldId id="325" r:id="rId67"/>
    <p:sldId id="326" r:id="rId68"/>
    <p:sldId id="327" r:id="rId69"/>
    <p:sldId id="328" r:id="rId70"/>
    <p:sldId id="329" r:id="rId71"/>
    <p:sldId id="330" r:id="rId72"/>
    <p:sldId id="267" r:id="rId7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464" autoAdjust="0"/>
    <p:restoredTop sz="94660"/>
  </p:normalViewPr>
  <p:slideViewPr>
    <p:cSldViewPr snapToGrid="0">
      <p:cViewPr varScale="1">
        <p:scale>
          <a:sx n="56" d="100"/>
          <a:sy n="56" d="100"/>
        </p:scale>
        <p:origin x="9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16" Type="http://schemas.openxmlformats.org/officeDocument/2006/relationships/slide" Target="slides/slide1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slide" Target="slides/slide64.xml"/><Relationship Id="rId74" Type="http://schemas.openxmlformats.org/officeDocument/2006/relationships/presProps" Target="presProps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77" Type="http://schemas.openxmlformats.org/officeDocument/2006/relationships/tableStyles" Target="tableStyle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theme" Target="theme/theme1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4" Type="http://schemas.openxmlformats.org/officeDocument/2006/relationships/image" Target="../media/image17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4" Type="http://schemas.openxmlformats.org/officeDocument/2006/relationships/image" Target="../media/image1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2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/>
    </dgm:fillClrLst>
    <dgm:linClrLst meth="repeat">
      <a:schemeClr val="lt2">
        <a:alpha val="0"/>
      </a:schemeClr>
    </dgm:linClrLst>
    <dgm:effectClrLst/>
    <dgm:txLinClrLst/>
    <dgm:txFillClrLst/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759C4AD-8B64-4C96-A1EC-0472F64700BD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accent0_3" csCatId="mainScheme" phldr="1"/>
      <dgm:spPr/>
      <dgm:t>
        <a:bodyPr/>
        <a:lstStyle/>
        <a:p>
          <a:endParaRPr lang="en-US"/>
        </a:p>
      </dgm:t>
    </dgm:pt>
    <dgm:pt modelId="{4B95CA63-17D6-4CA4-B996-FC550F59DBF8}">
      <dgm:prSet/>
      <dgm:spPr/>
      <dgm:t>
        <a:bodyPr/>
        <a:lstStyle/>
        <a:p>
          <a:pPr>
            <a:defRPr cap="all"/>
          </a:pPr>
          <a:r>
            <a:rPr lang="en-US"/>
            <a:t>Top-down</a:t>
          </a:r>
        </a:p>
      </dgm:t>
    </dgm:pt>
    <dgm:pt modelId="{68602941-1734-421D-ADC5-29C68F6D3069}" type="parTrans" cxnId="{3B57DF0D-CAEF-4F2E-B5C0-667691F3ED34}">
      <dgm:prSet/>
      <dgm:spPr/>
      <dgm:t>
        <a:bodyPr/>
        <a:lstStyle/>
        <a:p>
          <a:endParaRPr lang="en-US"/>
        </a:p>
      </dgm:t>
    </dgm:pt>
    <dgm:pt modelId="{16B7E623-238B-488A-9058-AA05E29FA875}" type="sibTrans" cxnId="{3B57DF0D-CAEF-4F2E-B5C0-667691F3ED34}">
      <dgm:prSet/>
      <dgm:spPr/>
      <dgm:t>
        <a:bodyPr/>
        <a:lstStyle/>
        <a:p>
          <a:endParaRPr lang="en-US"/>
        </a:p>
      </dgm:t>
    </dgm:pt>
    <dgm:pt modelId="{DFAD85F1-380A-4D6B-BDA8-CE22CAA72B51}">
      <dgm:prSet/>
      <dgm:spPr/>
      <dgm:t>
        <a:bodyPr/>
        <a:lstStyle/>
        <a:p>
          <a:pPr>
            <a:defRPr cap="all"/>
          </a:pPr>
          <a:r>
            <a:rPr lang="en-US"/>
            <a:t>Bottom-up</a:t>
          </a:r>
        </a:p>
      </dgm:t>
    </dgm:pt>
    <dgm:pt modelId="{D5D43C41-9B21-4275-B7F2-2DE7C3F977BC}" type="parTrans" cxnId="{C5C0F19F-7FE7-461B-B323-0150F5576934}">
      <dgm:prSet/>
      <dgm:spPr/>
      <dgm:t>
        <a:bodyPr/>
        <a:lstStyle/>
        <a:p>
          <a:endParaRPr lang="en-US"/>
        </a:p>
      </dgm:t>
    </dgm:pt>
    <dgm:pt modelId="{1702B78A-4F28-4069-8DF7-8B949BD46579}" type="sibTrans" cxnId="{C5C0F19F-7FE7-461B-B323-0150F5576934}">
      <dgm:prSet/>
      <dgm:spPr/>
      <dgm:t>
        <a:bodyPr/>
        <a:lstStyle/>
        <a:p>
          <a:endParaRPr lang="en-US"/>
        </a:p>
      </dgm:t>
    </dgm:pt>
    <dgm:pt modelId="{AF2F51E7-1F4C-4A76-91A8-7F3FC1090E2A}" type="pres">
      <dgm:prSet presAssocID="{4759C4AD-8B64-4C96-A1EC-0472F64700BD}" presName="root" presStyleCnt="0">
        <dgm:presLayoutVars>
          <dgm:dir/>
          <dgm:resizeHandles val="exact"/>
        </dgm:presLayoutVars>
      </dgm:prSet>
      <dgm:spPr/>
    </dgm:pt>
    <dgm:pt modelId="{71AAB99C-364B-4F7F-B40E-1EA46DF6D41A}" type="pres">
      <dgm:prSet presAssocID="{4B95CA63-17D6-4CA4-B996-FC550F59DBF8}" presName="compNode" presStyleCnt="0"/>
      <dgm:spPr/>
    </dgm:pt>
    <dgm:pt modelId="{4CD476AD-C108-41BE-8C8F-4F14863CA97D}" type="pres">
      <dgm:prSet presAssocID="{4B95CA63-17D6-4CA4-B996-FC550F59DBF8}" presName="iconBgRect" presStyleLbl="bgShp" presStyleIdx="0" presStyleCnt="2"/>
      <dgm:spPr/>
    </dgm:pt>
    <dgm:pt modelId="{B749A6F3-C4AF-4A15-A9D6-E62B65281FA4}" type="pres">
      <dgm:prSet presAssocID="{4B95CA63-17D6-4CA4-B996-FC550F59DBF8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erarchy with solid fill"/>
        </a:ext>
      </dgm:extLst>
    </dgm:pt>
    <dgm:pt modelId="{7ABEE868-47D1-4608-B787-FA32176CEF37}" type="pres">
      <dgm:prSet presAssocID="{4B95CA63-17D6-4CA4-B996-FC550F59DBF8}" presName="spaceRect" presStyleCnt="0"/>
      <dgm:spPr/>
    </dgm:pt>
    <dgm:pt modelId="{21542C84-C030-43ED-877B-42323F1794FF}" type="pres">
      <dgm:prSet presAssocID="{4B95CA63-17D6-4CA4-B996-FC550F59DBF8}" presName="textRect" presStyleLbl="revTx" presStyleIdx="0" presStyleCnt="2">
        <dgm:presLayoutVars>
          <dgm:chMax val="1"/>
          <dgm:chPref val="1"/>
        </dgm:presLayoutVars>
      </dgm:prSet>
      <dgm:spPr/>
    </dgm:pt>
    <dgm:pt modelId="{C2737849-1D71-4451-A8E9-7E5E0E070F8C}" type="pres">
      <dgm:prSet presAssocID="{16B7E623-238B-488A-9058-AA05E29FA875}" presName="sibTrans" presStyleCnt="0"/>
      <dgm:spPr/>
    </dgm:pt>
    <dgm:pt modelId="{1495B958-C998-48FC-BA07-7FB0197244DD}" type="pres">
      <dgm:prSet presAssocID="{DFAD85F1-380A-4D6B-BDA8-CE22CAA72B51}" presName="compNode" presStyleCnt="0"/>
      <dgm:spPr/>
    </dgm:pt>
    <dgm:pt modelId="{B8F2B267-4DB4-44BC-BBB8-70C2C6CF1F6A}" type="pres">
      <dgm:prSet presAssocID="{DFAD85F1-380A-4D6B-BDA8-CE22CAA72B51}" presName="iconBgRect" presStyleLbl="bgShp" presStyleIdx="1" presStyleCnt="2"/>
      <dgm:spPr/>
    </dgm:pt>
    <dgm:pt modelId="{D0474790-70D0-4B36-875E-5225D0916237}" type="pres">
      <dgm:prSet presAssocID="{DFAD85F1-380A-4D6B-BDA8-CE22CAA72B51}" presName="iconRect" presStyleLbl="node1" presStyleIdx="1" presStyleCnt="2" custAng="10800000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orkflow with solid fill"/>
        </a:ext>
      </dgm:extLst>
    </dgm:pt>
    <dgm:pt modelId="{16A5711F-9602-4302-874C-8C859E8D5190}" type="pres">
      <dgm:prSet presAssocID="{DFAD85F1-380A-4D6B-BDA8-CE22CAA72B51}" presName="spaceRect" presStyleCnt="0"/>
      <dgm:spPr/>
    </dgm:pt>
    <dgm:pt modelId="{7E23AB3A-4F3D-4DCC-928C-0C1EB0A8342E}" type="pres">
      <dgm:prSet presAssocID="{DFAD85F1-380A-4D6B-BDA8-CE22CAA72B51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A6FA9B0C-5EC9-4AB2-A374-94DE0957D69E}" type="presOf" srcId="{4759C4AD-8B64-4C96-A1EC-0472F64700BD}" destId="{AF2F51E7-1F4C-4A76-91A8-7F3FC1090E2A}" srcOrd="0" destOrd="0" presId="urn:microsoft.com/office/officeart/2018/5/layout/IconCircleLabelList"/>
    <dgm:cxn modelId="{3B57DF0D-CAEF-4F2E-B5C0-667691F3ED34}" srcId="{4759C4AD-8B64-4C96-A1EC-0472F64700BD}" destId="{4B95CA63-17D6-4CA4-B996-FC550F59DBF8}" srcOrd="0" destOrd="0" parTransId="{68602941-1734-421D-ADC5-29C68F6D3069}" sibTransId="{16B7E623-238B-488A-9058-AA05E29FA875}"/>
    <dgm:cxn modelId="{C5C0F19F-7FE7-461B-B323-0150F5576934}" srcId="{4759C4AD-8B64-4C96-A1EC-0472F64700BD}" destId="{DFAD85F1-380A-4D6B-BDA8-CE22CAA72B51}" srcOrd="1" destOrd="0" parTransId="{D5D43C41-9B21-4275-B7F2-2DE7C3F977BC}" sibTransId="{1702B78A-4F28-4069-8DF7-8B949BD46579}"/>
    <dgm:cxn modelId="{69F29CE5-4729-40CA-B246-1A8023B249DB}" type="presOf" srcId="{DFAD85F1-380A-4D6B-BDA8-CE22CAA72B51}" destId="{7E23AB3A-4F3D-4DCC-928C-0C1EB0A8342E}" srcOrd="0" destOrd="0" presId="urn:microsoft.com/office/officeart/2018/5/layout/IconCircleLabelList"/>
    <dgm:cxn modelId="{18D6BDF8-A7A3-4926-A7D4-6DDF83BD3615}" type="presOf" srcId="{4B95CA63-17D6-4CA4-B996-FC550F59DBF8}" destId="{21542C84-C030-43ED-877B-42323F1794FF}" srcOrd="0" destOrd="0" presId="urn:microsoft.com/office/officeart/2018/5/layout/IconCircleLabelList"/>
    <dgm:cxn modelId="{FD219A3B-3715-43B8-91B4-5C6C58990D0F}" type="presParOf" srcId="{AF2F51E7-1F4C-4A76-91A8-7F3FC1090E2A}" destId="{71AAB99C-364B-4F7F-B40E-1EA46DF6D41A}" srcOrd="0" destOrd="0" presId="urn:microsoft.com/office/officeart/2018/5/layout/IconCircleLabelList"/>
    <dgm:cxn modelId="{C5C9E58A-E11F-4121-95DE-08FE8FFDCAAD}" type="presParOf" srcId="{71AAB99C-364B-4F7F-B40E-1EA46DF6D41A}" destId="{4CD476AD-C108-41BE-8C8F-4F14863CA97D}" srcOrd="0" destOrd="0" presId="urn:microsoft.com/office/officeart/2018/5/layout/IconCircleLabelList"/>
    <dgm:cxn modelId="{DC65F537-0D96-4C33-85B0-CBA4042180C6}" type="presParOf" srcId="{71AAB99C-364B-4F7F-B40E-1EA46DF6D41A}" destId="{B749A6F3-C4AF-4A15-A9D6-E62B65281FA4}" srcOrd="1" destOrd="0" presId="urn:microsoft.com/office/officeart/2018/5/layout/IconCircleLabelList"/>
    <dgm:cxn modelId="{46A50607-1E71-4D43-86C3-D1B6075DE2C9}" type="presParOf" srcId="{71AAB99C-364B-4F7F-B40E-1EA46DF6D41A}" destId="{7ABEE868-47D1-4608-B787-FA32176CEF37}" srcOrd="2" destOrd="0" presId="urn:microsoft.com/office/officeart/2018/5/layout/IconCircleLabelList"/>
    <dgm:cxn modelId="{C8A6F2BE-3D8A-47FE-9337-B5EEE6CA3D42}" type="presParOf" srcId="{71AAB99C-364B-4F7F-B40E-1EA46DF6D41A}" destId="{21542C84-C030-43ED-877B-42323F1794FF}" srcOrd="3" destOrd="0" presId="urn:microsoft.com/office/officeart/2018/5/layout/IconCircleLabelList"/>
    <dgm:cxn modelId="{4CC6A8A4-E4BB-476E-A9D9-00AB98EC82DB}" type="presParOf" srcId="{AF2F51E7-1F4C-4A76-91A8-7F3FC1090E2A}" destId="{C2737849-1D71-4451-A8E9-7E5E0E070F8C}" srcOrd="1" destOrd="0" presId="urn:microsoft.com/office/officeart/2018/5/layout/IconCircleLabelList"/>
    <dgm:cxn modelId="{6A543676-BF04-4684-A986-C81731D5705E}" type="presParOf" srcId="{AF2F51E7-1F4C-4A76-91A8-7F3FC1090E2A}" destId="{1495B958-C998-48FC-BA07-7FB0197244DD}" srcOrd="2" destOrd="0" presId="urn:microsoft.com/office/officeart/2018/5/layout/IconCircleLabelList"/>
    <dgm:cxn modelId="{179601EF-2209-4DF0-91BA-F98077D564EF}" type="presParOf" srcId="{1495B958-C998-48FC-BA07-7FB0197244DD}" destId="{B8F2B267-4DB4-44BC-BBB8-70C2C6CF1F6A}" srcOrd="0" destOrd="0" presId="urn:microsoft.com/office/officeart/2018/5/layout/IconCircleLabelList"/>
    <dgm:cxn modelId="{77BB8D75-227D-42E6-9A63-BCA7F521A86F}" type="presParOf" srcId="{1495B958-C998-48FC-BA07-7FB0197244DD}" destId="{D0474790-70D0-4B36-875E-5225D0916237}" srcOrd="1" destOrd="0" presId="urn:microsoft.com/office/officeart/2018/5/layout/IconCircleLabelList"/>
    <dgm:cxn modelId="{35671811-8DE3-4BE7-BA65-18A0B9CB50FA}" type="presParOf" srcId="{1495B958-C998-48FC-BA07-7FB0197244DD}" destId="{16A5711F-9602-4302-874C-8C859E8D5190}" srcOrd="2" destOrd="0" presId="urn:microsoft.com/office/officeart/2018/5/layout/IconCircleLabelList"/>
    <dgm:cxn modelId="{50D435E4-17DC-41E3-A399-64040534B90E}" type="presParOf" srcId="{1495B958-C998-48FC-BA07-7FB0197244DD}" destId="{7E23AB3A-4F3D-4DCC-928C-0C1EB0A8342E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CD476AD-C108-41BE-8C8F-4F14863CA97D}">
      <dsp:nvSpPr>
        <dsp:cNvPr id="0" name=""/>
        <dsp:cNvSpPr/>
      </dsp:nvSpPr>
      <dsp:spPr>
        <a:xfrm>
          <a:off x="2250914" y="296402"/>
          <a:ext cx="2196000" cy="2196000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749A6F3-C4AF-4A15-A9D6-E62B65281FA4}">
      <dsp:nvSpPr>
        <dsp:cNvPr id="0" name=""/>
        <dsp:cNvSpPr/>
      </dsp:nvSpPr>
      <dsp:spPr>
        <a:xfrm>
          <a:off x="2718914" y="764402"/>
          <a:ext cx="1260000" cy="126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542C84-C030-43ED-877B-42323F1794FF}">
      <dsp:nvSpPr>
        <dsp:cNvPr id="0" name=""/>
        <dsp:cNvSpPr/>
      </dsp:nvSpPr>
      <dsp:spPr>
        <a:xfrm>
          <a:off x="1548914" y="3176402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4400" kern="1200"/>
            <a:t>Top-down</a:t>
          </a:r>
        </a:p>
      </dsp:txBody>
      <dsp:txXfrm>
        <a:off x="1548914" y="3176402"/>
        <a:ext cx="3600000" cy="720000"/>
      </dsp:txXfrm>
    </dsp:sp>
    <dsp:sp modelId="{B8F2B267-4DB4-44BC-BBB8-70C2C6CF1F6A}">
      <dsp:nvSpPr>
        <dsp:cNvPr id="0" name=""/>
        <dsp:cNvSpPr/>
      </dsp:nvSpPr>
      <dsp:spPr>
        <a:xfrm>
          <a:off x="6480914" y="296402"/>
          <a:ext cx="2196000" cy="2196000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0474790-70D0-4B36-875E-5225D0916237}">
      <dsp:nvSpPr>
        <dsp:cNvPr id="0" name=""/>
        <dsp:cNvSpPr/>
      </dsp:nvSpPr>
      <dsp:spPr>
        <a:xfrm rot="10800000">
          <a:off x="6948914" y="764402"/>
          <a:ext cx="1260000" cy="126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E23AB3A-4F3D-4DCC-928C-0C1EB0A8342E}">
      <dsp:nvSpPr>
        <dsp:cNvPr id="0" name=""/>
        <dsp:cNvSpPr/>
      </dsp:nvSpPr>
      <dsp:spPr>
        <a:xfrm>
          <a:off x="5778914" y="3176402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4400" kern="1200"/>
            <a:t>Bottom-up</a:t>
          </a:r>
        </a:p>
      </dsp:txBody>
      <dsp:txXfrm>
        <a:off x="5778914" y="3176402"/>
        <a:ext cx="36000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8:44.9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416 2172 24575,'-59'1'0,"-69"-3"0,125 2 0,0 0 0,0 0 0,0-1 0,0 0 0,0 1 0,0-1 0,1 0 0,-1-1 0,0 1 0,1 0 0,-1-1 0,0 1 0,1-1 0,0 0 0,-1 0 0,1 0 0,-3-4 0,0-1 0,1 1 0,1-1 0,0 0 0,0 0 0,-3-10 0,-10-22 0,-2 4 0,2 0 0,2-1 0,1 0 0,2-2 0,1 1 0,2-1 0,2 0 0,-3-62 0,8 78 0,-2 0 0,-8-35 0,5 32 0,-3-40 0,6-276 0,5 175 0,-2-120 0,1 273 0,-1 1 0,2 0 0,-1-1 0,2 1 0,0 0 0,4-13 0,-4 18 0,0 0 0,0 1 0,0 0 0,0 0 0,1 0 0,0 0 0,1 1 0,-1-1 0,1 1 0,0 0 0,0 0 0,8-4 0,-3 1 0,-1 3 0,-1 0 0,0-1 0,0-1 0,0 1 0,11-14 0,-13 12 0,1 1 0,0 0 0,0 0 0,1 1 0,-1 0 0,1 0 0,1 1 0,-1 0 0,1 1 0,0 0 0,0 0 0,0 0 0,0 1 0,20-3 0,-20 5 0,1-1 0,0-1 0,-1 1 0,1-2 0,-1 1 0,0-1 0,0-1 0,-1 1 0,1-1 0,10-9 0,-10 5 0,-1 1 0,1 0 0,1 1 0,-1 0 0,1 1 0,1 0 0,-1 0 0,1 1 0,0 0 0,0 1 0,23-5 0,95-21 0,-117 27 0,-1 0 0,1-2 0,-1 1 0,18-11 0,-19 10 0,0 0 0,0 0 0,0 1 0,1 0 0,-1 1 0,14-2 0,29 0 0,-33 4 0,0-1 0,29-7 0,-29 5 0,-14 3 0,0-1 0,1 1 0,-1-1 0,0 0 0,0-1 0,0 1 0,0-1 0,-1 0 0,1-1 0,6-4 0,-2 0 11,1 1 0,0 0 0,1 0 1,0 1-1,0 1 0,0 0 0,0 1 0,24-5 0,-14 3-744,31-13 1,-35 10-6094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8:45.8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 24575,'92'-1'0,"103"3"0,-184 0 0,-1 0 0,0 1 0,1 0 0,-1 0 0,0 1 0,15 9 0,-14-7 0,1-1 0,-1 0 0,1-1 0,18 4 0,-15-4 0,1 0 0,-1 0 0,0 1 0,0 1 0,26 14 0,-23-10 0,0 1 0,-1 0 0,-1 1 0,21 20 0,7 1 0,1 1 0,-42-31 0,0 0 0,0 0 0,-1 1 0,1-1 0,-1 1 0,1 0 0,-1 0 0,0 0 0,-1 0 0,3 7 0,0 10 0,-1 1 0,-1-1 0,-1 0 0,-3 40 0,0-23 0,2-30 0,0 0 0,-1 0 0,0 0 0,-1 0 0,0 0 0,0-1 0,0 1 0,-7 12 0,6-15 0,0 0 0,-1 0 0,1 0 0,-1 0 0,0-1 0,0 0 0,-1 1 0,1-2 0,-1 1 0,0 0 0,0-1 0,-8 4 0,-4 1 0,0 0 0,-1 1 0,2 1 0,-1 1 0,-19 16 0,8-1 0,21-17 0,-1-1 0,0-1 0,-1 0 0,0 0 0,0 0 0,0-1 0,-1-1 0,-17 8 0,-23 3-1365,30-8-5461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8:47.4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1 463 24575,'5'-1'0,"1"0"0,0 0 0,-1-1 0,1 1 0,-1-1 0,6-3 0,8-2 0,10-4 0,1-2 0,-2-1 0,0-1 0,28-21 0,-49 31 0,0 0 0,-1-1 0,0 0 0,0-1 0,9-12 0,-10 13 0,-1 0 0,1 0 0,0 1 0,0 0 0,1 0 0,-1 0 0,1 0 0,7-3 0,-3 2 0,-5 4 0,0 0 0,0 0 0,0-1 0,0 0 0,-1 0 0,0 0 0,1-1 0,-1 0 0,0 1 0,-1-1 0,1 0 0,4-8 0,0-1 0,-4 5 0,1 0 0,0 1 0,0 0 0,0 0 0,1 0 0,10-9 0,-7 9 0,8-8 0,1 1 0,22-12 0,-6 2 0,7-5 0,-38 27 0,1 1 0,-1-1 0,0 1 0,0 0 0,1 0 0,-1 0 0,0 0 0,1 1 0,-1-1 0,1 1 0,3 0 0,-5 0 0,0 0 0,-1 1 0,1-1 0,0 1 0,0 0 0,-1 0 0,1-1 0,-1 1 0,1 0 0,-1 0 0,1 1 0,-1-1 0,1 0 0,-1 0 0,0 1 0,0-1 0,0 1 0,0-1 0,0 1 0,0-1 0,0 1 0,0 0 0,0-1 0,-1 1 0,1 0 0,-1 0 0,1-1 0,-1 4 0,2 7 0,0-1 0,-1 1 0,-1 14 0,0-19 0,-5 573 0,5-358-1365,0-195-5461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8:44.9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416 2172 24575,'-59'1'0,"-69"-3"0,125 2 0,0 0 0,0 0 0,0-1 0,0 0 0,0 1 0,0-1 0,1 0 0,-1-1 0,0 1 0,1 0 0,-1-1 0,0 1 0,1-1 0,0 0 0,-1 0 0,1 0 0,-3-4 0,0-1 0,1 1 0,1-1 0,0 0 0,0 0 0,-3-10 0,-10-22 0,-2 4 0,2 0 0,2-1 0,1 0 0,2-2 0,1 1 0,2-1 0,2 0 0,-3-62 0,8 78 0,-2 0 0,-8-35 0,5 32 0,-3-40 0,6-276 0,5 175 0,-2-120 0,1 273 0,-1 1 0,2 0 0,-1-1 0,2 1 0,0 0 0,4-13 0,-4 18 0,0 0 0,0 1 0,0 0 0,0 0 0,1 0 0,0 0 0,1 1 0,-1-1 0,1 1 0,0 0 0,0 0 0,8-4 0,-3 1 0,-1 3 0,-1 0 0,0-1 0,0-1 0,0 1 0,11-14 0,-13 12 0,1 1 0,0 0 0,0 0 0,1 1 0,-1 0 0,1 0 0,1 1 0,-1 0 0,1 1 0,0 0 0,0 0 0,0 0 0,0 1 0,20-3 0,-20 5 0,1-1 0,0-1 0,-1 1 0,1-2 0,-1 1 0,0-1 0,0-1 0,-1 1 0,1-1 0,10-9 0,-10 5 0,-1 1 0,1 0 0,1 1 0,-1 0 0,1 1 0,1 0 0,-1 0 0,1 1 0,0 0 0,0 1 0,23-5 0,95-21 0,-117 27 0,-1 0 0,1-2 0,-1 1 0,18-11 0,-19 10 0,0 0 0,0 0 0,0 1 0,1 0 0,-1 1 0,14-2 0,29 0 0,-33 4 0,0-1 0,29-7 0,-29 5 0,-14 3 0,0-1 0,1 1 0,-1-1 0,0 0 0,0-1 0,0 1 0,0-1 0,-1 0 0,1-1 0,6-4 0,-2 0 11,1 1 0,0 0 0,1 0 1,0 1-1,0 1 0,0 0 0,0 1 0,24-5 0,-14 3-744,31-13 1,-35 10-6094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8:45.8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 24575,'92'-1'0,"103"3"0,-184 0 0,-1 0 0,0 1 0,1 0 0,-1 0 0,0 1 0,15 9 0,-14-7 0,1-1 0,-1 0 0,1-1 0,18 4 0,-15-4 0,1 0 0,-1 0 0,0 1 0,0 1 0,26 14 0,-23-10 0,0 1 0,-1 0 0,-1 1 0,21 20 0,7 1 0,1 1 0,-42-31 0,0 0 0,0 0 0,-1 1 0,1-1 0,-1 1 0,1 0 0,-1 0 0,0 0 0,-1 0 0,3 7 0,0 10 0,-1 1 0,-1-1 0,-1 0 0,-3 40 0,0-23 0,2-30 0,0 0 0,-1 0 0,0 0 0,-1 0 0,0 0 0,0-1 0,0 1 0,-7 12 0,6-15 0,0 0 0,-1 0 0,1 0 0,-1 0 0,0-1 0,0 0 0,-1 1 0,1-2 0,-1 1 0,0 0 0,0-1 0,-8 4 0,-4 1 0,0 0 0,-1 1 0,2 1 0,-1 1 0,-19 16 0,8-1 0,21-17 0,-1-1 0,0-1 0,-1 0 0,0 0 0,0 0 0,0-1 0,-1-1 0,-17 8 0,-23 3-1365,30-8-5461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8:47.4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1 463 24575,'5'-1'0,"1"0"0,0 0 0,-1-1 0,1 1 0,-1-1 0,6-3 0,8-2 0,10-4 0,1-2 0,-2-1 0,0-1 0,28-21 0,-49 31 0,0 0 0,-1-1 0,0 0 0,0-1 0,9-12 0,-10 13 0,-1 0 0,1 0 0,0 1 0,0 0 0,1 0 0,-1 0 0,1 0 0,7-3 0,-3 2 0,-5 4 0,0 0 0,0 0 0,0-1 0,0 0 0,-1 0 0,0 0 0,1-1 0,-1 0 0,0 1 0,-1-1 0,1 0 0,4-8 0,0-1 0,-4 5 0,1 0 0,0 1 0,0 0 0,0 0 0,1 0 0,10-9 0,-7 9 0,8-8 0,1 1 0,22-12 0,-6 2 0,7-5 0,-38 27 0,1 1 0,-1-1 0,0 1 0,0 0 0,1 0 0,-1 0 0,0 0 0,1 1 0,-1-1 0,1 1 0,3 0 0,-5 0 0,0 0 0,-1 1 0,1-1 0,0 1 0,0 0 0,-1 0 0,1-1 0,-1 1 0,1 0 0,-1 0 0,1 1 0,-1-1 0,1 0 0,-1 0 0,0 1 0,0-1 0,0 1 0,0-1 0,0 1 0,0-1 0,0 1 0,0 0 0,0-1 0,-1 1 0,1 0 0,-1 0 0,1-1 0,-1 4 0,2 7 0,0-1 0,-1 1 0,-1 14 0,0-19 0,-5 573 0,5-358-1365,0-195-5461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9:35.5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1117 1950 24575,'0'-572'0,"1"566"0,-1 1 0,-1-1 0,1 1 0,-1-1 0,0 1 0,0-1 0,-1 1 0,1 0 0,-1-1 0,0 1 0,-1 0 0,1 0 0,-1 1 0,0-1 0,0 0 0,-1 1 0,1 0 0,-1 0 0,0 0 0,-7-6 0,5 5 0,1-1 0,0 0 0,0 0 0,1 0 0,-8-13 0,9 14 0,0-1 0,0 1 0,-1 0 0,1 0 0,-1 0 0,0 1 0,-1-1 0,1 1 0,-1 0 0,-6-4 0,-6-4 0,0-1 0,2-1 0,-1 0 0,2-1 0,-21-26 0,-21-22 0,50 57 0,2 0 0,-1 0 0,1-1 0,0 1 0,0-1 0,0-1 0,1 1 0,1 0 0,-4-10 0,5 10 0,-1 1 0,0 0 0,0 0 0,-1 0 0,1 0 0,-2 0 0,1 1 0,0-1 0,-1 1 0,0 0 0,0 0 0,-1 0 0,1 1 0,-8-6 0,1 3 0,6 4 0,-1-1 0,1 1 0,0-1 0,0 0 0,0 0 0,1 0 0,0-1 0,-1 0 0,1 0 0,-4-7 0,-9-15 0,-2 0 0,-1 0 0,-34-34 0,22 35 0,28 23 0,0 1 0,0-1 0,0 0 0,0 0 0,1 0 0,-1 0 0,1-1 0,0 0 0,0 1 0,1-1 0,-1 0 0,1-1 0,-4-5 0,-6-24 0,-2 1 0,-1 1 0,-26-41 0,26 46 0,-15-37 0,20 40 0,-2 0 0,-22-35 0,12 24 0,19 27 0,-1 1 0,0 0 0,-1 0 0,0 0 0,0 1 0,0-1 0,-1 1 0,0 0 0,0 1 0,0-1 0,-9-4 0,-118-45 0,132 54 0,-1 1 0,1 0 0,0-1 0,0 1 0,-1 0 0,1 0 0,0 0 0,-1 0 0,1 0 0,0 0 0,-1 0 0,1 0 0,0 0 0,-1 1 0,1-1 0,0 0 0,0 1 0,-1-1 0,1 1 0,0 0 0,0-1 0,0 1 0,0 0 0,0 0 0,0 0 0,0-1 0,0 1 0,0 0 0,0 0 0,0 1 0,0-1 0,1 0 0,-1 0 0,1 0 0,-1 0 0,1 1 0,-1-1 0,1 0 0,-1 0 0,1 1 0,0 1 0,-2 8 0,0-1 0,1 1 0,0 0 0,2 12 0,-1-15 0,0 27 0,5 129 0,-3-153 0,0-1 0,1 1 0,0-1 0,1 0 0,0 0 0,7 13 0,-5-12 0,0 1 0,-2-1 0,1 1 0,3 19 0,-2 28-1365,-5-33-5461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9:40.0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35 24575,'19'-1'0,"0"-1"0,0-1 0,26-7 0,-23 5 0,44-6 0,256 9 0,-165 4 0,-148-2 0,0-1 0,0 1 0,0 0 0,-1 0 0,1 1 0,0 1 0,0-1 0,-1 1 0,1 1 0,-1 0 0,10 4 0,33 19-1365,-28-15-5461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9:43.8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0 299 24575,'12'0'0,"-1"-1"0,0 0 0,0 0 0,0-1 0,0-1 0,-1 0 0,1 0 0,10-6 0,-14 6 0,0-1 0,0 0 0,0 0 0,-1-1 0,0 0 0,0 0 0,0 0 0,-1-1 0,0 0 0,0 0 0,0 0 0,4-9 0,-3 4 0,1 0 0,0 0 0,0 0 0,1 1 0,0 0 0,1 1 0,12-11 0,29-27 0,-34 31 0,30-23 0,-46 38 0,1 1 0,0-1 0,0 0 0,0 1 0,-1-1 0,1 1 0,0-1 0,0 1 0,0 0 0,0-1 0,0 1 0,0 0 0,0 0 0,0-1 0,0 1 0,0 0 0,0 0 0,0 0 0,0 0 0,0 0 0,0 0 0,0 1 0,0-1 0,-1 0 0,1 0 0,2 1 0,-2 0 0,0 1 0,0-1 0,0 0 0,0 0 0,0 1 0,0-1 0,0 0 0,0 1 0,0-1 0,-1 1 0,1-1 0,-1 1 0,1 0 0,0 2 0,1 8 0,-1 1 0,0-1 0,-1 18 0,0-24 0,-4 1273-1365,4-1251-5461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8:44.9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416 2172 24575,'-59'1'0,"-69"-3"0,125 2 0,0 0 0,0 0 0,0-1 0,0 0 0,0 1 0,0-1 0,1 0 0,-1-1 0,0 1 0,1 0 0,-1-1 0,0 1 0,1-1 0,0 0 0,-1 0 0,1 0 0,-3-4 0,0-1 0,1 1 0,1-1 0,0 0 0,0 0 0,-3-10 0,-10-22 0,-2 4 0,2 0 0,2-1 0,1 0 0,2-2 0,1 1 0,2-1 0,2 0 0,-3-62 0,8 78 0,-2 0 0,-8-35 0,5 32 0,-3-40 0,6-276 0,5 175 0,-2-120 0,1 273 0,-1 1 0,2 0 0,-1-1 0,2 1 0,0 0 0,4-13 0,-4 18 0,0 0 0,0 1 0,0 0 0,0 0 0,1 0 0,0 0 0,1 1 0,-1-1 0,1 1 0,0 0 0,0 0 0,8-4 0,-3 1 0,-1 3 0,-1 0 0,0-1 0,0-1 0,0 1 0,11-14 0,-13 12 0,1 1 0,0 0 0,0 0 0,1 1 0,-1 0 0,1 0 0,1 1 0,-1 0 0,1 1 0,0 0 0,0 0 0,0 0 0,0 1 0,20-3 0,-20 5 0,1-1 0,0-1 0,-1 1 0,1-2 0,-1 1 0,0-1 0,0-1 0,-1 1 0,1-1 0,10-9 0,-10 5 0,-1 1 0,1 0 0,1 1 0,-1 0 0,1 1 0,1 0 0,-1 0 0,1 1 0,0 0 0,0 1 0,23-5 0,95-21 0,-117 27 0,-1 0 0,1-2 0,-1 1 0,18-11 0,-19 10 0,0 0 0,0 0 0,0 1 0,1 0 0,-1 1 0,14-2 0,29 0 0,-33 4 0,0-1 0,29-7 0,-29 5 0,-14 3 0,0-1 0,1 1 0,-1-1 0,0 0 0,0-1 0,0 1 0,0-1 0,-1 0 0,1-1 0,6-4 0,-2 0 11,1 1 0,0 0 0,1 0 1,0 1-1,0 1 0,0 0 0,0 1 0,24-5 0,-14 3-744,31-13 1,-35 10-6094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8:45.8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 24575,'92'-1'0,"103"3"0,-184 0 0,-1 0 0,0 1 0,1 0 0,-1 0 0,0 1 0,15 9 0,-14-7 0,1-1 0,-1 0 0,1-1 0,18 4 0,-15-4 0,1 0 0,-1 0 0,0 1 0,0 1 0,26 14 0,-23-10 0,0 1 0,-1 0 0,-1 1 0,21 20 0,7 1 0,1 1 0,-42-31 0,0 0 0,0 0 0,-1 1 0,1-1 0,-1 1 0,1 0 0,-1 0 0,0 0 0,-1 0 0,3 7 0,0 10 0,-1 1 0,-1-1 0,-1 0 0,-3 40 0,0-23 0,2-30 0,0 0 0,-1 0 0,0 0 0,-1 0 0,0 0 0,0-1 0,0 1 0,-7 12 0,6-15 0,0 0 0,-1 0 0,1 0 0,-1 0 0,0-1 0,0 0 0,-1 1 0,1-2 0,-1 1 0,0 0 0,0-1 0,-8 4 0,-4 1 0,0 0 0,-1 1 0,2 1 0,-1 1 0,-19 16 0,8-1 0,21-17 0,-1-1 0,0-1 0,-1 0 0,0 0 0,0 0 0,0-1 0,-1-1 0,-17 8 0,-23 3-1365,30-8-5461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8:47.4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1 463 24575,'5'-1'0,"1"0"0,0 0 0,-1-1 0,1 1 0,-1-1 0,6-3 0,8-2 0,10-4 0,1-2 0,-2-1 0,0-1 0,28-21 0,-49 31 0,0 0 0,-1-1 0,0 0 0,0-1 0,9-12 0,-10 13 0,-1 0 0,1 0 0,0 1 0,0 0 0,1 0 0,-1 0 0,1 0 0,7-3 0,-3 2 0,-5 4 0,0 0 0,0 0 0,0-1 0,0 0 0,-1 0 0,0 0 0,1-1 0,-1 0 0,0 1 0,-1-1 0,1 0 0,4-8 0,0-1 0,-4 5 0,1 0 0,0 1 0,0 0 0,0 0 0,1 0 0,10-9 0,-7 9 0,8-8 0,1 1 0,22-12 0,-6 2 0,7-5 0,-38 27 0,1 1 0,-1-1 0,0 1 0,0 0 0,1 0 0,-1 0 0,0 0 0,1 1 0,-1-1 0,1 1 0,3 0 0,-5 0 0,0 0 0,-1 1 0,1-1 0,0 1 0,0 0 0,-1 0 0,1-1 0,-1 1 0,1 0 0,-1 0 0,1 1 0,-1-1 0,1 0 0,-1 0 0,0 1 0,0-1 0,0 1 0,0-1 0,0 1 0,0-1 0,0 1 0,0 0 0,0-1 0,-1 1 0,1 0 0,-1 0 0,1-1 0,-1 4 0,2 7 0,0-1 0,-1 1 0,-1 14 0,0-19 0,-5 573 0,5-358-1365,0-195-5461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9:35.5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1117 1950 24575,'0'-572'0,"1"566"0,-1 1 0,-1-1 0,1 1 0,-1-1 0,0 1 0,0-1 0,-1 1 0,1 0 0,-1-1 0,0 1 0,-1 0 0,1 0 0,-1 1 0,0-1 0,0 0 0,-1 1 0,1 0 0,-1 0 0,0 0 0,-7-6 0,5 5 0,1-1 0,0 0 0,0 0 0,1 0 0,-8-13 0,9 14 0,0-1 0,0 1 0,-1 0 0,1 0 0,-1 0 0,0 1 0,-1-1 0,1 1 0,-1 0 0,-6-4 0,-6-4 0,0-1 0,2-1 0,-1 0 0,2-1 0,-21-26 0,-21-22 0,50 57 0,2 0 0,-1 0 0,1-1 0,0 1 0,0-1 0,0-1 0,1 1 0,1 0 0,-4-10 0,5 10 0,-1 1 0,0 0 0,0 0 0,-1 0 0,1 0 0,-2 0 0,1 1 0,0-1 0,-1 1 0,0 0 0,0 0 0,-1 0 0,1 1 0,-8-6 0,1 3 0,6 4 0,-1-1 0,1 1 0,0-1 0,0 0 0,0 0 0,1 0 0,0-1 0,-1 0 0,1 0 0,-4-7 0,-9-15 0,-2 0 0,-1 0 0,-34-34 0,22 35 0,28 23 0,0 1 0,0-1 0,0 0 0,0 0 0,1 0 0,-1 0 0,1-1 0,0 0 0,0 1 0,1-1 0,-1 0 0,1-1 0,-4-5 0,-6-24 0,-2 1 0,-1 1 0,-26-41 0,26 46 0,-15-37 0,20 40 0,-2 0 0,-22-35 0,12 24 0,19 27 0,-1 1 0,0 0 0,-1 0 0,0 0 0,0 1 0,0-1 0,-1 1 0,0 0 0,0 1 0,0-1 0,-9-4 0,-118-45 0,132 54 0,-1 1 0,1 0 0,0-1 0,0 1 0,-1 0 0,1 0 0,0 0 0,-1 0 0,1 0 0,0 0 0,-1 0 0,1 0 0,0 0 0,-1 1 0,1-1 0,0 0 0,0 1 0,-1-1 0,1 1 0,0 0 0,0-1 0,0 1 0,0 0 0,0 0 0,0 0 0,0-1 0,0 1 0,0 0 0,0 0 0,0 1 0,0-1 0,1 0 0,-1 0 0,1 0 0,-1 0 0,1 1 0,-1-1 0,1 0 0,-1 0 0,1 1 0,0 1 0,-2 8 0,0-1 0,1 1 0,0 0 0,2 12 0,-1-15 0,0 27 0,5 129 0,-3-153 0,0-1 0,1 1 0,0-1 0,1 0 0,0 0 0,7 13 0,-5-12 0,0 1 0,-2-1 0,1 1 0,3 19 0,-2 28-1365,-5-33-5461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9:40.0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35 24575,'19'-1'0,"0"-1"0,0-1 0,26-7 0,-23 5 0,44-6 0,256 9 0,-165 4 0,-148-2 0,0-1 0,0 1 0,0 0 0,-1 0 0,1 1 0,0 1 0,0-1 0,-1 1 0,1 1 0,-1 0 0,10 4 0,33 19-1365,-28-15-5461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9:43.8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0 299 24575,'12'0'0,"-1"-1"0,0 0 0,0 0 0,0-1 0,0-1 0,-1 0 0,1 0 0,10-6 0,-14 6 0,0-1 0,0 0 0,0 0 0,-1-1 0,0 0 0,0 0 0,0 0 0,-1-1 0,0 0 0,0 0 0,0 0 0,4-9 0,-3 4 0,1 0 0,0 0 0,0 0 0,1 1 0,0 0 0,1 1 0,12-11 0,29-27 0,-34 31 0,30-23 0,-46 38 0,1 1 0,0-1 0,0 0 0,0 1 0,-1-1 0,1 1 0,0-1 0,0 1 0,0 0 0,0-1 0,0 1 0,0 0 0,0 0 0,0-1 0,0 1 0,0 0 0,0 0 0,0 0 0,0 0 0,0 0 0,0 0 0,0 1 0,0-1 0,-1 0 0,1 0 0,2 1 0,-2 0 0,0 1 0,0-1 0,0 0 0,0 0 0,0 1 0,0-1 0,0 0 0,0 1 0,0-1 0,-1 1 0,1-1 0,-1 1 0,1 0 0,0 2 0,1 8 0,-1 1 0,0-1 0,-1 18 0,0-24 0,-4 1273-1365,4-1251-5461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9:56.7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509 2162 24575,'0'-8'0,"-1"1"0,0 0 0,0 0 0,-1 0 0,1 0 0,-2 0 0,1 0 0,-1 1 0,0-1 0,0 1 0,-1-1 0,0 1 0,0 0 0,0 1 0,-1-1 0,0 1 0,0 0 0,-9-7 0,-7-4 0,-1 1 0,0 1 0,-40-18 0,53 27 0,-1-1 0,2 0 0,-1 0 0,1-1 0,0 0 0,0 0 0,0-1 0,1 0 0,1 0 0,-1 0 0,-9-18 0,6 4 0,0 1 0,1-1 0,1-1 0,-6-26 0,12 38 0,0 1 0,-1 0 0,0 0 0,-1 0 0,0 0 0,0 0 0,-1 1 0,-1 0 0,-12-17 0,13 20 0,0 0 0,0 0 0,0-1 0,1 0 0,0 0 0,0 0 0,1 0 0,0 0 0,-3-11 0,-1-10 0,-5-37 0,6 33 0,-17-129 0,14 105 0,3 1 0,3-2 0,3-60 0,0 84 0,0 19 0,1 0 0,1 0 0,0 0 0,1 0 0,0 0 0,1 0 0,0 1 0,1 0 0,1 0 0,0 0 0,15-22 0,-17 31 0,1 0 0,-1-1 0,1 1 0,0 1 0,0-1 0,9-4 0,-10 6 0,1 0 0,-1 0 0,-1 0 0,1-1 0,0 0 0,-1 0 0,1 0 0,-1 0 0,0 0 0,0-1 0,0 0 0,-1 1 0,4-7 0,-1-1 0,-1 0 0,2 0 0,-1 0 0,1 1 0,1 0 0,0 0 0,1 1 0,14-15 0,36-20 0,-45 35 0,-1 1 0,1-2 0,-2 0 0,0 0 0,13-15 0,-17 17 0,8-12 0,19-20 0,-28 34 0,1 0 0,-1 1 0,1 0 0,0 0 0,0 1 0,1-1 0,8-2 0,-8 3 0,-1 0 0,1-1 0,-1 1 0,7-7 0,-8 6 0,0 1 0,0-1 0,0 2 0,0-1 0,0 1 0,13-5 0,98-15 0,-85 17 0,-2 2 0,-15 2 0,0 0 0,21-7 0,-31 8 0,-1-1 0,0 0 0,1 0 0,-1 0 0,0 0 0,0-1 0,0 0 0,0 0 0,0 0 0,-1 0 0,6-7 0,-3 3 0,0 2 0,1-1 0,-1 1 0,1 0 0,0 0 0,0 1 0,0 0 0,1 0 0,0 0 0,-1 1 0,1 1 0,13-4 0,34-14 0,-15 2-151,1 1-1,0 2 0,1 2 0,0 2 1,1 2-1,0 2 0,0 1 1,75 1-1,-90 5-6674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9:57.7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 24575,'34'0'0,"-12"-1"0,1 1 0,23 4 0,-39-3 0,1 1 0,0 0 0,0 0 0,-1 1 0,1 0 0,-1 0 0,0 1 0,0 0 0,10 7 0,3 3 0,35 17 0,-37-22 0,-1 1 0,-1 0 0,26 21 0,-28-20 0,2 0 0,20 12 0,-19-13 0,30 24 0,-22-12 0,-10-8 0,0-1 0,34 22 0,-30-24 0,-9-6 0,1 1 0,-1 0 0,-1 0 0,1 1 0,-1 1 0,0 0 0,13 15 0,-11-10 0,1 0 0,16 14 0,-16-16 0,-1 0 0,0 1 0,11 15 0,-18-19 0,1-1 0,-1 1 0,-1 0 0,0 1 0,0-1 0,0 0 0,-1 1 0,0 0 0,0 9 0,0 13 0,-2 39 0,-1-42 0,1-21 0,0 0 0,0-1 0,-1 1 0,0 0 0,0 0 0,-1 0 0,1-1 0,-1 1 0,-1-1 0,0 1 0,0-1 0,0 0 0,0 0 0,-1 0 0,0-1 0,0 1 0,-1-1 0,1 0 0,-1 0 0,-10 7 0,7-5 0,-1-1 0,0 0 0,0 0 0,-1-1 0,1 0 0,-1-1 0,0 0 0,-1 0 0,1-1 0,-1-1 0,1 0 0,-1 0 0,0-1 0,-12 0 0,1 0-455,-1 2 0,-26 5 0,22-2-6371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0:04.0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0 291 24575,'0'-15'0,"1"0"0,0-1 0,1 1 0,6-26 0,-7 36 0,1 0 0,0 1 0,0-1 0,0 0 0,0 1 0,1-1 0,0 1 0,0 0 0,0 0 0,0 0 0,1 0 0,-1 1 0,1-1 0,0 1 0,0 0 0,0 0 0,1 0 0,4-2 0,47-17 0,-41 18 0,-1-2 0,1 0 0,-1-1 0,27-17 0,-33 19 0,1 0 0,0 0 0,0 0 0,0 1 0,1 0 0,0 1 0,-1 0 0,1 1 0,0 0 0,15-1 0,13 1 0,57 4 0,-35 1 0,-53-4 0,-1 1 0,1 1 0,0-1 0,0 1 0,-1 1 0,1-1 0,0 1 0,-1 0 0,0 0 0,1 1 0,-1 0 0,0 0 0,0 0 0,-1 1 0,1 0 0,-1 0 0,0 1 0,0-1 0,0 1 0,8 10 0,-7-7 0,0 0 0,0 0 0,0 1 0,-1 0 0,0 0 0,-1 0 0,0 1 0,-1-1 0,0 1 0,0 0 0,-1 0 0,2 12 0,9 79 0,-5-51 0,0 52 0,-8 311 0,-1-395 0,0 0 0,-1 0 0,-1 0 0,-1 0 0,-1-1 0,0 1 0,-9 18 0,9-25 0,-1-1 0,0 0 0,-1-1 0,0 1 0,-1-1 0,1-1 0,-2 1 0,1-1 0,-1-1 0,-1 0 0,-12 8 0,19-13 0,-1 0 0,1 0 0,0 0 0,0 1 0,0-1 0,-2 4 0,5-6 0,-1 1 0,1-1 0,0 1 0,-1-1 0,1 0 0,0 1 0,0-1 0,0 1 0,-1-1 0,1 0 0,0 1 0,0-1 0,0 1 0,0-1 0,0 1 0,0-1 0,0 1 0,0-1 0,0 1 0,0-1 0,0 1 0,0 0 0,1-1 0,-1 1 0,1 0 0,0-1 0,-1 1 0,1 0 0,-1-1 0,1 1 0,0-1 0,0 0 0,-1 1 0,1-1 0,0 1 0,0-1 0,-1 0 0,1 0 0,0 1 0,1-1 0,15 3 0,-1 0 0,1-1 0,-1-1 0,18-1 0,-16-1 0,-1 2 0,1 0 0,31 6 0,-7 1-260,1-2-1,0-1 1,86-4-1,-118-1-62,16 0-6503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8:44.9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416 2172 24575,'-59'1'0,"-69"-3"0,125 2 0,0 0 0,0 0 0,0-1 0,0 0 0,0 1 0,0-1 0,1 0 0,-1-1 0,0 1 0,1 0 0,-1-1 0,0 1 0,1-1 0,0 0 0,-1 0 0,1 0 0,-3-4 0,0-1 0,1 1 0,1-1 0,0 0 0,0 0 0,-3-10 0,-10-22 0,-2 4 0,2 0 0,2-1 0,1 0 0,2-2 0,1 1 0,2-1 0,2 0 0,-3-62 0,8 78 0,-2 0 0,-8-35 0,5 32 0,-3-40 0,6-276 0,5 175 0,-2-120 0,1 273 0,-1 1 0,2 0 0,-1-1 0,2 1 0,0 0 0,4-13 0,-4 18 0,0 0 0,0 1 0,0 0 0,0 0 0,1 0 0,0 0 0,1 1 0,-1-1 0,1 1 0,0 0 0,0 0 0,8-4 0,-3 1 0,-1 3 0,-1 0 0,0-1 0,0-1 0,0 1 0,11-14 0,-13 12 0,1 1 0,0 0 0,0 0 0,1 1 0,-1 0 0,1 0 0,1 1 0,-1 0 0,1 1 0,0 0 0,0 0 0,0 0 0,0 1 0,20-3 0,-20 5 0,1-1 0,0-1 0,-1 1 0,1-2 0,-1 1 0,0-1 0,0-1 0,-1 1 0,1-1 0,10-9 0,-10 5 0,-1 1 0,1 0 0,1 1 0,-1 0 0,1 1 0,1 0 0,-1 0 0,1 1 0,0 0 0,0 1 0,23-5 0,95-21 0,-117 27 0,-1 0 0,1-2 0,-1 1 0,18-11 0,-19 10 0,0 0 0,0 0 0,0 1 0,1 0 0,-1 1 0,14-2 0,29 0 0,-33 4 0,0-1 0,29-7 0,-29 5 0,-14 3 0,0-1 0,1 1 0,-1-1 0,0 0 0,0-1 0,0 1 0,0-1 0,-1 0 0,1-1 0,6-4 0,-2 0 11,1 1 0,0 0 0,1 0 1,0 1-1,0 1 0,0 0 0,0 1 0,24-5 0,-14 3-744,31-13 1,-35 10-6094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8:45.8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 24575,'92'-1'0,"103"3"0,-184 0 0,-1 0 0,0 1 0,1 0 0,-1 0 0,0 1 0,15 9 0,-14-7 0,1-1 0,-1 0 0,1-1 0,18 4 0,-15-4 0,1 0 0,-1 0 0,0 1 0,0 1 0,26 14 0,-23-10 0,0 1 0,-1 0 0,-1 1 0,21 20 0,7 1 0,1 1 0,-42-31 0,0 0 0,0 0 0,-1 1 0,1-1 0,-1 1 0,1 0 0,-1 0 0,0 0 0,-1 0 0,3 7 0,0 10 0,-1 1 0,-1-1 0,-1 0 0,-3 40 0,0-23 0,2-30 0,0 0 0,-1 0 0,0 0 0,-1 0 0,0 0 0,0-1 0,0 1 0,-7 12 0,6-15 0,0 0 0,-1 0 0,1 0 0,-1 0 0,0-1 0,0 0 0,-1 1 0,1-2 0,-1 1 0,0 0 0,0-1 0,-8 4 0,-4 1 0,0 0 0,-1 1 0,2 1 0,-1 1 0,-19 16 0,8-1 0,21-17 0,-1-1 0,0-1 0,-1 0 0,0 0 0,0 0 0,0-1 0,-1-1 0,-17 8 0,-23 3-1365,30-8-5461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8:47.4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1 463 24575,'5'-1'0,"1"0"0,0 0 0,-1-1 0,1 1 0,-1-1 0,6-3 0,8-2 0,10-4 0,1-2 0,-2-1 0,0-1 0,28-21 0,-49 31 0,0 0 0,-1-1 0,0 0 0,0-1 0,9-12 0,-10 13 0,-1 0 0,1 0 0,0 1 0,0 0 0,1 0 0,-1 0 0,1 0 0,7-3 0,-3 2 0,-5 4 0,0 0 0,0 0 0,0-1 0,0 0 0,-1 0 0,0 0 0,1-1 0,-1 0 0,0 1 0,-1-1 0,1 0 0,4-8 0,0-1 0,-4 5 0,1 0 0,0 1 0,0 0 0,0 0 0,1 0 0,10-9 0,-7 9 0,8-8 0,1 1 0,22-12 0,-6 2 0,7-5 0,-38 27 0,1 1 0,-1-1 0,0 1 0,0 0 0,1 0 0,-1 0 0,0 0 0,1 1 0,-1-1 0,1 1 0,3 0 0,-5 0 0,0 0 0,-1 1 0,1-1 0,0 1 0,0 0 0,-1 0 0,1-1 0,-1 1 0,1 0 0,-1 0 0,1 1 0,-1-1 0,1 0 0,-1 0 0,0 1 0,0-1 0,0 1 0,0-1 0,0 1 0,0-1 0,0 1 0,0 0 0,0-1 0,-1 1 0,1 0 0,-1 0 0,1-1 0,-1 4 0,2 7 0,0-1 0,-1 1 0,-1 14 0,0-19 0,-5 573 0,5-358-1365,0-195-5461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9:35.5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1117 1950 24575,'0'-572'0,"1"566"0,-1 1 0,-1-1 0,1 1 0,-1-1 0,0 1 0,0-1 0,-1 1 0,1 0 0,-1-1 0,0 1 0,-1 0 0,1 0 0,-1 1 0,0-1 0,0 0 0,-1 1 0,1 0 0,-1 0 0,0 0 0,-7-6 0,5 5 0,1-1 0,0 0 0,0 0 0,1 0 0,-8-13 0,9 14 0,0-1 0,0 1 0,-1 0 0,1 0 0,-1 0 0,0 1 0,-1-1 0,1 1 0,-1 0 0,-6-4 0,-6-4 0,0-1 0,2-1 0,-1 0 0,2-1 0,-21-26 0,-21-22 0,50 57 0,2 0 0,-1 0 0,1-1 0,0 1 0,0-1 0,0-1 0,1 1 0,1 0 0,-4-10 0,5 10 0,-1 1 0,0 0 0,0 0 0,-1 0 0,1 0 0,-2 0 0,1 1 0,0-1 0,-1 1 0,0 0 0,0 0 0,-1 0 0,1 1 0,-8-6 0,1 3 0,6 4 0,-1-1 0,1 1 0,0-1 0,0 0 0,0 0 0,1 0 0,0-1 0,-1 0 0,1 0 0,-4-7 0,-9-15 0,-2 0 0,-1 0 0,-34-34 0,22 35 0,28 23 0,0 1 0,0-1 0,0 0 0,0 0 0,1 0 0,-1 0 0,1-1 0,0 0 0,0 1 0,1-1 0,-1 0 0,1-1 0,-4-5 0,-6-24 0,-2 1 0,-1 1 0,-26-41 0,26 46 0,-15-37 0,20 40 0,-2 0 0,-22-35 0,12 24 0,19 27 0,-1 1 0,0 0 0,-1 0 0,0 0 0,0 1 0,0-1 0,-1 1 0,0 0 0,0 1 0,0-1 0,-9-4 0,-118-45 0,132 54 0,-1 1 0,1 0 0,0-1 0,0 1 0,-1 0 0,1 0 0,0 0 0,-1 0 0,1 0 0,0 0 0,-1 0 0,1 0 0,0 0 0,-1 1 0,1-1 0,0 0 0,0 1 0,-1-1 0,1 1 0,0 0 0,0-1 0,0 1 0,0 0 0,0 0 0,0 0 0,0-1 0,0 1 0,0 0 0,0 0 0,0 1 0,0-1 0,1 0 0,-1 0 0,1 0 0,-1 0 0,1 1 0,-1-1 0,1 0 0,-1 0 0,1 1 0,0 1 0,-2 8 0,0-1 0,1 1 0,0 0 0,2 12 0,-1-15 0,0 27 0,5 129 0,-3-153 0,0-1 0,1 1 0,0-1 0,1 0 0,0 0 0,7 13 0,-5-12 0,0 1 0,-2-1 0,1 1 0,3 19 0,-2 28-1365,-5-33-5461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9:40.0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35 24575,'19'-1'0,"0"-1"0,0-1 0,26-7 0,-23 5 0,44-6 0,256 9 0,-165 4 0,-148-2 0,0-1 0,0 1 0,0 0 0,-1 0 0,1 1 0,0 1 0,0-1 0,-1 1 0,1 1 0,-1 0 0,10 4 0,33 19-1365,-28-15-5461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9:43.8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0 299 24575,'12'0'0,"-1"-1"0,0 0 0,0 0 0,0-1 0,0-1 0,-1 0 0,1 0 0,10-6 0,-14 6 0,0-1 0,0 0 0,0 0 0,-1-1 0,0 0 0,0 0 0,0 0 0,-1-1 0,0 0 0,0 0 0,0 0 0,4-9 0,-3 4 0,1 0 0,0 0 0,0 0 0,1 1 0,0 0 0,1 1 0,12-11 0,29-27 0,-34 31 0,30-23 0,-46 38 0,1 1 0,0-1 0,0 0 0,0 1 0,-1-1 0,1 1 0,0-1 0,0 1 0,0 0 0,0-1 0,0 1 0,0 0 0,0 0 0,0-1 0,0 1 0,0 0 0,0 0 0,0 0 0,0 0 0,0 0 0,0 0 0,0 1 0,0-1 0,-1 0 0,1 0 0,2 1 0,-2 0 0,0 1 0,0-1 0,0 0 0,0 0 0,0 1 0,0-1 0,0 0 0,0 1 0,0-1 0,-1 1 0,1-1 0,-1 1 0,1 0 0,0 2 0,1 8 0,-1 1 0,0-1 0,-1 18 0,0-24 0,-4 1273-1365,4-1251-5461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9:56.7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509 2162 24575,'0'-8'0,"-1"1"0,0 0 0,0 0 0,-1 0 0,1 0 0,-2 0 0,1 0 0,-1 1 0,0-1 0,0 1 0,-1-1 0,0 1 0,0 0 0,0 1 0,-1-1 0,0 1 0,0 0 0,-9-7 0,-7-4 0,-1 1 0,0 1 0,-40-18 0,53 27 0,-1-1 0,2 0 0,-1 0 0,1-1 0,0 0 0,0 0 0,0-1 0,1 0 0,1 0 0,-1 0 0,-9-18 0,6 4 0,0 1 0,1-1 0,1-1 0,-6-26 0,12 38 0,0 1 0,-1 0 0,0 0 0,-1 0 0,0 0 0,0 0 0,-1 1 0,-1 0 0,-12-17 0,13 20 0,0 0 0,0 0 0,0-1 0,1 0 0,0 0 0,0 0 0,1 0 0,0 0 0,-3-11 0,-1-10 0,-5-37 0,6 33 0,-17-129 0,14 105 0,3 1 0,3-2 0,3-60 0,0 84 0,0 19 0,1 0 0,1 0 0,0 0 0,1 0 0,0 0 0,1 0 0,0 1 0,1 0 0,1 0 0,0 0 0,15-22 0,-17 31 0,1 0 0,-1-1 0,1 1 0,0 1 0,0-1 0,9-4 0,-10 6 0,1 0 0,-1 0 0,-1 0 0,1-1 0,0 0 0,-1 0 0,1 0 0,-1 0 0,0 0 0,0-1 0,0 0 0,-1 1 0,4-7 0,-1-1 0,-1 0 0,2 0 0,-1 0 0,1 1 0,1 0 0,0 0 0,1 1 0,14-15 0,36-20 0,-45 35 0,-1 1 0,1-2 0,-2 0 0,0 0 0,13-15 0,-17 17 0,8-12 0,19-20 0,-28 34 0,1 0 0,-1 1 0,1 0 0,0 0 0,0 1 0,1-1 0,8-2 0,-8 3 0,-1 0 0,1-1 0,-1 1 0,7-7 0,-8 6 0,0 1 0,0-1 0,0 2 0,0-1 0,0 1 0,13-5 0,98-15 0,-85 17 0,-2 2 0,-15 2 0,0 0 0,21-7 0,-31 8 0,-1-1 0,0 0 0,1 0 0,-1 0 0,0 0 0,0-1 0,0 0 0,0 0 0,0 0 0,-1 0 0,6-7 0,-3 3 0,0 2 0,1-1 0,-1 1 0,1 0 0,0 0 0,0 1 0,0 0 0,1 0 0,0 0 0,-1 1 0,1 1 0,13-4 0,34-14 0,-15 2-151,1 1-1,0 2 0,1 2 0,0 2 1,1 2-1,0 2 0,0 1 1,75 1-1,-90 5-6674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9:57.7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 24575,'34'0'0,"-12"-1"0,1 1 0,23 4 0,-39-3 0,1 1 0,0 0 0,0 0 0,-1 1 0,1 0 0,-1 0 0,0 1 0,0 0 0,10 7 0,3 3 0,35 17 0,-37-22 0,-1 1 0,-1 0 0,26 21 0,-28-20 0,2 0 0,20 12 0,-19-13 0,30 24 0,-22-12 0,-10-8 0,0-1 0,34 22 0,-30-24 0,-9-6 0,1 1 0,-1 0 0,-1 0 0,1 1 0,-1 1 0,0 0 0,13 15 0,-11-10 0,1 0 0,16 14 0,-16-16 0,-1 0 0,0 1 0,11 15 0,-18-19 0,1-1 0,-1 1 0,-1 0 0,0 1 0,0-1 0,0 0 0,-1 1 0,0 0 0,0 9 0,0 13 0,-2 39 0,-1-42 0,1-21 0,0 0 0,0-1 0,-1 1 0,0 0 0,0 0 0,-1 0 0,1-1 0,-1 1 0,-1-1 0,0 1 0,0-1 0,0 0 0,0 0 0,-1 0 0,0-1 0,0 1 0,-1-1 0,1 0 0,-1 0 0,-10 7 0,7-5 0,-1-1 0,0 0 0,0 0 0,-1-1 0,1 0 0,-1-1 0,0 0 0,-1 0 0,1-1 0,-1-1 0,1 0 0,-1 0 0,0-1 0,-12 0 0,1 0-455,-1 2 0,-26 5 0,22-2-6371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0:04.0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0 291 24575,'0'-15'0,"1"0"0,0-1 0,1 1 0,6-26 0,-7 36 0,1 0 0,0 1 0,0-1 0,0 0 0,0 1 0,1-1 0,0 1 0,0 0 0,0 0 0,0 0 0,1 0 0,-1 1 0,1-1 0,0 1 0,0 0 0,0 0 0,1 0 0,4-2 0,47-17 0,-41 18 0,-1-2 0,1 0 0,-1-1 0,27-17 0,-33 19 0,1 0 0,0 0 0,0 0 0,0 1 0,1 0 0,0 1 0,-1 0 0,1 1 0,0 0 0,15-1 0,13 1 0,57 4 0,-35 1 0,-53-4 0,-1 1 0,1 1 0,0-1 0,0 1 0,-1 1 0,1-1 0,0 1 0,-1 0 0,0 0 0,1 1 0,-1 0 0,0 0 0,0 0 0,-1 1 0,1 0 0,-1 0 0,0 1 0,0-1 0,0 1 0,8 10 0,-7-7 0,0 0 0,0 0 0,0 1 0,-1 0 0,0 0 0,-1 0 0,0 1 0,-1-1 0,0 1 0,0 0 0,-1 0 0,2 12 0,9 79 0,-5-51 0,0 52 0,-8 311 0,-1-395 0,0 0 0,-1 0 0,-1 0 0,-1 0 0,-1-1 0,0 1 0,-9 18 0,9-25 0,-1-1 0,0 0 0,-1-1 0,0 1 0,-1-1 0,1-1 0,-2 1 0,1-1 0,-1-1 0,-1 0 0,-12 8 0,19-13 0,-1 0 0,1 0 0,0 0 0,0 1 0,0-1 0,-2 4 0,5-6 0,-1 1 0,1-1 0,0 1 0,-1-1 0,1 0 0,0 1 0,0-1 0,0 1 0,-1-1 0,1 0 0,0 1 0,0-1 0,0 1 0,0-1 0,0 1 0,0-1 0,0 1 0,0-1 0,0 1 0,0-1 0,0 1 0,0 0 0,1-1 0,-1 1 0,1 0 0,0-1 0,-1 1 0,1 0 0,-1-1 0,1 1 0,0-1 0,0 0 0,-1 1 0,1-1 0,0 1 0,0-1 0,-1 0 0,1 0 0,0 1 0,1-1 0,15 3 0,-1 0 0,1-1 0,-1-1 0,18-1 0,-16-1 0,-1 2 0,1 0 0,31 6 0,-7 1-260,1-2-1,0-1 1,86-4-1,-118-1-62,16 0-6503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1:05.9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705 1603 24575,'58'1'0,"70"-3"0,-116-1 0,0 1 0,0-2 0,-1 1 0,1-2 0,-1 1 0,14-9 0,15-6 0,-32 15 0,1-1 0,-1 0 0,0 0 0,-1-1 0,9-7 0,6-6 0,-17 15 0,0-1 0,0 0 0,-1 0 0,0 0 0,0-1 0,-1 1 0,0-1 0,0 0 0,0 0 0,0 0 0,-1-1 0,0 1 0,2-10 0,-2 5 0,2 1 0,0-1 0,9-18 0,-7 18 0,0-1 0,-1-1 0,-1 1 0,0 0 0,-1-1 0,0 0 0,-1 0 0,1-22 0,-1 17 0,0 12 0,-1-1 0,1 1 0,0 0 0,0 0 0,1 0 0,0 1 0,0-1 0,6-8 0,-4 7 0,-1 0 0,0-1 0,0 0 0,3-8 0,4-21 0,-1-1 0,-2 0 0,-2 0 0,-2-1 0,1-47 0,-5 73 0,0-11 0,-5-44 0,3 60 0,0 0 0,0 0 0,0 1 0,-1-1 0,0 1 0,0-1 0,-1 1 0,0 0 0,-7-9 0,-28-31 0,28 36 0,1 0 0,0-1 0,1-1 0,0 1 0,1-2 0,1 1 0,-8-20 0,13 30 0,1-1 0,-1 1 0,0-1 0,1 1 0,-2 0 0,1 0 0,0 0 0,-1 0 0,1 0 0,-1 0 0,0 1 0,-4-4 0,-3 0 0,0 0 0,-18-8 0,19 11 0,0-1 0,0-1 0,1 1 0,0-1 0,-9-8 0,-3-3 0,0 0 0,-1 2 0,-1 0 0,-44-19 0,58 28 0,1 1 0,0-1 0,0 0 0,-11-11 0,13 11 0,0 0 0,-1 0 0,0 1 0,1 0 0,-2 0 0,1 0 0,-11-4 0,-1 3 0,0 2 0,0 0 0,0 1 0,0 0 0,-1 2 0,-28 2 0,27 0 0,-1-2 0,0 0 0,1-1 0,-39-8 0,32 3 0,-44-3 0,32 4 0,32 4 0,0-1 0,0-1 0,0 1 0,0-1 0,0-1 0,1 1 0,0-1 0,0 0 0,0 0 0,-9-9 0,7 6 0,0 1 0,0 0 0,0 1 0,-1 0 0,-10-5 0,-144-47 0,163 57 0,-1 0 0,1 0 0,-1-1 0,1 1 0,-1 0 0,1 0 0,-1 0 0,0 0 0,1 0 0,-1-1 0,1 1 0,-1 0 0,1 0 0,-1 1 0,1-1 0,-1 0 0,0 0 0,1 0 0,-1 0 0,1 0 0,-1 1 0,1-1 0,-1 0 0,1 0 0,-1 1 0,1-1 0,-1 0 0,1 1 0,-1 0 0,0 0 0,1 0 0,0 0 0,-1 0 0,1 0 0,0 1 0,0-1 0,0 0 0,0 0 0,0 0 0,0 0 0,0 0 0,0 1 0,1 1 0,14 41 0,-13-38 0,7 14 0,2-1 0,0 0 0,20 26 0,11 18 0,-4-7 0,-29-44 0,0 0 0,-1 0 0,0 1 0,-1 0 0,0 1 0,5 16 0,1 23 0,-10-35 0,2 0 0,-1 0 0,2-1 0,1 1 0,11 21 0,72 115-1365,-80-137-5461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1:06.8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1 191 24575,'11'-1'0,"1"0"0,-1-2 0,0 1 0,0-1 0,0 0 0,-1-1 0,19-10 0,-16 8 0,0 1 0,0 0 0,0 0 0,23-3 0,-2 3 0,-11 3 0,-1-1 0,1-2 0,32-10 0,6-4 0,101-20 0,-130 33 0,50-12 0,-62 13-341,1 1 0,-1 0-1,27 0 1,-21 3-6485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1:08.0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0 177 24575,'3'0'0,"0"1"0,0-1 0,0 1 0,0-1 0,1 0 0,-1 0 0,5-2 0,0 2 0,-3 0 0,0 0 0,0 0 0,0-1 0,0 0 0,0 0 0,0 0 0,-1 0 0,1-1 0,0 0 0,-1 0 0,1 0 0,-1 0 0,0-1 0,0 1 0,0-1 0,0 0 0,0-1 0,-1 1 0,1-1 0,-1 1 0,0-1 0,0 0 0,0 0 0,3-8 0,-1 2 0,1 0 0,0 0 0,1 1 0,0 0 0,0 0 0,1 0 0,0 1 0,0 0 0,1 1 0,16-11 0,-24 17 0,1 0 0,-1 1 0,0-1 0,1 0 0,-1 1 0,1-1 0,-1 1 0,1 0 0,-1-1 0,1 1 0,0 0 0,-1 0 0,1 0 0,-1 0 0,1 0 0,-1 1 0,1-1 0,0 0 0,-1 1 0,3 0 0,-2 0 0,0 1 0,0-1 0,0 1 0,0-1 0,-1 1 0,1 0 0,0-1 0,-1 1 0,0 0 0,1 0 0,-1 0 0,2 3 0,1 6 0,0 1 0,0-1 0,-1 1 0,2 15 0,-4-23 0,6 31 0,2 14 0,-2 0 0,2 50 0,-10-40 0,2 38 0,0-86 0,0 0 0,1 0 0,0 0 0,1 0 0,1 0 0,6 15 0,-2-7 0,-1 0 0,0 0 0,-2 1 0,0 0 0,-1 0 0,-1 1 0,-1-1 0,-1 0 0,-2 29 0,0-18-1365,1-4-5461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8:44.9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416 2172 24575,'-59'1'0,"-69"-3"0,125 2 0,0 0 0,0 0 0,0-1 0,0 0 0,0 1 0,0-1 0,1 0 0,-1-1 0,0 1 0,1 0 0,-1-1 0,0 1 0,1-1 0,0 0 0,-1 0 0,1 0 0,-3-4 0,0-1 0,1 1 0,1-1 0,0 0 0,0 0 0,-3-10 0,-10-22 0,-2 4 0,2 0 0,2-1 0,1 0 0,2-2 0,1 1 0,2-1 0,2 0 0,-3-62 0,8 78 0,-2 0 0,-8-35 0,5 32 0,-3-40 0,6-276 0,5 175 0,-2-120 0,1 273 0,-1 1 0,2 0 0,-1-1 0,2 1 0,0 0 0,4-13 0,-4 18 0,0 0 0,0 1 0,0 0 0,0 0 0,1 0 0,0 0 0,1 1 0,-1-1 0,1 1 0,0 0 0,0 0 0,8-4 0,-3 1 0,-1 3 0,-1 0 0,0-1 0,0-1 0,0 1 0,11-14 0,-13 12 0,1 1 0,0 0 0,0 0 0,1 1 0,-1 0 0,1 0 0,1 1 0,-1 0 0,1 1 0,0 0 0,0 0 0,0 0 0,0 1 0,20-3 0,-20 5 0,1-1 0,0-1 0,-1 1 0,1-2 0,-1 1 0,0-1 0,0-1 0,-1 1 0,1-1 0,10-9 0,-10 5 0,-1 1 0,1 0 0,1 1 0,-1 0 0,1 1 0,1 0 0,-1 0 0,1 1 0,0 0 0,0 1 0,23-5 0,95-21 0,-117 27 0,-1 0 0,1-2 0,-1 1 0,18-11 0,-19 10 0,0 0 0,0 0 0,0 1 0,1 0 0,-1 1 0,14-2 0,29 0 0,-33 4 0,0-1 0,29-7 0,-29 5 0,-14 3 0,0-1 0,1 1 0,-1-1 0,0 0 0,0-1 0,0 1 0,0-1 0,-1 0 0,1-1 0,6-4 0,-2 0 11,1 1 0,0 0 0,1 0 1,0 1-1,0 1 0,0 0 0,0 1 0,24-5 0,-14 3-744,31-13 1,-35 10-6094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8:45.8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 24575,'92'-1'0,"103"3"0,-184 0 0,-1 0 0,0 1 0,1 0 0,-1 0 0,0 1 0,15 9 0,-14-7 0,1-1 0,-1 0 0,1-1 0,18 4 0,-15-4 0,1 0 0,-1 0 0,0 1 0,0 1 0,26 14 0,-23-10 0,0 1 0,-1 0 0,-1 1 0,21 20 0,7 1 0,1 1 0,-42-31 0,0 0 0,0 0 0,-1 1 0,1-1 0,-1 1 0,1 0 0,-1 0 0,0 0 0,-1 0 0,3 7 0,0 10 0,-1 1 0,-1-1 0,-1 0 0,-3 40 0,0-23 0,2-30 0,0 0 0,-1 0 0,0 0 0,-1 0 0,0 0 0,0-1 0,0 1 0,-7 12 0,6-15 0,0 0 0,-1 0 0,1 0 0,-1 0 0,0-1 0,0 0 0,-1 1 0,1-2 0,-1 1 0,0 0 0,0-1 0,-8 4 0,-4 1 0,0 0 0,-1 1 0,2 1 0,-1 1 0,-19 16 0,8-1 0,21-17 0,-1-1 0,0-1 0,-1 0 0,0 0 0,0 0 0,0-1 0,-1-1 0,-17 8 0,-23 3-1365,30-8-5461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8:47.4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1 463 24575,'5'-1'0,"1"0"0,0 0 0,-1-1 0,1 1 0,-1-1 0,6-3 0,8-2 0,10-4 0,1-2 0,-2-1 0,0-1 0,28-21 0,-49 31 0,0 0 0,-1-1 0,0 0 0,0-1 0,9-12 0,-10 13 0,-1 0 0,1 0 0,0 1 0,0 0 0,1 0 0,-1 0 0,1 0 0,7-3 0,-3 2 0,-5 4 0,0 0 0,0 0 0,0-1 0,0 0 0,-1 0 0,0 0 0,1-1 0,-1 0 0,0 1 0,-1-1 0,1 0 0,4-8 0,0-1 0,-4 5 0,1 0 0,0 1 0,0 0 0,0 0 0,1 0 0,10-9 0,-7 9 0,8-8 0,1 1 0,22-12 0,-6 2 0,7-5 0,-38 27 0,1 1 0,-1-1 0,0 1 0,0 0 0,1 0 0,-1 0 0,0 0 0,1 1 0,-1-1 0,1 1 0,3 0 0,-5 0 0,0 0 0,-1 1 0,1-1 0,0 1 0,0 0 0,-1 0 0,1-1 0,-1 1 0,1 0 0,-1 0 0,1 1 0,-1-1 0,1 0 0,-1 0 0,0 1 0,0-1 0,0 1 0,0-1 0,0 1 0,0-1 0,0 1 0,0 0 0,0-1 0,-1 1 0,1 0 0,-1 0 0,1-1 0,-1 4 0,2 7 0,0-1 0,-1 1 0,-1 14 0,0-19 0,-5 573 0,5-358-1365,0-195-5461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9:35.5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1117 1950 24575,'0'-572'0,"1"566"0,-1 1 0,-1-1 0,1 1 0,-1-1 0,0 1 0,0-1 0,-1 1 0,1 0 0,-1-1 0,0 1 0,-1 0 0,1 0 0,-1 1 0,0-1 0,0 0 0,-1 1 0,1 0 0,-1 0 0,0 0 0,-7-6 0,5 5 0,1-1 0,0 0 0,0 0 0,1 0 0,-8-13 0,9 14 0,0-1 0,0 1 0,-1 0 0,1 0 0,-1 0 0,0 1 0,-1-1 0,1 1 0,-1 0 0,-6-4 0,-6-4 0,0-1 0,2-1 0,-1 0 0,2-1 0,-21-26 0,-21-22 0,50 57 0,2 0 0,-1 0 0,1-1 0,0 1 0,0-1 0,0-1 0,1 1 0,1 0 0,-4-10 0,5 10 0,-1 1 0,0 0 0,0 0 0,-1 0 0,1 0 0,-2 0 0,1 1 0,0-1 0,-1 1 0,0 0 0,0 0 0,-1 0 0,1 1 0,-8-6 0,1 3 0,6 4 0,-1-1 0,1 1 0,0-1 0,0 0 0,0 0 0,1 0 0,0-1 0,-1 0 0,1 0 0,-4-7 0,-9-15 0,-2 0 0,-1 0 0,-34-34 0,22 35 0,28 23 0,0 1 0,0-1 0,0 0 0,0 0 0,1 0 0,-1 0 0,1-1 0,0 0 0,0 1 0,1-1 0,-1 0 0,1-1 0,-4-5 0,-6-24 0,-2 1 0,-1 1 0,-26-41 0,26 46 0,-15-37 0,20 40 0,-2 0 0,-22-35 0,12 24 0,19 27 0,-1 1 0,0 0 0,-1 0 0,0 0 0,0 1 0,0-1 0,-1 1 0,0 0 0,0 1 0,0-1 0,-9-4 0,-118-45 0,132 54 0,-1 1 0,1 0 0,0-1 0,0 1 0,-1 0 0,1 0 0,0 0 0,-1 0 0,1 0 0,0 0 0,-1 0 0,1 0 0,0 0 0,-1 1 0,1-1 0,0 0 0,0 1 0,-1-1 0,1 1 0,0 0 0,0-1 0,0 1 0,0 0 0,0 0 0,0 0 0,0-1 0,0 1 0,0 0 0,0 0 0,0 1 0,0-1 0,1 0 0,-1 0 0,1 0 0,-1 0 0,1 1 0,-1-1 0,1 0 0,-1 0 0,1 1 0,0 1 0,-2 8 0,0-1 0,1 1 0,0 0 0,2 12 0,-1-15 0,0 27 0,5 129 0,-3-153 0,0-1 0,1 1 0,0-1 0,1 0 0,0 0 0,7 13 0,-5-12 0,0 1 0,-2-1 0,1 1 0,3 19 0,-2 28-1365,-5-33-5461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9:40.0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35 24575,'19'-1'0,"0"-1"0,0-1 0,26-7 0,-23 5 0,44-6 0,256 9 0,-165 4 0,-148-2 0,0-1 0,0 1 0,0 0 0,-1 0 0,1 1 0,0 1 0,0-1 0,-1 1 0,1 1 0,-1 0 0,10 4 0,33 19-1365,-28-15-5461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9:43.8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0 299 24575,'12'0'0,"-1"-1"0,0 0 0,0 0 0,0-1 0,0-1 0,-1 0 0,1 0 0,10-6 0,-14 6 0,0-1 0,0 0 0,0 0 0,-1-1 0,0 0 0,0 0 0,0 0 0,-1-1 0,0 0 0,0 0 0,0 0 0,4-9 0,-3 4 0,1 0 0,0 0 0,0 0 0,1 1 0,0 0 0,1 1 0,12-11 0,29-27 0,-34 31 0,30-23 0,-46 38 0,1 1 0,0-1 0,0 0 0,0 1 0,-1-1 0,1 1 0,0-1 0,0 1 0,0 0 0,0-1 0,0 1 0,0 0 0,0 0 0,0-1 0,0 1 0,0 0 0,0 0 0,0 0 0,0 0 0,0 0 0,0 0 0,0 1 0,0-1 0,-1 0 0,1 0 0,2 1 0,-2 0 0,0 1 0,0-1 0,0 0 0,0 0 0,0 1 0,0-1 0,0 0 0,0 1 0,0-1 0,-1 1 0,1-1 0,-1 1 0,1 0 0,0 2 0,1 8 0,-1 1 0,0-1 0,-1 18 0,0-24 0,-4 1273-1365,4-1251-5461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9:56.7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509 2162 24575,'0'-8'0,"-1"1"0,0 0 0,0 0 0,-1 0 0,1 0 0,-2 0 0,1 0 0,-1 1 0,0-1 0,0 1 0,-1-1 0,0 1 0,0 0 0,0 1 0,-1-1 0,0 1 0,0 0 0,-9-7 0,-7-4 0,-1 1 0,0 1 0,-40-18 0,53 27 0,-1-1 0,2 0 0,-1 0 0,1-1 0,0 0 0,0 0 0,0-1 0,1 0 0,1 0 0,-1 0 0,-9-18 0,6 4 0,0 1 0,1-1 0,1-1 0,-6-26 0,12 38 0,0 1 0,-1 0 0,0 0 0,-1 0 0,0 0 0,0 0 0,-1 1 0,-1 0 0,-12-17 0,13 20 0,0 0 0,0 0 0,0-1 0,1 0 0,0 0 0,0 0 0,1 0 0,0 0 0,-3-11 0,-1-10 0,-5-37 0,6 33 0,-17-129 0,14 105 0,3 1 0,3-2 0,3-60 0,0 84 0,0 19 0,1 0 0,1 0 0,0 0 0,1 0 0,0 0 0,1 0 0,0 1 0,1 0 0,1 0 0,0 0 0,15-22 0,-17 31 0,1 0 0,-1-1 0,1 1 0,0 1 0,0-1 0,9-4 0,-10 6 0,1 0 0,-1 0 0,-1 0 0,1-1 0,0 0 0,-1 0 0,1 0 0,-1 0 0,0 0 0,0-1 0,0 0 0,-1 1 0,4-7 0,-1-1 0,-1 0 0,2 0 0,-1 0 0,1 1 0,1 0 0,0 0 0,1 1 0,14-15 0,36-20 0,-45 35 0,-1 1 0,1-2 0,-2 0 0,0 0 0,13-15 0,-17 17 0,8-12 0,19-20 0,-28 34 0,1 0 0,-1 1 0,1 0 0,0 0 0,0 1 0,1-1 0,8-2 0,-8 3 0,-1 0 0,1-1 0,-1 1 0,7-7 0,-8 6 0,0 1 0,0-1 0,0 2 0,0-1 0,0 1 0,13-5 0,98-15 0,-85 17 0,-2 2 0,-15 2 0,0 0 0,21-7 0,-31 8 0,-1-1 0,0 0 0,1 0 0,-1 0 0,0 0 0,0-1 0,0 0 0,0 0 0,0 0 0,-1 0 0,6-7 0,-3 3 0,0 2 0,1-1 0,-1 1 0,1 0 0,0 0 0,0 1 0,0 0 0,1 0 0,0 0 0,-1 1 0,1 1 0,13-4 0,34-14 0,-15 2-151,1 1-1,0 2 0,1 2 0,0 2 1,1 2-1,0 2 0,0 1 1,75 1-1,-90 5-6674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9:57.7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 24575,'34'0'0,"-12"-1"0,1 1 0,23 4 0,-39-3 0,1 1 0,0 0 0,0 0 0,-1 1 0,1 0 0,-1 0 0,0 1 0,0 0 0,10 7 0,3 3 0,35 17 0,-37-22 0,-1 1 0,-1 0 0,26 21 0,-28-20 0,2 0 0,20 12 0,-19-13 0,30 24 0,-22-12 0,-10-8 0,0-1 0,34 22 0,-30-24 0,-9-6 0,1 1 0,-1 0 0,-1 0 0,1 1 0,-1 1 0,0 0 0,13 15 0,-11-10 0,1 0 0,16 14 0,-16-16 0,-1 0 0,0 1 0,11 15 0,-18-19 0,1-1 0,-1 1 0,-1 0 0,0 1 0,0-1 0,0 0 0,-1 1 0,0 0 0,0 9 0,0 13 0,-2 39 0,-1-42 0,1-21 0,0 0 0,0-1 0,-1 1 0,0 0 0,0 0 0,-1 0 0,1-1 0,-1 1 0,-1-1 0,0 1 0,0-1 0,0 0 0,0 0 0,-1 0 0,0-1 0,0 1 0,-1-1 0,1 0 0,-1 0 0,-10 7 0,7-5 0,-1-1 0,0 0 0,0 0 0,-1-1 0,1 0 0,-1-1 0,0 0 0,-1 0 0,1-1 0,-1-1 0,1 0 0,-1 0 0,0-1 0,-12 0 0,1 0-455,-1 2 0,-26 5 0,22-2-6371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0:04.0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0 291 24575,'0'-15'0,"1"0"0,0-1 0,1 1 0,6-26 0,-7 36 0,1 0 0,0 1 0,0-1 0,0 0 0,0 1 0,1-1 0,0 1 0,0 0 0,0 0 0,0 0 0,1 0 0,-1 1 0,1-1 0,0 1 0,0 0 0,0 0 0,1 0 0,4-2 0,47-17 0,-41 18 0,-1-2 0,1 0 0,-1-1 0,27-17 0,-33 19 0,1 0 0,0 0 0,0 0 0,0 1 0,1 0 0,0 1 0,-1 0 0,1 1 0,0 0 0,15-1 0,13 1 0,57 4 0,-35 1 0,-53-4 0,-1 1 0,1 1 0,0-1 0,0 1 0,-1 1 0,1-1 0,0 1 0,-1 0 0,0 0 0,1 1 0,-1 0 0,0 0 0,0 0 0,-1 1 0,1 0 0,-1 0 0,0 1 0,0-1 0,0 1 0,8 10 0,-7-7 0,0 0 0,0 0 0,0 1 0,-1 0 0,0 0 0,-1 0 0,0 1 0,-1-1 0,0 1 0,0 0 0,-1 0 0,2 12 0,9 79 0,-5-51 0,0 52 0,-8 311 0,-1-395 0,0 0 0,-1 0 0,-1 0 0,-1 0 0,-1-1 0,0 1 0,-9 18 0,9-25 0,-1-1 0,0 0 0,-1-1 0,0 1 0,-1-1 0,1-1 0,-2 1 0,1-1 0,-1-1 0,-1 0 0,-12 8 0,19-13 0,-1 0 0,1 0 0,0 0 0,0 1 0,0-1 0,-2 4 0,5-6 0,-1 1 0,1-1 0,0 1 0,-1-1 0,1 0 0,0 1 0,0-1 0,0 1 0,-1-1 0,1 0 0,0 1 0,0-1 0,0 1 0,0-1 0,0 1 0,0-1 0,0 1 0,0-1 0,0 1 0,0-1 0,0 1 0,0 0 0,1-1 0,-1 1 0,1 0 0,0-1 0,-1 1 0,1 0 0,-1-1 0,1 1 0,0-1 0,0 0 0,-1 1 0,1-1 0,0 1 0,0-1 0,-1 0 0,1 0 0,0 1 0,1-1 0,15 3 0,-1 0 0,1-1 0,-1-1 0,18-1 0,-16-1 0,-1 2 0,1 0 0,31 6 0,-7 1-260,1-2-1,0-1 1,86-4-1,-118-1-62,16 0-6503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1:05.9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705 1603 24575,'58'1'0,"70"-3"0,-116-1 0,0 1 0,0-2 0,-1 1 0,1-2 0,-1 1 0,14-9 0,15-6 0,-32 15 0,1-1 0,-1 0 0,0 0 0,-1-1 0,9-7 0,6-6 0,-17 15 0,0-1 0,0 0 0,-1 0 0,0 0 0,0-1 0,-1 1 0,0-1 0,0 0 0,0 0 0,0 0 0,-1-1 0,0 1 0,2-10 0,-2 5 0,2 1 0,0-1 0,9-18 0,-7 18 0,0-1 0,-1-1 0,-1 1 0,0 0 0,-1-1 0,0 0 0,-1 0 0,1-22 0,-1 17 0,0 12 0,-1-1 0,1 1 0,0 0 0,0 0 0,1 0 0,0 1 0,0-1 0,6-8 0,-4 7 0,-1 0 0,0-1 0,0 0 0,3-8 0,4-21 0,-1-1 0,-2 0 0,-2 0 0,-2-1 0,1-47 0,-5 73 0,0-11 0,-5-44 0,3 60 0,0 0 0,0 0 0,0 1 0,-1-1 0,0 1 0,0-1 0,-1 1 0,0 0 0,-7-9 0,-28-31 0,28 36 0,1 0 0,0-1 0,1-1 0,0 1 0,1-2 0,1 1 0,-8-20 0,13 30 0,1-1 0,-1 1 0,0-1 0,1 1 0,-2 0 0,1 0 0,0 0 0,-1 0 0,1 0 0,-1 0 0,0 1 0,-4-4 0,-3 0 0,0 0 0,-18-8 0,19 11 0,0-1 0,0-1 0,1 1 0,0-1 0,-9-8 0,-3-3 0,0 0 0,-1 2 0,-1 0 0,-44-19 0,58 28 0,1 1 0,0-1 0,0 0 0,-11-11 0,13 11 0,0 0 0,-1 0 0,0 1 0,1 0 0,-2 0 0,1 0 0,-11-4 0,-1 3 0,0 2 0,0 0 0,0 1 0,0 0 0,-1 2 0,-28 2 0,27 0 0,-1-2 0,0 0 0,1-1 0,-39-8 0,32 3 0,-44-3 0,32 4 0,32 4 0,0-1 0,0-1 0,0 1 0,0-1 0,0-1 0,1 1 0,0-1 0,0 0 0,0 0 0,-9-9 0,7 6 0,0 1 0,0 0 0,0 1 0,-1 0 0,-10-5 0,-144-47 0,163 57 0,-1 0 0,1 0 0,-1-1 0,1 1 0,-1 0 0,1 0 0,-1 0 0,0 0 0,1 0 0,-1-1 0,1 1 0,-1 0 0,1 0 0,-1 1 0,1-1 0,-1 0 0,0 0 0,1 0 0,-1 0 0,1 0 0,-1 1 0,1-1 0,-1 0 0,1 0 0,-1 1 0,1-1 0,-1 0 0,1 1 0,-1 0 0,0 0 0,1 0 0,0 0 0,-1 0 0,1 0 0,0 1 0,0-1 0,0 0 0,0 0 0,0 0 0,0 0 0,0 0 0,0 1 0,1 1 0,14 41 0,-13-38 0,7 14 0,2-1 0,0 0 0,20 26 0,11 18 0,-4-7 0,-29-44 0,0 0 0,-1 0 0,0 1 0,-1 0 0,0 1 0,5 16 0,1 23 0,-10-35 0,2 0 0,-1 0 0,2-1 0,1 1 0,11 21 0,72 115-1365,-80-137-5461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1:06.8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1 191 24575,'11'-1'0,"1"0"0,-1-2 0,0 1 0,0-1 0,0 0 0,-1-1 0,19-10 0,-16 8 0,0 1 0,0 0 0,0 0 0,23-3 0,-2 3 0,-11 3 0,-1-1 0,1-2 0,32-10 0,6-4 0,101-20 0,-130 33 0,50-12 0,-62 13-341,1 1 0,-1 0-1,27 0 1,-21 3-6485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1:08.0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0 177 24575,'3'0'0,"0"1"0,0-1 0,0 1 0,0-1 0,1 0 0,-1 0 0,5-2 0,0 2 0,-3 0 0,0 0 0,0 0 0,0-1 0,0 0 0,0 0 0,0 0 0,-1 0 0,1-1 0,0 0 0,-1 0 0,1 0 0,-1 0 0,0-1 0,0 1 0,0-1 0,0 0 0,0-1 0,-1 1 0,1-1 0,-1 1 0,0-1 0,0 0 0,0 0 0,3-8 0,-1 2 0,1 0 0,0 0 0,1 1 0,0 0 0,0 0 0,1 0 0,0 1 0,0 0 0,1 1 0,16-11 0,-24 17 0,1 0 0,-1 1 0,0-1 0,1 0 0,-1 1 0,1-1 0,-1 1 0,1 0 0,-1-1 0,1 1 0,0 0 0,-1 0 0,1 0 0,-1 0 0,1 0 0,-1 1 0,1-1 0,0 0 0,-1 1 0,3 0 0,-2 0 0,0 1 0,0-1 0,0 1 0,0-1 0,-1 1 0,1 0 0,0-1 0,-1 1 0,0 0 0,1 0 0,-1 0 0,2 3 0,1 6 0,0 1 0,0-1 0,-1 1 0,2 15 0,-4-23 0,6 31 0,2 14 0,-2 0 0,2 50 0,-10-40 0,2 38 0,0-86 0,0 0 0,1 0 0,0 0 0,1 0 0,1 0 0,6 15 0,-2-7 0,-1 0 0,0 0 0,-2 1 0,0 0 0,-1 0 0,-1 1 0,-1-1 0,-1 0 0,-2 29 0,0-18-1365,1-4-5461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1:26.1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544 2447 24575,'-5'0'0,"0"-1"0,0 0 0,0-1 0,0 1 0,0-1 0,1 0 0,-1 0 0,1-1 0,-1 0 0,1 1 0,0-1 0,-6-5 0,-25-15 0,27 18 0,-1 0 0,1-1 0,1 0 0,-11-9 0,-7-6 0,13 10 0,0 0 0,1-1 0,0 0 0,-14-23 0,8 13 0,5 4 0,1 0 0,0 0 0,1-1 0,1 0 0,1-1 0,1 0 0,1 0 0,-6-30 0,2 8 0,-15-41 0,2 13 0,19 58 0,-2 0 0,1 0 0,-2 0 0,0 1 0,0 0 0,-12-14 0,6 9 0,-15-28 0,21 30 0,1 0 0,0-1 0,1 0 0,1 0 0,0-1 0,1 1 0,-1-25 0,4-115 0,3 76 0,-3-366 0,0 436 0,1 1 0,-1-1 0,2 0 0,-1 1 0,1-1 0,1 1 0,-1 0 0,2-1 0,-1 1 0,1 1 0,0-1 0,0 0 0,1 1 0,0 0 0,1 0 0,-1 1 0,1-1 0,1 1 0,-1 0 0,1 1 0,0 0 0,0 0 0,9-5 0,-11 7 0,0-1 0,0 1 0,-1-1 0,1 0 0,-1-1 0,0 1 0,0-1 0,-1 0 0,1 0 0,-1 0 0,5-10 0,0-4 0,11-40 0,-19 58 0,1-2 0,0 0 0,0 0 0,1-1 0,-1 1 0,1 1 0,0-1 0,0 0 0,0 0 0,0 1 0,0-1 0,0 1 0,1-1 0,3-2 0,1 0 0,1 1 0,0-1 0,13-4 0,-14 7 0,0-1 0,-1-1 0,1 1 0,-1-1 0,1 0 0,-1 0 0,9-9 0,7-12 0,-13 15 0,-1 0 0,2 0 0,-1 1 0,1 0 0,1 1 0,0 0 0,0 0 0,16-7 0,-26 14 0,7-1 0,-1-1 0,0-1 0,0 1 0,0-1 0,-1 0 0,1 0 0,-1-1 0,0 0 0,10-11 0,-11 12 0,-1-1 0,1 1 0,0 0 0,0 0 0,1 0 0,-1 1 0,1-1 0,0 1 0,0 1 0,0-1 0,0 1 0,0 0 0,1 1 0,-1-1 0,8 0 0,0 0 0,-1-2 0,18-6 0,-24 7 0,-1-1 0,1-1 0,-1 1 0,0-1 0,0 0 0,-1 0 0,10-12 0,-10 12 0,0-1 0,0 0 0,1 1 0,0 0 0,0 0 0,0 1 0,0 0 0,14-7 0,80-15 0,29-5 0,-103 25 0,0 1 0,1 1 0,-1 1 0,52 1 0,-45 2 0,1-1 0,47-9 0,-32 2 0,94-4 0,52 12 0,-74 2 0,-27-2-1365,-66 0-5461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1:29.6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24575,'0'9'0,"1"1"0,0-1 0,1 0 0,0 1 0,0-1 0,1 0 0,0 0 0,1 0 0,0-1 0,0 1 0,1-1 0,0 0 0,1 0 0,-1-1 0,1 1 0,13 11 0,61 75 0,4 4 0,-65-77 0,21 31 0,-30-37 0,1 0 0,1-1 0,0 0 0,1-1 0,17 14 0,-13-13 0,-1 0 0,16 18 0,-17-16 0,1-1 0,17 14 0,-19-19 0,-1 0 0,-1 1 0,0 1 0,21 24 0,-28-28 0,0-1 0,0 1 0,-1 0 0,0 0 0,-1 0 0,0 0 0,0 1 0,-1 0 0,0-1 0,2 18 0,-1 19 0,-2 0 0,-6 54 0,5-95 0,-1 1 0,0-1 0,0 0 0,0 0 0,-1 0 0,0 0 0,1 0 0,-1 0 0,0-1 0,-1 1 0,-4 5 0,-2 1 0,0-2 0,-16 14 0,-10 8 0,5-2 0,-2-1 0,-1-2 0,-54 33 0,41-27 0,37-24 0,0 0 0,0-1 0,0 0 0,-1 0 0,0-1 0,0 0 0,-1-1 0,1 0 0,-21 4 0,24-8 0,0 1 0,0 0 0,0 0 0,0 1 0,0 0 0,0 0 0,1 1 0,-1 0 0,1 0 0,-1 1 0,1-1 0,0 1 0,-7 7 0,7-5-195,-1 0 0,0 0 0,0-1 0,-1 0 0,1 0 0,-15 6 0,0-4-6631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1:31.3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1 132 24575,'9'-1'0,"1"-1"0,-1 0 0,1 0 0,-1-1 0,0 0 0,0 0 0,0-1 0,10-6 0,-7 4 0,0 1 0,1 0 0,21-6 0,13 6 0,-40 5 0,1 0 0,-1-1 0,0 0 0,0 0 0,0 0 0,1-1 0,-1 0 0,-1 0 0,1-1 0,11-6 0,-8 3 0,1-1 0,0 2 0,0 0 0,0 0 0,0 1 0,1 0 0,0 1 0,0 0 0,0 1 0,0 0 0,0 1 0,0 1 0,14 0 0,-7 0 0,-1 1 0,0 0 0,0 2 0,0 0 0,22 6 0,-35-7 0,0-1 0,0 1 0,0 0 0,0 1 0,0-1 0,0 1 0,-1 0 0,1 0 0,-1 0 0,0 0 0,0 1 0,0 0 0,-1 0 0,1 0 0,-1 0 0,0 1 0,0-1 0,0 1 0,-1-1 0,1 1 0,-1 0 0,2 7 0,30 173 0,-31-173 0,0 1 0,1-1 0,0 0 0,12 21 0,-10-21 0,0 0 0,-1 0 0,-1 0 0,5 22 0,-4 13 0,-2 1 0,-5 78 0,-1-33 0,4-67 0,-1-10 0,0-1 0,-4 29 0,3-39 0,0 0 0,-1 0 0,1 0 0,-1 0 0,0-1 0,-1 1 0,1 0 0,-1-1 0,0 1 0,0-1 0,0 0 0,-5 5 0,-6 5 0,0 0 0,-1 0 0,0-2 0,-1 1 0,-1-2 0,0 0 0,-33 15 0,14-14 0,-40 10 0,152-20 0,-67-2 0,1-1 0,0 1 0,0 0 0,1 0 0,-1 1 0,0 1 0,0 0 0,0 0 0,0 1 0,13 5 0,-2 2 0,0-1 0,1-1 0,1-2 0,31 7 0,-41-11 0,0 2 0,0-1 0,0 1 0,-1 1 0,0 1 0,1-1 0,-2 2 0,1 0 0,11 9 0,-19-13 0,-1 0 0,1 0 0,-1 1 0,1-1 0,-1 1 0,0 0 0,-1 0 0,1 0 0,-1 0 0,1 1 0,-1-1 0,0 1 0,-1-1 0,1 1 0,-1 0 0,0 0 0,0-1 0,-1 1 0,1 0 0,-1 0 0,0 0 0,0 0 0,-1 0 0,0 0 0,1-1 0,-2 1 0,-1 6 0,-12 28 0,-35 65 0,47-99 0,0 0 0,-1-1 0,0 1 0,0-1 0,0 0 0,0 0 0,0 0 0,-1-1 0,0 1 0,-6 2 0,5-2 0,1-1 0,0 1 0,0-1 0,0 1 0,0 1 0,1-1 0,0 1 0,-7 8 0,6-3 0,-1-1 0,-1 0 0,0 0 0,0 0 0,-1-1 0,0 0 0,0-1 0,-1 1 0,0-1 0,0-1 0,-1 0 0,-10 5 0,10-5 0,1 0 0,-1 1 0,1 0 0,-9 10 0,8-8 0,0-1 0,0 0 0,-12 7 0,17-12-73,-9 6-142,0-2 0,-1 1-1,0-2 1,0 0-1,-16 4 1,7-6-6611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2:13.2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67 0 24575,'-2'1'0,"1"-1"0,-1 1 0,1 0 0,-1-1 0,1 1 0,0 0 0,-1 0 0,1 0 0,0 0 0,-1 0 0,1 0 0,0 0 0,0 1 0,0-1 0,0 0 0,0 0 0,-1 3 0,-15 26 0,17-28 0,-5 9 0,0 0 0,2 0 0,-1 1 0,2-1 0,-1 1 0,-1 24 0,5 76 0,1-60 0,-1 488 0,-1-524 0,1 0 0,1 0 0,0-1 0,1 1 0,0-1 0,2 0 0,0 0 0,8 18 0,-3-17 0,1-1 0,0-1 0,17 18 0,-13-15 0,20 28 0,67 97 0,-84-117 0,35 34 0,-31-36 0,25 34 0,-35-42 0,1 0 0,1-1 0,0-1 0,23 17 0,19 18 0,-28-21 0,-7-6 0,0-1 0,44 32 0,-44-38 0,-10-6 0,0-1 0,1 0 0,0 0 0,22 8 0,-20-10 0,-1 2 0,0-1 0,-1 2 0,0 0 0,23 18 0,-24-16 0,1-1 0,0 0 0,1-1 0,-1-1 0,26 11 0,-12-8 0,-1 2 0,27 15 0,-30-14 0,0-1 0,47 16 0,-63-26 0,4 0 0,-1 1 0,0 0 0,0 0 0,0 1 0,-1 0 0,1 1 0,-1 0 0,0 0 0,9 8 0,-4-2 0,1 0 0,1-1 0,-1-1 0,1 0 0,1-1 0,0 0 0,17 5 0,6 3 0,-25-8 0,0 0 0,-1 0 0,0 1 0,20 19 0,13 10 0,113 67 0,-144-94 13,0 1 0,-1 0 0,13 15 0,5 4-1430,-10-12-5409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2:14.5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24575,'7'6'0,"0"0"0,1-1 0,-1 1 0,1-1 0,1-1 0,-1 0 0,1 0 0,-1-1 0,16 4 0,-15-4 0,0 0 0,1 0 0,-1 1 0,0 0 0,-1 1 0,1 0 0,-1 0 0,13 11 0,5 13 0,-20-21 0,1-1 0,0 0 0,1 0 0,-1 0 0,14 8 0,-8-6 0,-1 0 0,1 0 0,-2 1 0,1 1 0,-1 0 0,-1 1 0,0 0 0,-1 0 0,0 1 0,8 16 0,-4-9 0,0-1 0,27 30 0,-23-30 0,27 41 0,-16-7 0,-19-35 0,1 0 0,1 0 0,18 23 0,-19-29 0,0 0 0,-1 1 0,-1 0 0,0 0 0,-1 1 0,0 0 0,-1 0 0,7 25 0,-13-36 0,1-1 0,-1 1 0,-1 0 0,1-1 0,0 1 0,0 0 0,-1-1 0,0 1 0,1-1 0,-1 1 0,0-1 0,0 1 0,-1-1 0,1 0 0,0 0 0,-1 1 0,1-1 0,-1 0 0,0 0 0,0 0 0,0-1 0,0 1 0,0 0 0,0-1 0,-3 2 0,-6 5 0,-1-1 0,-1-1 0,-18 7 0,25-10 0,-11 3 0,-1-1 0,-18 3 0,20-4 0,0 0 0,1 0 0,-20 9 0,9 0-120,6-3-87,0 0-1,-1-2 1,0 0-1,0-1 0,-31 6 1,27-11-6619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8:44.9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416 2172 24575,'-59'1'0,"-69"-3"0,125 2 0,0 0 0,0 0 0,0-1 0,0 0 0,0 1 0,0-1 0,1 0 0,-1-1 0,0 1 0,1 0 0,-1-1 0,0 1 0,1-1 0,0 0 0,-1 0 0,1 0 0,-3-4 0,0-1 0,1 1 0,1-1 0,0 0 0,0 0 0,-3-10 0,-10-22 0,-2 4 0,2 0 0,2-1 0,1 0 0,2-2 0,1 1 0,2-1 0,2 0 0,-3-62 0,8 78 0,-2 0 0,-8-35 0,5 32 0,-3-40 0,6-276 0,5 175 0,-2-120 0,1 273 0,-1 1 0,2 0 0,-1-1 0,2 1 0,0 0 0,4-13 0,-4 18 0,0 0 0,0 1 0,0 0 0,0 0 0,1 0 0,0 0 0,1 1 0,-1-1 0,1 1 0,0 0 0,0 0 0,8-4 0,-3 1 0,-1 3 0,-1 0 0,0-1 0,0-1 0,0 1 0,11-14 0,-13 12 0,1 1 0,0 0 0,0 0 0,1 1 0,-1 0 0,1 0 0,1 1 0,-1 0 0,1 1 0,0 0 0,0 0 0,0 0 0,0 1 0,20-3 0,-20 5 0,1-1 0,0-1 0,-1 1 0,1-2 0,-1 1 0,0-1 0,0-1 0,-1 1 0,1-1 0,10-9 0,-10 5 0,-1 1 0,1 0 0,1 1 0,-1 0 0,1 1 0,1 0 0,-1 0 0,1 1 0,0 0 0,0 1 0,23-5 0,95-21 0,-117 27 0,-1 0 0,1-2 0,-1 1 0,18-11 0,-19 10 0,0 0 0,0 0 0,0 1 0,1 0 0,-1 1 0,14-2 0,29 0 0,-33 4 0,0-1 0,29-7 0,-29 5 0,-14 3 0,0-1 0,1 1 0,-1-1 0,0 0 0,0-1 0,0 1 0,0-1 0,-1 0 0,1-1 0,6-4 0,-2 0 11,1 1 0,0 0 0,1 0 1,0 1-1,0 1 0,0 0 0,0 1 0,24-5 0,-14 3-744,31-13 1,-35 10-6094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8:45.8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 24575,'92'-1'0,"103"3"0,-184 0 0,-1 0 0,0 1 0,1 0 0,-1 0 0,0 1 0,15 9 0,-14-7 0,1-1 0,-1 0 0,1-1 0,18 4 0,-15-4 0,1 0 0,-1 0 0,0 1 0,0 1 0,26 14 0,-23-10 0,0 1 0,-1 0 0,-1 1 0,21 20 0,7 1 0,1 1 0,-42-31 0,0 0 0,0 0 0,-1 1 0,1-1 0,-1 1 0,1 0 0,-1 0 0,0 0 0,-1 0 0,3 7 0,0 10 0,-1 1 0,-1-1 0,-1 0 0,-3 40 0,0-23 0,2-30 0,0 0 0,-1 0 0,0 0 0,-1 0 0,0 0 0,0-1 0,0 1 0,-7 12 0,6-15 0,0 0 0,-1 0 0,1 0 0,-1 0 0,0-1 0,0 0 0,-1 1 0,1-2 0,-1 1 0,0 0 0,0-1 0,-8 4 0,-4 1 0,0 0 0,-1 1 0,2 1 0,-1 1 0,-19 16 0,8-1 0,21-17 0,-1-1 0,0-1 0,-1 0 0,0 0 0,0 0 0,0-1 0,-1-1 0,-17 8 0,-23 3-1365,30-8-5461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8:47.4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1 463 24575,'5'-1'0,"1"0"0,0 0 0,-1-1 0,1 1 0,-1-1 0,6-3 0,8-2 0,10-4 0,1-2 0,-2-1 0,0-1 0,28-21 0,-49 31 0,0 0 0,-1-1 0,0 0 0,0-1 0,9-12 0,-10 13 0,-1 0 0,1 0 0,0 1 0,0 0 0,1 0 0,-1 0 0,1 0 0,7-3 0,-3 2 0,-5 4 0,0 0 0,0 0 0,0-1 0,0 0 0,-1 0 0,0 0 0,1-1 0,-1 0 0,0 1 0,-1-1 0,1 0 0,4-8 0,0-1 0,-4 5 0,1 0 0,0 1 0,0 0 0,0 0 0,1 0 0,10-9 0,-7 9 0,8-8 0,1 1 0,22-12 0,-6 2 0,7-5 0,-38 27 0,1 1 0,-1-1 0,0 1 0,0 0 0,1 0 0,-1 0 0,0 0 0,1 1 0,-1-1 0,1 1 0,3 0 0,-5 0 0,0 0 0,-1 1 0,1-1 0,0 1 0,0 0 0,-1 0 0,1-1 0,-1 1 0,1 0 0,-1 0 0,1 1 0,-1-1 0,1 0 0,-1 0 0,0 1 0,0-1 0,0 1 0,0-1 0,0 1 0,0-1 0,0 1 0,0 0 0,0-1 0,-1 1 0,1 0 0,-1 0 0,1-1 0,-1 4 0,2 7 0,0-1 0,-1 1 0,-1 14 0,0-19 0,-5 573 0,5-358-1365,0-195-5461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9:35.5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1117 1950 24575,'0'-572'0,"1"566"0,-1 1 0,-1-1 0,1 1 0,-1-1 0,0 1 0,0-1 0,-1 1 0,1 0 0,-1-1 0,0 1 0,-1 0 0,1 0 0,-1 1 0,0-1 0,0 0 0,-1 1 0,1 0 0,-1 0 0,0 0 0,-7-6 0,5 5 0,1-1 0,0 0 0,0 0 0,1 0 0,-8-13 0,9 14 0,0-1 0,0 1 0,-1 0 0,1 0 0,-1 0 0,0 1 0,-1-1 0,1 1 0,-1 0 0,-6-4 0,-6-4 0,0-1 0,2-1 0,-1 0 0,2-1 0,-21-26 0,-21-22 0,50 57 0,2 0 0,-1 0 0,1-1 0,0 1 0,0-1 0,0-1 0,1 1 0,1 0 0,-4-10 0,5 10 0,-1 1 0,0 0 0,0 0 0,-1 0 0,1 0 0,-2 0 0,1 1 0,0-1 0,-1 1 0,0 0 0,0 0 0,-1 0 0,1 1 0,-8-6 0,1 3 0,6 4 0,-1-1 0,1 1 0,0-1 0,0 0 0,0 0 0,1 0 0,0-1 0,-1 0 0,1 0 0,-4-7 0,-9-15 0,-2 0 0,-1 0 0,-34-34 0,22 35 0,28 23 0,0 1 0,0-1 0,0 0 0,0 0 0,1 0 0,-1 0 0,1-1 0,0 0 0,0 1 0,1-1 0,-1 0 0,1-1 0,-4-5 0,-6-24 0,-2 1 0,-1 1 0,-26-41 0,26 46 0,-15-37 0,20 40 0,-2 0 0,-22-35 0,12 24 0,19 27 0,-1 1 0,0 0 0,-1 0 0,0 0 0,0 1 0,0-1 0,-1 1 0,0 0 0,0 1 0,0-1 0,-9-4 0,-118-45 0,132 54 0,-1 1 0,1 0 0,0-1 0,0 1 0,-1 0 0,1 0 0,0 0 0,-1 0 0,1 0 0,0 0 0,-1 0 0,1 0 0,0 0 0,-1 1 0,1-1 0,0 0 0,0 1 0,-1-1 0,1 1 0,0 0 0,0-1 0,0 1 0,0 0 0,0 0 0,0 0 0,0-1 0,0 1 0,0 0 0,0 0 0,0 1 0,0-1 0,1 0 0,-1 0 0,1 0 0,-1 0 0,1 1 0,-1-1 0,1 0 0,-1 0 0,1 1 0,0 1 0,-2 8 0,0-1 0,1 1 0,0 0 0,2 12 0,-1-15 0,0 27 0,5 129 0,-3-153 0,0-1 0,1 1 0,0-1 0,1 0 0,0 0 0,7 13 0,-5-12 0,0 1 0,-2-1 0,1 1 0,3 19 0,-2 28-1365,-5-33-5461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9:40.0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35 24575,'19'-1'0,"0"-1"0,0-1 0,26-7 0,-23 5 0,44-6 0,256 9 0,-165 4 0,-148-2 0,0-1 0,0 1 0,0 0 0,-1 0 0,1 1 0,0 1 0,0-1 0,-1 1 0,1 1 0,-1 0 0,10 4 0,33 19-1365,-28-15-5461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9:43.8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0 299 24575,'12'0'0,"-1"-1"0,0 0 0,0 0 0,0-1 0,0-1 0,-1 0 0,1 0 0,10-6 0,-14 6 0,0-1 0,0 0 0,0 0 0,-1-1 0,0 0 0,0 0 0,0 0 0,-1-1 0,0 0 0,0 0 0,0 0 0,4-9 0,-3 4 0,1 0 0,0 0 0,0 0 0,1 1 0,0 0 0,1 1 0,12-11 0,29-27 0,-34 31 0,30-23 0,-46 38 0,1 1 0,0-1 0,0 0 0,0 1 0,-1-1 0,1 1 0,0-1 0,0 1 0,0 0 0,0-1 0,0 1 0,0 0 0,0 0 0,0-1 0,0 1 0,0 0 0,0 0 0,0 0 0,0 0 0,0 0 0,0 0 0,0 1 0,0-1 0,-1 0 0,1 0 0,2 1 0,-2 0 0,0 1 0,0-1 0,0 0 0,0 0 0,0 1 0,0-1 0,0 0 0,0 1 0,0-1 0,-1 1 0,1-1 0,-1 1 0,1 0 0,0 2 0,1 8 0,-1 1 0,0-1 0,-1 18 0,0-24 0,-4 1273-1365,4-1251-5461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9:56.7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509 2162 24575,'0'-8'0,"-1"1"0,0 0 0,0 0 0,-1 0 0,1 0 0,-2 0 0,1 0 0,-1 1 0,0-1 0,0 1 0,-1-1 0,0 1 0,0 0 0,0 1 0,-1-1 0,0 1 0,0 0 0,-9-7 0,-7-4 0,-1 1 0,0 1 0,-40-18 0,53 27 0,-1-1 0,2 0 0,-1 0 0,1-1 0,0 0 0,0 0 0,0-1 0,1 0 0,1 0 0,-1 0 0,-9-18 0,6 4 0,0 1 0,1-1 0,1-1 0,-6-26 0,12 38 0,0 1 0,-1 0 0,0 0 0,-1 0 0,0 0 0,0 0 0,-1 1 0,-1 0 0,-12-17 0,13 20 0,0 0 0,0 0 0,0-1 0,1 0 0,0 0 0,0 0 0,1 0 0,0 0 0,-3-11 0,-1-10 0,-5-37 0,6 33 0,-17-129 0,14 105 0,3 1 0,3-2 0,3-60 0,0 84 0,0 19 0,1 0 0,1 0 0,0 0 0,1 0 0,0 0 0,1 0 0,0 1 0,1 0 0,1 0 0,0 0 0,15-22 0,-17 31 0,1 0 0,-1-1 0,1 1 0,0 1 0,0-1 0,9-4 0,-10 6 0,1 0 0,-1 0 0,-1 0 0,1-1 0,0 0 0,-1 0 0,1 0 0,-1 0 0,0 0 0,0-1 0,0 0 0,-1 1 0,4-7 0,-1-1 0,-1 0 0,2 0 0,-1 0 0,1 1 0,1 0 0,0 0 0,1 1 0,14-15 0,36-20 0,-45 35 0,-1 1 0,1-2 0,-2 0 0,0 0 0,13-15 0,-17 17 0,8-12 0,19-20 0,-28 34 0,1 0 0,-1 1 0,1 0 0,0 0 0,0 1 0,1-1 0,8-2 0,-8 3 0,-1 0 0,1-1 0,-1 1 0,7-7 0,-8 6 0,0 1 0,0-1 0,0 2 0,0-1 0,0 1 0,13-5 0,98-15 0,-85 17 0,-2 2 0,-15 2 0,0 0 0,21-7 0,-31 8 0,-1-1 0,0 0 0,1 0 0,-1 0 0,0 0 0,0-1 0,0 0 0,0 0 0,0 0 0,-1 0 0,6-7 0,-3 3 0,0 2 0,1-1 0,-1 1 0,1 0 0,0 0 0,0 1 0,0 0 0,1 0 0,0 0 0,-1 1 0,1 1 0,13-4 0,34-14 0,-15 2-151,1 1-1,0 2 0,1 2 0,0 2 1,1 2-1,0 2 0,0 1 1,75 1-1,-90 5-6674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9:57.7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 24575,'34'0'0,"-12"-1"0,1 1 0,23 4 0,-39-3 0,1 1 0,0 0 0,0 0 0,-1 1 0,1 0 0,-1 0 0,0 1 0,0 0 0,10 7 0,3 3 0,35 17 0,-37-22 0,-1 1 0,-1 0 0,26 21 0,-28-20 0,2 0 0,20 12 0,-19-13 0,30 24 0,-22-12 0,-10-8 0,0-1 0,34 22 0,-30-24 0,-9-6 0,1 1 0,-1 0 0,-1 0 0,1 1 0,-1 1 0,0 0 0,13 15 0,-11-10 0,1 0 0,16 14 0,-16-16 0,-1 0 0,0 1 0,11 15 0,-18-19 0,1-1 0,-1 1 0,-1 0 0,0 1 0,0-1 0,0 0 0,-1 1 0,0 0 0,0 9 0,0 13 0,-2 39 0,-1-42 0,1-21 0,0 0 0,0-1 0,-1 1 0,0 0 0,0 0 0,-1 0 0,1-1 0,-1 1 0,-1-1 0,0 1 0,0-1 0,0 0 0,0 0 0,-1 0 0,0-1 0,0 1 0,-1-1 0,1 0 0,-1 0 0,-10 7 0,7-5 0,-1-1 0,0 0 0,0 0 0,-1-1 0,1 0 0,-1-1 0,0 0 0,-1 0 0,1-1 0,-1-1 0,1 0 0,-1 0 0,0-1 0,-12 0 0,1 0-455,-1 2 0,-26 5 0,22-2-6371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0:04.0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0 291 24575,'0'-15'0,"1"0"0,0-1 0,1 1 0,6-26 0,-7 36 0,1 0 0,0 1 0,0-1 0,0 0 0,0 1 0,1-1 0,0 1 0,0 0 0,0 0 0,0 0 0,1 0 0,-1 1 0,1-1 0,0 1 0,0 0 0,0 0 0,1 0 0,4-2 0,47-17 0,-41 18 0,-1-2 0,1 0 0,-1-1 0,27-17 0,-33 19 0,1 0 0,0 0 0,0 0 0,0 1 0,1 0 0,0 1 0,-1 0 0,1 1 0,0 0 0,15-1 0,13 1 0,57 4 0,-35 1 0,-53-4 0,-1 1 0,1 1 0,0-1 0,0 1 0,-1 1 0,1-1 0,0 1 0,-1 0 0,0 0 0,1 1 0,-1 0 0,0 0 0,0 0 0,-1 1 0,1 0 0,-1 0 0,0 1 0,0-1 0,0 1 0,8 10 0,-7-7 0,0 0 0,0 0 0,0 1 0,-1 0 0,0 0 0,-1 0 0,0 1 0,-1-1 0,0 1 0,0 0 0,-1 0 0,2 12 0,9 79 0,-5-51 0,0 52 0,-8 311 0,-1-395 0,0 0 0,-1 0 0,-1 0 0,-1 0 0,-1-1 0,0 1 0,-9 18 0,9-25 0,-1-1 0,0 0 0,-1-1 0,0 1 0,-1-1 0,1-1 0,-2 1 0,1-1 0,-1-1 0,-1 0 0,-12 8 0,19-13 0,-1 0 0,1 0 0,0 0 0,0 1 0,0-1 0,-2 4 0,5-6 0,-1 1 0,1-1 0,0 1 0,-1-1 0,1 0 0,0 1 0,0-1 0,0 1 0,-1-1 0,1 0 0,0 1 0,0-1 0,0 1 0,0-1 0,0 1 0,0-1 0,0 1 0,0-1 0,0 1 0,0-1 0,0 1 0,0 0 0,1-1 0,-1 1 0,1 0 0,0-1 0,-1 1 0,1 0 0,-1-1 0,1 1 0,0-1 0,0 0 0,-1 1 0,1-1 0,0 1 0,0-1 0,-1 0 0,1 0 0,0 1 0,1-1 0,15 3 0,-1 0 0,1-1 0,-1-1 0,18-1 0,-16-1 0,-1 2 0,1 0 0,31 6 0,-7 1-260,1-2-1,0-1 1,86-4-1,-118-1-62,16 0-6503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1:05.9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705 1603 24575,'58'1'0,"70"-3"0,-116-1 0,0 1 0,0-2 0,-1 1 0,1-2 0,-1 1 0,14-9 0,15-6 0,-32 15 0,1-1 0,-1 0 0,0 0 0,-1-1 0,9-7 0,6-6 0,-17 15 0,0-1 0,0 0 0,-1 0 0,0 0 0,0-1 0,-1 1 0,0-1 0,0 0 0,0 0 0,0 0 0,-1-1 0,0 1 0,2-10 0,-2 5 0,2 1 0,0-1 0,9-18 0,-7 18 0,0-1 0,-1-1 0,-1 1 0,0 0 0,-1-1 0,0 0 0,-1 0 0,1-22 0,-1 17 0,0 12 0,-1-1 0,1 1 0,0 0 0,0 0 0,1 0 0,0 1 0,0-1 0,6-8 0,-4 7 0,-1 0 0,0-1 0,0 0 0,3-8 0,4-21 0,-1-1 0,-2 0 0,-2 0 0,-2-1 0,1-47 0,-5 73 0,0-11 0,-5-44 0,3 60 0,0 0 0,0 0 0,0 1 0,-1-1 0,0 1 0,0-1 0,-1 1 0,0 0 0,-7-9 0,-28-31 0,28 36 0,1 0 0,0-1 0,1-1 0,0 1 0,1-2 0,1 1 0,-8-20 0,13 30 0,1-1 0,-1 1 0,0-1 0,1 1 0,-2 0 0,1 0 0,0 0 0,-1 0 0,1 0 0,-1 0 0,0 1 0,-4-4 0,-3 0 0,0 0 0,-18-8 0,19 11 0,0-1 0,0-1 0,1 1 0,0-1 0,-9-8 0,-3-3 0,0 0 0,-1 2 0,-1 0 0,-44-19 0,58 28 0,1 1 0,0-1 0,0 0 0,-11-11 0,13 11 0,0 0 0,-1 0 0,0 1 0,1 0 0,-2 0 0,1 0 0,-11-4 0,-1 3 0,0 2 0,0 0 0,0 1 0,0 0 0,-1 2 0,-28 2 0,27 0 0,-1-2 0,0 0 0,1-1 0,-39-8 0,32 3 0,-44-3 0,32 4 0,32 4 0,0-1 0,0-1 0,0 1 0,0-1 0,0-1 0,1 1 0,0-1 0,0 0 0,0 0 0,-9-9 0,7 6 0,0 1 0,0 0 0,0 1 0,-1 0 0,-10-5 0,-144-47 0,163 57 0,-1 0 0,1 0 0,-1-1 0,1 1 0,-1 0 0,1 0 0,-1 0 0,0 0 0,1 0 0,-1-1 0,1 1 0,-1 0 0,1 0 0,-1 1 0,1-1 0,-1 0 0,0 0 0,1 0 0,-1 0 0,1 0 0,-1 1 0,1-1 0,-1 0 0,1 0 0,-1 1 0,1-1 0,-1 0 0,1 1 0,-1 0 0,0 0 0,1 0 0,0 0 0,-1 0 0,1 0 0,0 1 0,0-1 0,0 0 0,0 0 0,0 0 0,0 0 0,0 0 0,0 1 0,1 1 0,14 41 0,-13-38 0,7 14 0,2-1 0,0 0 0,20 26 0,11 18 0,-4-7 0,-29-44 0,0 0 0,-1 0 0,0 1 0,-1 0 0,0 1 0,5 16 0,1 23 0,-10-35 0,2 0 0,-1 0 0,2-1 0,1 1 0,11 21 0,72 115-1365,-80-137-5461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1:06.8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1 191 24575,'11'-1'0,"1"0"0,-1-2 0,0 1 0,0-1 0,0 0 0,-1-1 0,19-10 0,-16 8 0,0 1 0,0 0 0,0 0 0,23-3 0,-2 3 0,-11 3 0,-1-1 0,1-2 0,32-10 0,6-4 0,101-20 0,-130 33 0,50-12 0,-62 13-341,1 1 0,-1 0-1,27 0 1,-21 3-6485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1:08.0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0 177 24575,'3'0'0,"0"1"0,0-1 0,0 1 0,0-1 0,1 0 0,-1 0 0,5-2 0,0 2 0,-3 0 0,0 0 0,0 0 0,0-1 0,0 0 0,0 0 0,0 0 0,-1 0 0,1-1 0,0 0 0,-1 0 0,1 0 0,-1 0 0,0-1 0,0 1 0,0-1 0,0 0 0,0-1 0,-1 1 0,1-1 0,-1 1 0,0-1 0,0 0 0,0 0 0,3-8 0,-1 2 0,1 0 0,0 0 0,1 1 0,0 0 0,0 0 0,1 0 0,0 1 0,0 0 0,1 1 0,16-11 0,-24 17 0,1 0 0,-1 1 0,0-1 0,1 0 0,-1 1 0,1-1 0,-1 1 0,1 0 0,-1-1 0,1 1 0,0 0 0,-1 0 0,1 0 0,-1 0 0,1 0 0,-1 1 0,1-1 0,0 0 0,-1 1 0,3 0 0,-2 0 0,0 1 0,0-1 0,0 1 0,0-1 0,-1 1 0,1 0 0,0-1 0,-1 1 0,0 0 0,1 0 0,-1 0 0,2 3 0,1 6 0,0 1 0,0-1 0,-1 1 0,2 15 0,-4-23 0,6 31 0,2 14 0,-2 0 0,2 50 0,-10-40 0,2 38 0,0-86 0,0 0 0,1 0 0,0 0 0,1 0 0,1 0 0,6 15 0,-2-7 0,-1 0 0,0 0 0,-2 1 0,0 0 0,-1 0 0,-1 1 0,-1-1 0,-1 0 0,-2 29 0,0-18-1365,1-4-5461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1:26.1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544 2447 24575,'-5'0'0,"0"-1"0,0 0 0,0-1 0,0 1 0,0-1 0,1 0 0,-1 0 0,1-1 0,-1 0 0,1 1 0,0-1 0,-6-5 0,-25-15 0,27 18 0,-1 0 0,1-1 0,1 0 0,-11-9 0,-7-6 0,13 10 0,0 0 0,1-1 0,0 0 0,-14-23 0,8 13 0,5 4 0,1 0 0,0 0 0,1-1 0,1 0 0,1-1 0,1 0 0,1 0 0,-6-30 0,2 8 0,-15-41 0,2 13 0,19 58 0,-2 0 0,1 0 0,-2 0 0,0 1 0,0 0 0,-12-14 0,6 9 0,-15-28 0,21 30 0,1 0 0,0-1 0,1 0 0,1 0 0,0-1 0,1 1 0,-1-25 0,4-115 0,3 76 0,-3-366 0,0 436 0,1 1 0,-1-1 0,2 0 0,-1 1 0,1-1 0,1 1 0,-1 0 0,2-1 0,-1 1 0,1 1 0,0-1 0,0 0 0,1 1 0,0 0 0,1 0 0,-1 1 0,1-1 0,1 1 0,-1 0 0,1 1 0,0 0 0,0 0 0,9-5 0,-11 7 0,0-1 0,0 1 0,-1-1 0,1 0 0,-1-1 0,0 1 0,0-1 0,-1 0 0,1 0 0,-1 0 0,5-10 0,0-4 0,11-40 0,-19 58 0,1-2 0,0 0 0,0 0 0,1-1 0,-1 1 0,1 1 0,0-1 0,0 0 0,0 0 0,0 1 0,0-1 0,0 1 0,1-1 0,3-2 0,1 0 0,1 1 0,0-1 0,13-4 0,-14 7 0,0-1 0,-1-1 0,1 1 0,-1-1 0,1 0 0,-1 0 0,9-9 0,7-12 0,-13 15 0,-1 0 0,2 0 0,-1 1 0,1 0 0,1 1 0,0 0 0,0 0 0,16-7 0,-26 14 0,7-1 0,-1-1 0,0-1 0,0 1 0,0-1 0,-1 0 0,1 0 0,-1-1 0,0 0 0,10-11 0,-11 12 0,-1-1 0,1 1 0,0 0 0,0 0 0,1 0 0,-1 1 0,1-1 0,0 1 0,0 1 0,0-1 0,0 1 0,0 0 0,1 1 0,-1-1 0,8 0 0,0 0 0,-1-2 0,18-6 0,-24 7 0,-1-1 0,1-1 0,-1 1 0,0-1 0,0 0 0,-1 0 0,10-12 0,-10 12 0,0-1 0,0 0 0,1 1 0,0 0 0,0 0 0,0 1 0,0 0 0,14-7 0,80-15 0,29-5 0,-103 25 0,0 1 0,1 1 0,-1 1 0,52 1 0,-45 2 0,1-1 0,47-9 0,-32 2 0,94-4 0,52 12 0,-74 2 0,-27-2-1365,-66 0-5461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1:29.6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24575,'0'9'0,"1"1"0,0-1 0,1 0 0,0 1 0,0-1 0,1 0 0,0 0 0,1 0 0,0-1 0,0 1 0,1-1 0,0 0 0,1 0 0,-1-1 0,1 1 0,13 11 0,61 75 0,4 4 0,-65-77 0,21 31 0,-30-37 0,1 0 0,1-1 0,0 0 0,1-1 0,17 14 0,-13-13 0,-1 0 0,16 18 0,-17-16 0,1-1 0,17 14 0,-19-19 0,-1 0 0,-1 1 0,0 1 0,21 24 0,-28-28 0,0-1 0,0 1 0,-1 0 0,0 0 0,-1 0 0,0 0 0,0 1 0,-1 0 0,0-1 0,2 18 0,-1 19 0,-2 0 0,-6 54 0,5-95 0,-1 1 0,0-1 0,0 0 0,0 0 0,-1 0 0,0 0 0,1 0 0,-1 0 0,0-1 0,-1 1 0,-4 5 0,-2 1 0,0-2 0,-16 14 0,-10 8 0,5-2 0,-2-1 0,-1-2 0,-54 33 0,41-27 0,37-24 0,0 0 0,0-1 0,0 0 0,-1 0 0,0-1 0,0 0 0,-1-1 0,1 0 0,-21 4 0,24-8 0,0 1 0,0 0 0,0 0 0,0 1 0,0 0 0,0 0 0,1 1 0,-1 0 0,1 0 0,-1 1 0,1-1 0,0 1 0,-7 7 0,7-5-195,-1 0 0,0 0 0,0-1 0,-1 0 0,1 0 0,-15 6 0,0-4-6631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1:31.3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1 132 24575,'9'-1'0,"1"-1"0,-1 0 0,1 0 0,-1-1 0,0 0 0,0 0 0,0-1 0,10-6 0,-7 4 0,0 1 0,1 0 0,21-6 0,13 6 0,-40 5 0,1 0 0,-1-1 0,0 0 0,0 0 0,0 0 0,1-1 0,-1 0 0,-1 0 0,1-1 0,11-6 0,-8 3 0,1-1 0,0 2 0,0 0 0,0 0 0,0 1 0,1 0 0,0 1 0,0 0 0,0 1 0,0 0 0,0 1 0,0 1 0,14 0 0,-7 0 0,-1 1 0,0 0 0,0 2 0,0 0 0,22 6 0,-35-7 0,0-1 0,0 1 0,0 0 0,0 1 0,0-1 0,0 1 0,-1 0 0,1 0 0,-1 0 0,0 0 0,0 1 0,0 0 0,-1 0 0,1 0 0,-1 0 0,0 1 0,0-1 0,0 1 0,-1-1 0,1 1 0,-1 0 0,2 7 0,30 173 0,-31-173 0,0 1 0,1-1 0,0 0 0,12 21 0,-10-21 0,0 0 0,-1 0 0,-1 0 0,5 22 0,-4 13 0,-2 1 0,-5 78 0,-1-33 0,4-67 0,-1-10 0,0-1 0,-4 29 0,3-39 0,0 0 0,-1 0 0,1 0 0,-1 0 0,0-1 0,-1 1 0,1 0 0,-1-1 0,0 1 0,0-1 0,0 0 0,-5 5 0,-6 5 0,0 0 0,-1 0 0,0-2 0,-1 1 0,-1-2 0,0 0 0,-33 15 0,14-14 0,-40 10 0,152-20 0,-67-2 0,1-1 0,0 1 0,0 0 0,1 0 0,-1 1 0,0 1 0,0 0 0,0 0 0,0 1 0,13 5 0,-2 2 0,0-1 0,1-1 0,1-2 0,31 7 0,-41-11 0,0 2 0,0-1 0,0 1 0,-1 1 0,0 1 0,1-1 0,-2 2 0,1 0 0,11 9 0,-19-13 0,-1 0 0,1 0 0,-1 1 0,1-1 0,-1 1 0,0 0 0,-1 0 0,1 0 0,-1 0 0,1 1 0,-1-1 0,0 1 0,-1-1 0,1 1 0,-1 0 0,0 0 0,0-1 0,-1 1 0,1 0 0,-1 0 0,0 0 0,0 0 0,-1 0 0,0 0 0,1-1 0,-2 1 0,-1 6 0,-12 28 0,-35 65 0,47-99 0,0 0 0,-1-1 0,0 1 0,0-1 0,0 0 0,0 0 0,0 0 0,-1-1 0,0 1 0,-6 2 0,5-2 0,1-1 0,0 1 0,0-1 0,0 1 0,0 1 0,1-1 0,0 1 0,-7 8 0,6-3 0,-1-1 0,-1 0 0,0 0 0,0 0 0,-1-1 0,0 0 0,0-1 0,-1 1 0,0-1 0,0-1 0,-1 0 0,-10 5 0,10-5 0,1 0 0,-1 1 0,1 0 0,-9 10 0,8-8 0,0-1 0,0 0 0,-12 7 0,17-12-73,-9 6-142,0-2 0,-1 1-1,0-2 1,0 0-1,-16 4 1,7-6-6611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2:13.2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67 0 24575,'-2'1'0,"1"-1"0,-1 1 0,1 0 0,-1-1 0,1 1 0,0 0 0,-1 0 0,1 0 0,0 0 0,-1 0 0,1 0 0,0 0 0,0 1 0,0-1 0,0 0 0,0 0 0,-1 3 0,-15 26 0,17-28 0,-5 9 0,0 0 0,2 0 0,-1 1 0,2-1 0,-1 1 0,-1 24 0,5 76 0,1-60 0,-1 488 0,-1-524 0,1 0 0,1 0 0,0-1 0,1 1 0,0-1 0,2 0 0,0 0 0,8 18 0,-3-17 0,1-1 0,0-1 0,17 18 0,-13-15 0,20 28 0,67 97 0,-84-117 0,35 34 0,-31-36 0,25 34 0,-35-42 0,1 0 0,1-1 0,0-1 0,23 17 0,19 18 0,-28-21 0,-7-6 0,0-1 0,44 32 0,-44-38 0,-10-6 0,0-1 0,1 0 0,0 0 0,22 8 0,-20-10 0,-1 2 0,0-1 0,-1 2 0,0 0 0,23 18 0,-24-16 0,1-1 0,0 0 0,1-1 0,-1-1 0,26 11 0,-12-8 0,-1 2 0,27 15 0,-30-14 0,0-1 0,47 16 0,-63-26 0,4 0 0,-1 1 0,0 0 0,0 0 0,0 1 0,-1 0 0,1 1 0,-1 0 0,0 0 0,9 8 0,-4-2 0,1 0 0,1-1 0,-1-1 0,1 0 0,1-1 0,0 0 0,17 5 0,6 3 0,-25-8 0,0 0 0,-1 0 0,0 1 0,20 19 0,13 10 0,113 67 0,-144-94 13,0 1 0,-1 0 0,13 15 0,5 4-1430,-10-12-5409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2:14.5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24575,'7'6'0,"0"0"0,1-1 0,-1 1 0,1-1 0,1-1 0,-1 0 0,1 0 0,-1-1 0,16 4 0,-15-4 0,0 0 0,1 0 0,-1 1 0,0 0 0,-1 1 0,1 0 0,-1 0 0,13 11 0,5 13 0,-20-21 0,1-1 0,0 0 0,1 0 0,-1 0 0,14 8 0,-8-6 0,-1 0 0,1 0 0,-2 1 0,1 1 0,-1 0 0,-1 1 0,0 0 0,-1 0 0,0 1 0,8 16 0,-4-9 0,0-1 0,27 30 0,-23-30 0,27 41 0,-16-7 0,-19-35 0,1 0 0,1 0 0,18 23 0,-19-29 0,0 0 0,-1 1 0,-1 0 0,0 0 0,-1 1 0,0 0 0,-1 0 0,7 25 0,-13-36 0,1-1 0,-1 1 0,-1 0 0,1-1 0,0 1 0,0 0 0,-1-1 0,0 1 0,1-1 0,-1 1 0,0-1 0,0 1 0,-1-1 0,1 0 0,0 0 0,-1 1 0,1-1 0,-1 0 0,0 0 0,0 0 0,0-1 0,0 1 0,0 0 0,0-1 0,-3 2 0,-6 5 0,-1-1 0,-1-1 0,-18 7 0,25-10 0,-11 3 0,-1-1 0,-18 3 0,20-4 0,0 0 0,1 0 0,-20 9 0,9 0-120,6-3-87,0 0-1,-1-2 1,0 0-1,0-1 0,-31 6 1,27-11-6619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8:44.9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416 2172 24575,'-59'1'0,"-69"-3"0,125 2 0,0 0 0,0 0 0,0-1 0,0 0 0,0 1 0,0-1 0,1 0 0,-1-1 0,0 1 0,1 0 0,-1-1 0,0 1 0,1-1 0,0 0 0,-1 0 0,1 0 0,-3-4 0,0-1 0,1 1 0,1-1 0,0 0 0,0 0 0,-3-10 0,-10-22 0,-2 4 0,2 0 0,2-1 0,1 0 0,2-2 0,1 1 0,2-1 0,2 0 0,-3-62 0,8 78 0,-2 0 0,-8-35 0,5 32 0,-3-40 0,6-276 0,5 175 0,-2-120 0,1 273 0,-1 1 0,2 0 0,-1-1 0,2 1 0,0 0 0,4-13 0,-4 18 0,0 0 0,0 1 0,0 0 0,0 0 0,1 0 0,0 0 0,1 1 0,-1-1 0,1 1 0,0 0 0,0 0 0,8-4 0,-3 1 0,-1 3 0,-1 0 0,0-1 0,0-1 0,0 1 0,11-14 0,-13 12 0,1 1 0,0 0 0,0 0 0,1 1 0,-1 0 0,1 0 0,1 1 0,-1 0 0,1 1 0,0 0 0,0 0 0,0 0 0,0 1 0,20-3 0,-20 5 0,1-1 0,0-1 0,-1 1 0,1-2 0,-1 1 0,0-1 0,0-1 0,-1 1 0,1-1 0,10-9 0,-10 5 0,-1 1 0,1 0 0,1 1 0,-1 0 0,1 1 0,1 0 0,-1 0 0,1 1 0,0 0 0,0 1 0,23-5 0,95-21 0,-117 27 0,-1 0 0,1-2 0,-1 1 0,18-11 0,-19 10 0,0 0 0,0 0 0,0 1 0,1 0 0,-1 1 0,14-2 0,29 0 0,-33 4 0,0-1 0,29-7 0,-29 5 0,-14 3 0,0-1 0,1 1 0,-1-1 0,0 0 0,0-1 0,0 1 0,0-1 0,-1 0 0,1-1 0,6-4 0,-2 0 11,1 1 0,0 0 0,1 0 1,0 1-1,0 1 0,0 0 0,0 1 0,24-5 0,-14 3-744,31-13 1,-35 10-6094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8:45.8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 24575,'92'-1'0,"103"3"0,-184 0 0,-1 0 0,0 1 0,1 0 0,-1 0 0,0 1 0,15 9 0,-14-7 0,1-1 0,-1 0 0,1-1 0,18 4 0,-15-4 0,1 0 0,-1 0 0,0 1 0,0 1 0,26 14 0,-23-10 0,0 1 0,-1 0 0,-1 1 0,21 20 0,7 1 0,1 1 0,-42-31 0,0 0 0,0 0 0,-1 1 0,1-1 0,-1 1 0,1 0 0,-1 0 0,0 0 0,-1 0 0,3 7 0,0 10 0,-1 1 0,-1-1 0,-1 0 0,-3 40 0,0-23 0,2-30 0,0 0 0,-1 0 0,0 0 0,-1 0 0,0 0 0,0-1 0,0 1 0,-7 12 0,6-15 0,0 0 0,-1 0 0,1 0 0,-1 0 0,0-1 0,0 0 0,-1 1 0,1-2 0,-1 1 0,0 0 0,0-1 0,-8 4 0,-4 1 0,0 0 0,-1 1 0,2 1 0,-1 1 0,-19 16 0,8-1 0,21-17 0,-1-1 0,0-1 0,-1 0 0,0 0 0,0 0 0,0-1 0,-1-1 0,-17 8 0,-23 3-1365,30-8-5461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8:47.4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1 463 24575,'5'-1'0,"1"0"0,0 0 0,-1-1 0,1 1 0,-1-1 0,6-3 0,8-2 0,10-4 0,1-2 0,-2-1 0,0-1 0,28-21 0,-49 31 0,0 0 0,-1-1 0,0 0 0,0-1 0,9-12 0,-10 13 0,-1 0 0,1 0 0,0 1 0,0 0 0,1 0 0,-1 0 0,1 0 0,7-3 0,-3 2 0,-5 4 0,0 0 0,0 0 0,0-1 0,0 0 0,-1 0 0,0 0 0,1-1 0,-1 0 0,0 1 0,-1-1 0,1 0 0,4-8 0,0-1 0,-4 5 0,1 0 0,0 1 0,0 0 0,0 0 0,1 0 0,10-9 0,-7 9 0,8-8 0,1 1 0,22-12 0,-6 2 0,7-5 0,-38 27 0,1 1 0,-1-1 0,0 1 0,0 0 0,1 0 0,-1 0 0,0 0 0,1 1 0,-1-1 0,1 1 0,3 0 0,-5 0 0,0 0 0,-1 1 0,1-1 0,0 1 0,0 0 0,-1 0 0,1-1 0,-1 1 0,1 0 0,-1 0 0,1 1 0,-1-1 0,1 0 0,-1 0 0,0 1 0,0-1 0,0 1 0,0-1 0,0 1 0,0-1 0,0 1 0,0 0 0,0-1 0,-1 1 0,1 0 0,-1 0 0,1-1 0,-1 4 0,2 7 0,0-1 0,-1 1 0,-1 14 0,0-19 0,-5 573 0,5-358-1365,0-195-5461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9:35.5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1117 1950 24575,'0'-572'0,"1"566"0,-1 1 0,-1-1 0,1 1 0,-1-1 0,0 1 0,0-1 0,-1 1 0,1 0 0,-1-1 0,0 1 0,-1 0 0,1 0 0,-1 1 0,0-1 0,0 0 0,-1 1 0,1 0 0,-1 0 0,0 0 0,-7-6 0,5 5 0,1-1 0,0 0 0,0 0 0,1 0 0,-8-13 0,9 14 0,0-1 0,0 1 0,-1 0 0,1 0 0,-1 0 0,0 1 0,-1-1 0,1 1 0,-1 0 0,-6-4 0,-6-4 0,0-1 0,2-1 0,-1 0 0,2-1 0,-21-26 0,-21-22 0,50 57 0,2 0 0,-1 0 0,1-1 0,0 1 0,0-1 0,0-1 0,1 1 0,1 0 0,-4-10 0,5 10 0,-1 1 0,0 0 0,0 0 0,-1 0 0,1 0 0,-2 0 0,1 1 0,0-1 0,-1 1 0,0 0 0,0 0 0,-1 0 0,1 1 0,-8-6 0,1 3 0,6 4 0,-1-1 0,1 1 0,0-1 0,0 0 0,0 0 0,1 0 0,0-1 0,-1 0 0,1 0 0,-4-7 0,-9-15 0,-2 0 0,-1 0 0,-34-34 0,22 35 0,28 23 0,0 1 0,0-1 0,0 0 0,0 0 0,1 0 0,-1 0 0,1-1 0,0 0 0,0 1 0,1-1 0,-1 0 0,1-1 0,-4-5 0,-6-24 0,-2 1 0,-1 1 0,-26-41 0,26 46 0,-15-37 0,20 40 0,-2 0 0,-22-35 0,12 24 0,19 27 0,-1 1 0,0 0 0,-1 0 0,0 0 0,0 1 0,0-1 0,-1 1 0,0 0 0,0 1 0,0-1 0,-9-4 0,-118-45 0,132 54 0,-1 1 0,1 0 0,0-1 0,0 1 0,-1 0 0,1 0 0,0 0 0,-1 0 0,1 0 0,0 0 0,-1 0 0,1 0 0,0 0 0,-1 1 0,1-1 0,0 0 0,0 1 0,-1-1 0,1 1 0,0 0 0,0-1 0,0 1 0,0 0 0,0 0 0,0 0 0,0-1 0,0 1 0,0 0 0,0 0 0,0 1 0,0-1 0,1 0 0,-1 0 0,1 0 0,-1 0 0,1 1 0,-1-1 0,1 0 0,-1 0 0,1 1 0,0 1 0,-2 8 0,0-1 0,1 1 0,0 0 0,2 12 0,-1-15 0,0 27 0,5 129 0,-3-153 0,0-1 0,1 1 0,0-1 0,1 0 0,0 0 0,7 13 0,-5-12 0,0 1 0,-2-1 0,1 1 0,3 19 0,-2 28-1365,-5-33-5461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9:40.0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35 24575,'19'-1'0,"0"-1"0,0-1 0,26-7 0,-23 5 0,44-6 0,256 9 0,-165 4 0,-148-2 0,0-1 0,0 1 0,0 0 0,-1 0 0,1 1 0,0 1 0,0-1 0,-1 1 0,1 1 0,-1 0 0,10 4 0,33 19-1365,-28-15-5461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9:43.8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0 299 24575,'12'0'0,"-1"-1"0,0 0 0,0 0 0,0-1 0,0-1 0,-1 0 0,1 0 0,10-6 0,-14 6 0,0-1 0,0 0 0,0 0 0,-1-1 0,0 0 0,0 0 0,0 0 0,-1-1 0,0 0 0,0 0 0,0 0 0,4-9 0,-3 4 0,1 0 0,0 0 0,0 0 0,1 1 0,0 0 0,1 1 0,12-11 0,29-27 0,-34 31 0,30-23 0,-46 38 0,1 1 0,0-1 0,0 0 0,0 1 0,-1-1 0,1 1 0,0-1 0,0 1 0,0 0 0,0-1 0,0 1 0,0 0 0,0 0 0,0-1 0,0 1 0,0 0 0,0 0 0,0 0 0,0 0 0,0 0 0,0 0 0,0 1 0,0-1 0,-1 0 0,1 0 0,2 1 0,-2 0 0,0 1 0,0-1 0,0 0 0,0 0 0,0 1 0,0-1 0,0 0 0,0 1 0,0-1 0,-1 1 0,1-1 0,-1 1 0,1 0 0,0 2 0,1 8 0,-1 1 0,0-1 0,-1 18 0,0-24 0,-4 1273-1365,4-1251-5461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9:56.7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509 2162 24575,'0'-8'0,"-1"1"0,0 0 0,0 0 0,-1 0 0,1 0 0,-2 0 0,1 0 0,-1 1 0,0-1 0,0 1 0,-1-1 0,0 1 0,0 0 0,0 1 0,-1-1 0,0 1 0,0 0 0,-9-7 0,-7-4 0,-1 1 0,0 1 0,-40-18 0,53 27 0,-1-1 0,2 0 0,-1 0 0,1-1 0,0 0 0,0 0 0,0-1 0,1 0 0,1 0 0,-1 0 0,-9-18 0,6 4 0,0 1 0,1-1 0,1-1 0,-6-26 0,12 38 0,0 1 0,-1 0 0,0 0 0,-1 0 0,0 0 0,0 0 0,-1 1 0,-1 0 0,-12-17 0,13 20 0,0 0 0,0 0 0,0-1 0,1 0 0,0 0 0,0 0 0,1 0 0,0 0 0,-3-11 0,-1-10 0,-5-37 0,6 33 0,-17-129 0,14 105 0,3 1 0,3-2 0,3-60 0,0 84 0,0 19 0,1 0 0,1 0 0,0 0 0,1 0 0,0 0 0,1 0 0,0 1 0,1 0 0,1 0 0,0 0 0,15-22 0,-17 31 0,1 0 0,-1-1 0,1 1 0,0 1 0,0-1 0,9-4 0,-10 6 0,1 0 0,-1 0 0,-1 0 0,1-1 0,0 0 0,-1 0 0,1 0 0,-1 0 0,0 0 0,0-1 0,0 0 0,-1 1 0,4-7 0,-1-1 0,-1 0 0,2 0 0,-1 0 0,1 1 0,1 0 0,0 0 0,1 1 0,14-15 0,36-20 0,-45 35 0,-1 1 0,1-2 0,-2 0 0,0 0 0,13-15 0,-17 17 0,8-12 0,19-20 0,-28 34 0,1 0 0,-1 1 0,1 0 0,0 0 0,0 1 0,1-1 0,8-2 0,-8 3 0,-1 0 0,1-1 0,-1 1 0,7-7 0,-8 6 0,0 1 0,0-1 0,0 2 0,0-1 0,0 1 0,13-5 0,98-15 0,-85 17 0,-2 2 0,-15 2 0,0 0 0,21-7 0,-31 8 0,-1-1 0,0 0 0,1 0 0,-1 0 0,0 0 0,0-1 0,0 0 0,0 0 0,0 0 0,-1 0 0,6-7 0,-3 3 0,0 2 0,1-1 0,-1 1 0,1 0 0,0 0 0,0 1 0,0 0 0,1 0 0,0 0 0,-1 1 0,1 1 0,13-4 0,34-14 0,-15 2-151,1 1-1,0 2 0,1 2 0,0 2 1,1 2-1,0 2 0,0 1 1,75 1-1,-90 5-6674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9:57.7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 24575,'34'0'0,"-12"-1"0,1 1 0,23 4 0,-39-3 0,1 1 0,0 0 0,0 0 0,-1 1 0,1 0 0,-1 0 0,0 1 0,0 0 0,10 7 0,3 3 0,35 17 0,-37-22 0,-1 1 0,-1 0 0,26 21 0,-28-20 0,2 0 0,20 12 0,-19-13 0,30 24 0,-22-12 0,-10-8 0,0-1 0,34 22 0,-30-24 0,-9-6 0,1 1 0,-1 0 0,-1 0 0,1 1 0,-1 1 0,0 0 0,13 15 0,-11-10 0,1 0 0,16 14 0,-16-16 0,-1 0 0,0 1 0,11 15 0,-18-19 0,1-1 0,-1 1 0,-1 0 0,0 1 0,0-1 0,0 0 0,-1 1 0,0 0 0,0 9 0,0 13 0,-2 39 0,-1-42 0,1-21 0,0 0 0,0-1 0,-1 1 0,0 0 0,0 0 0,-1 0 0,1-1 0,-1 1 0,-1-1 0,0 1 0,0-1 0,0 0 0,0 0 0,-1 0 0,0-1 0,0 1 0,-1-1 0,1 0 0,-1 0 0,-10 7 0,7-5 0,-1-1 0,0 0 0,0 0 0,-1-1 0,1 0 0,-1-1 0,0 0 0,-1 0 0,1-1 0,-1-1 0,1 0 0,-1 0 0,0-1 0,-12 0 0,1 0-455,-1 2 0,-26 5 0,22-2-6371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0:04.0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0 291 24575,'0'-15'0,"1"0"0,0-1 0,1 1 0,6-26 0,-7 36 0,1 0 0,0 1 0,0-1 0,0 0 0,0 1 0,1-1 0,0 1 0,0 0 0,0 0 0,0 0 0,1 0 0,-1 1 0,1-1 0,0 1 0,0 0 0,0 0 0,1 0 0,4-2 0,47-17 0,-41 18 0,-1-2 0,1 0 0,-1-1 0,27-17 0,-33 19 0,1 0 0,0 0 0,0 0 0,0 1 0,1 0 0,0 1 0,-1 0 0,1 1 0,0 0 0,15-1 0,13 1 0,57 4 0,-35 1 0,-53-4 0,-1 1 0,1 1 0,0-1 0,0 1 0,-1 1 0,1-1 0,0 1 0,-1 0 0,0 0 0,1 1 0,-1 0 0,0 0 0,0 0 0,-1 1 0,1 0 0,-1 0 0,0 1 0,0-1 0,0 1 0,8 10 0,-7-7 0,0 0 0,0 0 0,0 1 0,-1 0 0,0 0 0,-1 0 0,0 1 0,-1-1 0,0 1 0,0 0 0,-1 0 0,2 12 0,9 79 0,-5-51 0,0 52 0,-8 311 0,-1-395 0,0 0 0,-1 0 0,-1 0 0,-1 0 0,-1-1 0,0 1 0,-9 18 0,9-25 0,-1-1 0,0 0 0,-1-1 0,0 1 0,-1-1 0,1-1 0,-2 1 0,1-1 0,-1-1 0,-1 0 0,-12 8 0,19-13 0,-1 0 0,1 0 0,0 0 0,0 1 0,0-1 0,-2 4 0,5-6 0,-1 1 0,1-1 0,0 1 0,-1-1 0,1 0 0,0 1 0,0-1 0,0 1 0,-1-1 0,1 0 0,0 1 0,0-1 0,0 1 0,0-1 0,0 1 0,0-1 0,0 1 0,0-1 0,0 1 0,0-1 0,0 1 0,0 0 0,1-1 0,-1 1 0,1 0 0,0-1 0,-1 1 0,1 0 0,-1-1 0,1 1 0,0-1 0,0 0 0,-1 1 0,1-1 0,0 1 0,0-1 0,-1 0 0,1 0 0,0 1 0,1-1 0,15 3 0,-1 0 0,1-1 0,-1-1 0,18-1 0,-16-1 0,-1 2 0,1 0 0,31 6 0,-7 1-260,1-2-1,0-1 1,86-4-1,-118-1-62,16 0-6503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1:05.9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705 1603 24575,'58'1'0,"70"-3"0,-116-1 0,0 1 0,0-2 0,-1 1 0,1-2 0,-1 1 0,14-9 0,15-6 0,-32 15 0,1-1 0,-1 0 0,0 0 0,-1-1 0,9-7 0,6-6 0,-17 15 0,0-1 0,0 0 0,-1 0 0,0 0 0,0-1 0,-1 1 0,0-1 0,0 0 0,0 0 0,0 0 0,-1-1 0,0 1 0,2-10 0,-2 5 0,2 1 0,0-1 0,9-18 0,-7 18 0,0-1 0,-1-1 0,-1 1 0,0 0 0,-1-1 0,0 0 0,-1 0 0,1-22 0,-1 17 0,0 12 0,-1-1 0,1 1 0,0 0 0,0 0 0,1 0 0,0 1 0,0-1 0,6-8 0,-4 7 0,-1 0 0,0-1 0,0 0 0,3-8 0,4-21 0,-1-1 0,-2 0 0,-2 0 0,-2-1 0,1-47 0,-5 73 0,0-11 0,-5-44 0,3 60 0,0 0 0,0 0 0,0 1 0,-1-1 0,0 1 0,0-1 0,-1 1 0,0 0 0,-7-9 0,-28-31 0,28 36 0,1 0 0,0-1 0,1-1 0,0 1 0,1-2 0,1 1 0,-8-20 0,13 30 0,1-1 0,-1 1 0,0-1 0,1 1 0,-2 0 0,1 0 0,0 0 0,-1 0 0,1 0 0,-1 0 0,0 1 0,-4-4 0,-3 0 0,0 0 0,-18-8 0,19 11 0,0-1 0,0-1 0,1 1 0,0-1 0,-9-8 0,-3-3 0,0 0 0,-1 2 0,-1 0 0,-44-19 0,58 28 0,1 1 0,0-1 0,0 0 0,-11-11 0,13 11 0,0 0 0,-1 0 0,0 1 0,1 0 0,-2 0 0,1 0 0,-11-4 0,-1 3 0,0 2 0,0 0 0,0 1 0,0 0 0,-1 2 0,-28 2 0,27 0 0,-1-2 0,0 0 0,1-1 0,-39-8 0,32 3 0,-44-3 0,32 4 0,32 4 0,0-1 0,0-1 0,0 1 0,0-1 0,0-1 0,1 1 0,0-1 0,0 0 0,0 0 0,-9-9 0,7 6 0,0 1 0,0 0 0,0 1 0,-1 0 0,-10-5 0,-144-47 0,163 57 0,-1 0 0,1 0 0,-1-1 0,1 1 0,-1 0 0,1 0 0,-1 0 0,0 0 0,1 0 0,-1-1 0,1 1 0,-1 0 0,1 0 0,-1 1 0,1-1 0,-1 0 0,0 0 0,1 0 0,-1 0 0,1 0 0,-1 1 0,1-1 0,-1 0 0,1 0 0,-1 1 0,1-1 0,-1 0 0,1 1 0,-1 0 0,0 0 0,1 0 0,0 0 0,-1 0 0,1 0 0,0 1 0,0-1 0,0 0 0,0 0 0,0 0 0,0 0 0,0 0 0,0 1 0,1 1 0,14 41 0,-13-38 0,7 14 0,2-1 0,0 0 0,20 26 0,11 18 0,-4-7 0,-29-44 0,0 0 0,-1 0 0,0 1 0,-1 0 0,0 1 0,5 16 0,1 23 0,-10-35 0,2 0 0,-1 0 0,2-1 0,1 1 0,11 21 0,72 115-1365,-80-137-5461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1:06.8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1 191 24575,'11'-1'0,"1"0"0,-1-2 0,0 1 0,0-1 0,0 0 0,-1-1 0,19-10 0,-16 8 0,0 1 0,0 0 0,0 0 0,23-3 0,-2 3 0,-11 3 0,-1-1 0,1-2 0,32-10 0,6-4 0,101-20 0,-130 33 0,50-12 0,-62 13-341,1 1 0,-1 0-1,27 0 1,-21 3-6485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1:08.0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0 177 24575,'3'0'0,"0"1"0,0-1 0,0 1 0,0-1 0,1 0 0,-1 0 0,5-2 0,0 2 0,-3 0 0,0 0 0,0 0 0,0-1 0,0 0 0,0 0 0,0 0 0,-1 0 0,1-1 0,0 0 0,-1 0 0,1 0 0,-1 0 0,0-1 0,0 1 0,0-1 0,0 0 0,0-1 0,-1 1 0,1-1 0,-1 1 0,0-1 0,0 0 0,0 0 0,3-8 0,-1 2 0,1 0 0,0 0 0,1 1 0,0 0 0,0 0 0,1 0 0,0 1 0,0 0 0,1 1 0,16-11 0,-24 17 0,1 0 0,-1 1 0,0-1 0,1 0 0,-1 1 0,1-1 0,-1 1 0,1 0 0,-1-1 0,1 1 0,0 0 0,-1 0 0,1 0 0,-1 0 0,1 0 0,-1 1 0,1-1 0,0 0 0,-1 1 0,3 0 0,-2 0 0,0 1 0,0-1 0,0 1 0,0-1 0,-1 1 0,1 0 0,0-1 0,-1 1 0,0 0 0,1 0 0,-1 0 0,2 3 0,1 6 0,0 1 0,0-1 0,-1 1 0,2 15 0,-4-23 0,6 31 0,2 14 0,-2 0 0,2 50 0,-10-40 0,2 38 0,0-86 0,0 0 0,1 0 0,0 0 0,1 0 0,1 0 0,6 15 0,-2-7 0,-1 0 0,0 0 0,-2 1 0,0 0 0,-1 0 0,-1 1 0,-1-1 0,-1 0 0,-2 29 0,0-18-1365,1-4-5461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1:26.1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544 2447 24575,'-5'0'0,"0"-1"0,0 0 0,0-1 0,0 1 0,0-1 0,1 0 0,-1 0 0,1-1 0,-1 0 0,1 1 0,0-1 0,-6-5 0,-25-15 0,27 18 0,-1 0 0,1-1 0,1 0 0,-11-9 0,-7-6 0,13 10 0,0 0 0,1-1 0,0 0 0,-14-23 0,8 13 0,5 4 0,1 0 0,0 0 0,1-1 0,1 0 0,1-1 0,1 0 0,1 0 0,-6-30 0,2 8 0,-15-41 0,2 13 0,19 58 0,-2 0 0,1 0 0,-2 0 0,0 1 0,0 0 0,-12-14 0,6 9 0,-15-28 0,21 30 0,1 0 0,0-1 0,1 0 0,1 0 0,0-1 0,1 1 0,-1-25 0,4-115 0,3 76 0,-3-366 0,0 436 0,1 1 0,-1-1 0,2 0 0,-1 1 0,1-1 0,1 1 0,-1 0 0,2-1 0,-1 1 0,1 1 0,0-1 0,0 0 0,1 1 0,0 0 0,1 0 0,-1 1 0,1-1 0,1 1 0,-1 0 0,1 1 0,0 0 0,0 0 0,9-5 0,-11 7 0,0-1 0,0 1 0,-1-1 0,1 0 0,-1-1 0,0 1 0,0-1 0,-1 0 0,1 0 0,-1 0 0,5-10 0,0-4 0,11-40 0,-19 58 0,1-2 0,0 0 0,0 0 0,1-1 0,-1 1 0,1 1 0,0-1 0,0 0 0,0 0 0,0 1 0,0-1 0,0 1 0,1-1 0,3-2 0,1 0 0,1 1 0,0-1 0,13-4 0,-14 7 0,0-1 0,-1-1 0,1 1 0,-1-1 0,1 0 0,-1 0 0,9-9 0,7-12 0,-13 15 0,-1 0 0,2 0 0,-1 1 0,1 0 0,1 1 0,0 0 0,0 0 0,16-7 0,-26 14 0,7-1 0,-1-1 0,0-1 0,0 1 0,0-1 0,-1 0 0,1 0 0,-1-1 0,0 0 0,10-11 0,-11 12 0,-1-1 0,1 1 0,0 0 0,0 0 0,1 0 0,-1 1 0,1-1 0,0 1 0,0 1 0,0-1 0,0 1 0,0 0 0,1 1 0,-1-1 0,8 0 0,0 0 0,-1-2 0,18-6 0,-24 7 0,-1-1 0,1-1 0,-1 1 0,0-1 0,0 0 0,-1 0 0,10-12 0,-10 12 0,0-1 0,0 0 0,1 1 0,0 0 0,0 0 0,0 1 0,0 0 0,14-7 0,80-15 0,29-5 0,-103 25 0,0 1 0,1 1 0,-1 1 0,52 1 0,-45 2 0,1-1 0,47-9 0,-32 2 0,94-4 0,52 12 0,-74 2 0,-27-2-1365,-66 0-5461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1:29.6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24575,'0'9'0,"1"1"0,0-1 0,1 0 0,0 1 0,0-1 0,1 0 0,0 0 0,1 0 0,0-1 0,0 1 0,1-1 0,0 0 0,1 0 0,-1-1 0,1 1 0,13 11 0,61 75 0,4 4 0,-65-77 0,21 31 0,-30-37 0,1 0 0,1-1 0,0 0 0,1-1 0,17 14 0,-13-13 0,-1 0 0,16 18 0,-17-16 0,1-1 0,17 14 0,-19-19 0,-1 0 0,-1 1 0,0 1 0,21 24 0,-28-28 0,0-1 0,0 1 0,-1 0 0,0 0 0,-1 0 0,0 0 0,0 1 0,-1 0 0,0-1 0,2 18 0,-1 19 0,-2 0 0,-6 54 0,5-95 0,-1 1 0,0-1 0,0 0 0,0 0 0,-1 0 0,0 0 0,1 0 0,-1 0 0,0-1 0,-1 1 0,-4 5 0,-2 1 0,0-2 0,-16 14 0,-10 8 0,5-2 0,-2-1 0,-1-2 0,-54 33 0,41-27 0,37-24 0,0 0 0,0-1 0,0 0 0,-1 0 0,0-1 0,0 0 0,-1-1 0,1 0 0,-21 4 0,24-8 0,0 1 0,0 0 0,0 0 0,0 1 0,0 0 0,0 0 0,1 1 0,-1 0 0,1 0 0,-1 1 0,1-1 0,0 1 0,-7 7 0,7-5-195,-1 0 0,0 0 0,0-1 0,-1 0 0,1 0 0,-15 6 0,0-4-6631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1:31.3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1 132 24575,'9'-1'0,"1"-1"0,-1 0 0,1 0 0,-1-1 0,0 0 0,0 0 0,0-1 0,10-6 0,-7 4 0,0 1 0,1 0 0,21-6 0,13 6 0,-40 5 0,1 0 0,-1-1 0,0 0 0,0 0 0,0 0 0,1-1 0,-1 0 0,-1 0 0,1-1 0,11-6 0,-8 3 0,1-1 0,0 2 0,0 0 0,0 0 0,0 1 0,1 0 0,0 1 0,0 0 0,0 1 0,0 0 0,0 1 0,0 1 0,14 0 0,-7 0 0,-1 1 0,0 0 0,0 2 0,0 0 0,22 6 0,-35-7 0,0-1 0,0 1 0,0 0 0,0 1 0,0-1 0,0 1 0,-1 0 0,1 0 0,-1 0 0,0 0 0,0 1 0,0 0 0,-1 0 0,1 0 0,-1 0 0,0 1 0,0-1 0,0 1 0,-1-1 0,1 1 0,-1 0 0,2 7 0,30 173 0,-31-173 0,0 1 0,1-1 0,0 0 0,12 21 0,-10-21 0,0 0 0,-1 0 0,-1 0 0,5 22 0,-4 13 0,-2 1 0,-5 78 0,-1-33 0,4-67 0,-1-10 0,0-1 0,-4 29 0,3-39 0,0 0 0,-1 0 0,1 0 0,-1 0 0,0-1 0,-1 1 0,1 0 0,-1-1 0,0 1 0,0-1 0,0 0 0,-5 5 0,-6 5 0,0 0 0,-1 0 0,0-2 0,-1 1 0,-1-2 0,0 0 0,-33 15 0,14-14 0,-40 10 0,152-20 0,-67-2 0,1-1 0,0 1 0,0 0 0,1 0 0,-1 1 0,0 1 0,0 0 0,0 0 0,0 1 0,13 5 0,-2 2 0,0-1 0,1-1 0,1-2 0,31 7 0,-41-11 0,0 2 0,0-1 0,0 1 0,-1 1 0,0 1 0,1-1 0,-2 2 0,1 0 0,11 9 0,-19-13 0,-1 0 0,1 0 0,-1 1 0,1-1 0,-1 1 0,0 0 0,-1 0 0,1 0 0,-1 0 0,1 1 0,-1-1 0,0 1 0,-1-1 0,1 1 0,-1 0 0,0 0 0,0-1 0,-1 1 0,1 0 0,-1 0 0,0 0 0,0 0 0,-1 0 0,0 0 0,1-1 0,-2 1 0,-1 6 0,-12 28 0,-35 65 0,47-99 0,0 0 0,-1-1 0,0 1 0,0-1 0,0 0 0,0 0 0,0 0 0,-1-1 0,0 1 0,-6 2 0,5-2 0,1-1 0,0 1 0,0-1 0,0 1 0,0 1 0,1-1 0,0 1 0,-7 8 0,6-3 0,-1-1 0,-1 0 0,0 0 0,0 0 0,-1-1 0,0 0 0,0-1 0,-1 1 0,0-1 0,0-1 0,-1 0 0,-10 5 0,10-5 0,1 0 0,-1 1 0,1 0 0,-9 10 0,8-8 0,0-1 0,0 0 0,-12 7 0,17-12-73,-9 6-142,0-2 0,-1 1-1,0-2 1,0 0-1,-16 4 1,7-6-6611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2:13.2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67 0 24575,'-2'1'0,"1"-1"0,-1 1 0,1 0 0,-1-1 0,1 1 0,0 0 0,-1 0 0,1 0 0,0 0 0,-1 0 0,1 0 0,0 0 0,0 1 0,0-1 0,0 0 0,0 0 0,-1 3 0,-15 26 0,17-28 0,-5 9 0,0 0 0,2 0 0,-1 1 0,2-1 0,-1 1 0,-1 24 0,5 76 0,1-60 0,-1 488 0,-1-524 0,1 0 0,1 0 0,0-1 0,1 1 0,0-1 0,2 0 0,0 0 0,8 18 0,-3-17 0,1-1 0,0-1 0,17 18 0,-13-15 0,20 28 0,67 97 0,-84-117 0,35 34 0,-31-36 0,25 34 0,-35-42 0,1 0 0,1-1 0,0-1 0,23 17 0,19 18 0,-28-21 0,-7-6 0,0-1 0,44 32 0,-44-38 0,-10-6 0,0-1 0,1 0 0,0 0 0,22 8 0,-20-10 0,-1 2 0,0-1 0,-1 2 0,0 0 0,23 18 0,-24-16 0,1-1 0,0 0 0,1-1 0,-1-1 0,26 11 0,-12-8 0,-1 2 0,27 15 0,-30-14 0,0-1 0,47 16 0,-63-26 0,4 0 0,-1 1 0,0 0 0,0 0 0,0 1 0,-1 0 0,1 1 0,-1 0 0,0 0 0,9 8 0,-4-2 0,1 0 0,1-1 0,-1-1 0,1 0 0,1-1 0,0 0 0,17 5 0,6 3 0,-25-8 0,0 0 0,-1 0 0,0 1 0,20 19 0,13 10 0,113 67 0,-144-94 13,0 1 0,-1 0 0,13 15 0,5 4-1430,-10-12-5409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2:14.5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24575,'7'6'0,"0"0"0,1-1 0,-1 1 0,1-1 0,1-1 0,-1 0 0,1 0 0,-1-1 0,16 4 0,-15-4 0,0 0 0,1 0 0,-1 1 0,0 0 0,-1 1 0,1 0 0,-1 0 0,13 11 0,5 13 0,-20-21 0,1-1 0,0 0 0,1 0 0,-1 0 0,14 8 0,-8-6 0,-1 0 0,1 0 0,-2 1 0,1 1 0,-1 0 0,-1 1 0,0 0 0,-1 0 0,0 1 0,8 16 0,-4-9 0,0-1 0,27 30 0,-23-30 0,27 41 0,-16-7 0,-19-35 0,1 0 0,1 0 0,18 23 0,-19-29 0,0 0 0,-1 1 0,-1 0 0,0 0 0,-1 1 0,0 0 0,-1 0 0,7 25 0,-13-36 0,1-1 0,-1 1 0,-1 0 0,1-1 0,0 1 0,0 0 0,-1-1 0,0 1 0,1-1 0,-1 1 0,0-1 0,0 1 0,-1-1 0,1 0 0,0 0 0,-1 1 0,1-1 0,-1 0 0,0 0 0,0 0 0,0-1 0,0 1 0,0 0 0,0-1 0,-3 2 0,-6 5 0,-1-1 0,-1-1 0,-18 7 0,25-10 0,-11 3 0,-1-1 0,-18 3 0,20-4 0,0 0 0,1 0 0,-20 9 0,9 0-120,6-3-87,0 0-1,-1-2 1,0 0-1,0-1 0,-31 6 1,27-11-6619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06.2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1402 2 24575,'-81'-1'0,"-91"3"0,144 2 0,-41 11 0,34-7 0,31-6 0,0-1 0,0 1 0,0-1 0,1 1 0,-1 0 0,0 0 0,1 1 0,0-1 0,0 1 0,0 0 0,0 0 0,0 0 0,0 0 0,1 0 0,-5 7 0,5-6 0,-1 0 0,0 0 0,-1 0 0,1 0 0,0-1 0,-1 1 0,0-1 0,0 0 0,0 0 0,-8 4 0,-7 1 0,-1 0 0,0-2 0,0 0 0,0-1 0,-30 4 0,35-7 0,0 1 0,1 0 0,0 1 0,0 1 0,0 0 0,0 1 0,1 0 0,0 1 0,0 1 0,1 0 0,-15 13 0,10-10 0,1-1 0,-1 0 0,-30 11 0,-6 4 0,17-8 0,19-9 0,0 0 0,-16 12 0,3-1 0,23-16 0,1 1 0,0 0 0,-1 0 0,1 1 0,1-1 0,-1 1 0,1 1 0,0-1 0,0 1 0,0 0 0,-4 8 0,3-3 0,2-4 0,1 0 0,-2 1 0,1-1 0,-1-1 0,0 1 0,0-1 0,-10 10 0,-2-4 0,2 1 0,-1 1 0,2 1 0,0 0 0,1 1 0,0 0 0,-19 34 0,25-37 0,1 0 0,0 1 0,1-1 0,0 1 0,1 0 0,1 0 0,1 1 0,-2 23 0,1 34 0,8 79 0,-4-145 6,0 0-1,1 0 1,-1 0 0,2 0-1,-1 0 1,1-1-1,-1 1 1,1-1 0,1 1-1,-1-1 1,1 0-1,0 0 1,0-1 0,1 1-1,9 7 1,5 3-260,2-1 1,36 19 0,-36-22-442,0 1-6131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07.5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28 24575,'1'1'0,"0"-1"0,0 0 0,0 1 0,0-1 0,0 1 0,0-1 0,0 1 0,0-1 0,0 1 0,0 0 0,0-1 0,0 1 0,-1 0 0,1 0 0,0 0 0,0 0 0,0 1 0,15 22 0,-8-11 0,-2-7 0,-1 1 0,2-1 0,-1-1 0,9 7 0,18 15 0,-21-13 0,25 20 0,-31-30 0,1 1 0,-1-1 0,1-1 0,0 1 0,0-1 0,0-1 0,8 3 0,5 2 0,-1 0 0,21 12 0,12 4 0,-48-21 0,1 1 0,-1-1 0,0 0 0,0 1 0,6 5 0,10 7 0,-20-15 0,1 0 0,-1 0 0,0 0 0,1 0 0,-1 0 0,0 0 0,0 0 0,1 1 0,-1-1 0,0 0 0,1 0 0,-1-1 0,0 1 0,0 0 0,1 0 0,-1 0 0,0 0 0,1 0 0,-1 0 0,0 0 0,0 0 0,1-1 0,-1 1 0,0 0 0,0 0 0,1 0 0,-1 0 0,0-1 0,0 1 0,0 0 0,1 0 0,-1-1 0,0 1 0,0 0 0,0 0 0,0-1 0,0 1 0,1 0 0,-1-1 0,0 1 0,0 0 0,0 0 0,0-1 0,0 1 0,0 0 0,0-1 0,0 1 0,0 0 0,0-1 0,1-18 0,-1 17 0,-5-251-1365,5 225-5461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09.0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1209 24575,'510'0'0,"-502"0"0,1 0 0,-1-1 0,1 0 0,-1-1 0,0 0 0,0 0 0,1-1 0,-2 0 0,1 0 0,10-6 0,-6 1 0,0-1 0,0 0 0,-1 0 0,0-1 0,10-13 0,3-3 0,-10 13 0,-2-1 0,0-1 0,20-29 0,-23 29 0,1 0 0,18-20 0,5-6 0,-29 35 0,-1-2 0,1 1 0,-1 0 0,0-1 0,-1 1 0,0-1 0,0 0 0,-1 0 0,0 0 0,1-12 0,-2 13 0,0 0 0,1 0 0,-1 0 0,2 1 0,-1-1 0,1 0 0,0 1 0,0-1 0,1 1 0,0 0 0,0-1 0,1 1 0,6-9 0,-2 6 0,-3 5 0,0-1 0,0 0 0,-1 0 0,1 0 0,-1-1 0,-1 0 0,1 0 0,-1 0 0,0 0 0,0 0 0,-1 0 0,0-1 0,2-10 0,1-8 0,1-1 0,1 1 0,18-46 0,-19 57 0,-2 0 0,0 0 0,0 0 0,-1-1 0,1-28 0,-5-78 0,-1 61 0,3 33 0,-1 15 0,1-1 0,-2 1 0,0 0 0,-4-24 0,4 33 0,0 1 0,1-1 0,-1 1 0,-1-1 0,1 1 0,0-1 0,0 1 0,-1 0 0,1 0 0,-1 0 0,0 0 0,0 0 0,0 0 0,0 0 0,0 1 0,0-1 0,0 0 0,0 1 0,-1 0 0,1 0 0,-1 0 0,1 0 0,-1 0 0,1 0 0,-1 0 0,1 1 0,-1-1 0,-3 1 0,3 0 0,0 0 0,-1 0 0,1 1 0,0 0 0,0-1 0,0 1 0,-1 0 0,1 0 0,0 1 0,0-1 0,1 0 0,-1 1 0,0 0 0,0 0 0,1 0 0,-4 3 0,-5 5 0,0 1 0,-11 15 0,8-9 0,-50 62 63,-29 31-1491,74-90-5398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09.5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24575,'14'0'0,"0"0"0,0 1 0,0 1 0,-1 0 0,18 5 0,-25-5 0,0 1 0,0-1 0,0 1 0,0 1 0,0-1 0,-1 1 0,1 0 0,-1 0 0,0 0 0,0 1 0,-1 0 0,0 0 0,5 6 0,5 11 0,0 1 0,-1 0 0,10 29 0,-14-35 0,-1-1 0,19 26 0,-17-29 0,-1 0 0,-1 1 0,0 0 0,5 16 0,7 32-1365,-10-35-5461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16.6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2 349 24575,'0'-28'0,"-1"11"0,1 0 0,0 0 0,1 0 0,1 0 0,1 1 0,0-1 0,1 0 0,10-23 0,-2 10 0,-6 14 0,1 1 0,15-26 0,-20 37 0,0 1 0,1 0 0,-1 0 0,1 0 0,0 0 0,0 0 0,0 1 0,0-1 0,0 1 0,0 0 0,1 0 0,-1 0 0,1 0 0,-1 1 0,1-1 0,7-1 0,-8 3 0,0 0 0,0 0 0,0 0 0,0 1 0,0-1 0,0 1 0,0 0 0,0-1 0,0 1 0,0 1 0,0-1 0,-1 0 0,1 1 0,0-1 0,-1 1 0,1 0 0,-1 0 0,0 0 0,0 0 0,0 0 0,0 1 0,0-1 0,0 0 0,0 1 0,-1 0 0,2 3 0,5 8 0,-1 0 0,0 1 0,6 23 0,20 78 0,15 87 0,-34-148 0,-9-37 0,0 1 0,2 21 0,-4-22 0,1 1 0,0-1 0,2-1 0,8 22 0,-6-21 0,-2 1 0,0-1 0,6 34 0,-9-11-682,-2 44-1,-2-57-6143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8:44.9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416 2172 24575,'-59'1'0,"-69"-3"0,125 2 0,0 0 0,0 0 0,0-1 0,0 0 0,0 1 0,0-1 0,1 0 0,-1-1 0,0 1 0,1 0 0,-1-1 0,0 1 0,1-1 0,0 0 0,-1 0 0,1 0 0,-3-4 0,0-1 0,1 1 0,1-1 0,0 0 0,0 0 0,-3-10 0,-10-22 0,-2 4 0,2 0 0,2-1 0,1 0 0,2-2 0,1 1 0,2-1 0,2 0 0,-3-62 0,8 78 0,-2 0 0,-8-35 0,5 32 0,-3-40 0,6-276 0,5 175 0,-2-120 0,1 273 0,-1 1 0,2 0 0,-1-1 0,2 1 0,0 0 0,4-13 0,-4 18 0,0 0 0,0 1 0,0 0 0,0 0 0,1 0 0,0 0 0,1 1 0,-1-1 0,1 1 0,0 0 0,0 0 0,8-4 0,-3 1 0,-1 3 0,-1 0 0,0-1 0,0-1 0,0 1 0,11-14 0,-13 12 0,1 1 0,0 0 0,0 0 0,1 1 0,-1 0 0,1 0 0,1 1 0,-1 0 0,1 1 0,0 0 0,0 0 0,0 0 0,0 1 0,20-3 0,-20 5 0,1-1 0,0-1 0,-1 1 0,1-2 0,-1 1 0,0-1 0,0-1 0,-1 1 0,1-1 0,10-9 0,-10 5 0,-1 1 0,1 0 0,1 1 0,-1 0 0,1 1 0,1 0 0,-1 0 0,1 1 0,0 0 0,0 1 0,23-5 0,95-21 0,-117 27 0,-1 0 0,1-2 0,-1 1 0,18-11 0,-19 10 0,0 0 0,0 0 0,0 1 0,1 0 0,-1 1 0,14-2 0,29 0 0,-33 4 0,0-1 0,29-7 0,-29 5 0,-14 3 0,0-1 0,1 1 0,-1-1 0,0 0 0,0-1 0,0 1 0,0-1 0,-1 0 0,1-1 0,6-4 0,-2 0 11,1 1 0,0 0 0,1 0 1,0 1-1,0 1 0,0 0 0,0 1 0,24-5 0,-14 3-744,31-13 1,-35 10-6094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8:45.8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 24575,'92'-1'0,"103"3"0,-184 0 0,-1 0 0,0 1 0,1 0 0,-1 0 0,0 1 0,15 9 0,-14-7 0,1-1 0,-1 0 0,1-1 0,18 4 0,-15-4 0,1 0 0,-1 0 0,0 1 0,0 1 0,26 14 0,-23-10 0,0 1 0,-1 0 0,-1 1 0,21 20 0,7 1 0,1 1 0,-42-31 0,0 0 0,0 0 0,-1 1 0,1-1 0,-1 1 0,1 0 0,-1 0 0,0 0 0,-1 0 0,3 7 0,0 10 0,-1 1 0,-1-1 0,-1 0 0,-3 40 0,0-23 0,2-30 0,0 0 0,-1 0 0,0 0 0,-1 0 0,0 0 0,0-1 0,0 1 0,-7 12 0,6-15 0,0 0 0,-1 0 0,1 0 0,-1 0 0,0-1 0,0 0 0,-1 1 0,1-2 0,-1 1 0,0 0 0,0-1 0,-8 4 0,-4 1 0,0 0 0,-1 1 0,2 1 0,-1 1 0,-19 16 0,8-1 0,21-17 0,-1-1 0,0-1 0,-1 0 0,0 0 0,0 0 0,0-1 0,-1-1 0,-17 8 0,-23 3-1365,30-8-5461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8:47.4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1 463 24575,'5'-1'0,"1"0"0,0 0 0,-1-1 0,1 1 0,-1-1 0,6-3 0,8-2 0,10-4 0,1-2 0,-2-1 0,0-1 0,28-21 0,-49 31 0,0 0 0,-1-1 0,0 0 0,0-1 0,9-12 0,-10 13 0,-1 0 0,1 0 0,0 1 0,0 0 0,1 0 0,-1 0 0,1 0 0,7-3 0,-3 2 0,-5 4 0,0 0 0,0 0 0,0-1 0,0 0 0,-1 0 0,0 0 0,1-1 0,-1 0 0,0 1 0,-1-1 0,1 0 0,4-8 0,0-1 0,-4 5 0,1 0 0,0 1 0,0 0 0,0 0 0,1 0 0,10-9 0,-7 9 0,8-8 0,1 1 0,22-12 0,-6 2 0,7-5 0,-38 27 0,1 1 0,-1-1 0,0 1 0,0 0 0,1 0 0,-1 0 0,0 0 0,1 1 0,-1-1 0,1 1 0,3 0 0,-5 0 0,0 0 0,-1 1 0,1-1 0,0 1 0,0 0 0,-1 0 0,1-1 0,-1 1 0,1 0 0,-1 0 0,1 1 0,-1-1 0,1 0 0,-1 0 0,0 1 0,0-1 0,0 1 0,0-1 0,0 1 0,0-1 0,0 1 0,0 0 0,0-1 0,-1 1 0,1 0 0,-1 0 0,1-1 0,-1 4 0,2 7 0,0-1 0,-1 1 0,-1 14 0,0-19 0,-5 573 0,5-358-1365,0-195-5461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9:35.5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1117 1950 24575,'0'-572'0,"1"566"0,-1 1 0,-1-1 0,1 1 0,-1-1 0,0 1 0,0-1 0,-1 1 0,1 0 0,-1-1 0,0 1 0,-1 0 0,1 0 0,-1 1 0,0-1 0,0 0 0,-1 1 0,1 0 0,-1 0 0,0 0 0,-7-6 0,5 5 0,1-1 0,0 0 0,0 0 0,1 0 0,-8-13 0,9 14 0,0-1 0,0 1 0,-1 0 0,1 0 0,-1 0 0,0 1 0,-1-1 0,1 1 0,-1 0 0,-6-4 0,-6-4 0,0-1 0,2-1 0,-1 0 0,2-1 0,-21-26 0,-21-22 0,50 57 0,2 0 0,-1 0 0,1-1 0,0 1 0,0-1 0,0-1 0,1 1 0,1 0 0,-4-10 0,5 10 0,-1 1 0,0 0 0,0 0 0,-1 0 0,1 0 0,-2 0 0,1 1 0,0-1 0,-1 1 0,0 0 0,0 0 0,-1 0 0,1 1 0,-8-6 0,1 3 0,6 4 0,-1-1 0,1 1 0,0-1 0,0 0 0,0 0 0,1 0 0,0-1 0,-1 0 0,1 0 0,-4-7 0,-9-15 0,-2 0 0,-1 0 0,-34-34 0,22 35 0,28 23 0,0 1 0,0-1 0,0 0 0,0 0 0,1 0 0,-1 0 0,1-1 0,0 0 0,0 1 0,1-1 0,-1 0 0,1-1 0,-4-5 0,-6-24 0,-2 1 0,-1 1 0,-26-41 0,26 46 0,-15-37 0,20 40 0,-2 0 0,-22-35 0,12 24 0,19 27 0,-1 1 0,0 0 0,-1 0 0,0 0 0,0 1 0,0-1 0,-1 1 0,0 0 0,0 1 0,0-1 0,-9-4 0,-118-45 0,132 54 0,-1 1 0,1 0 0,0-1 0,0 1 0,-1 0 0,1 0 0,0 0 0,-1 0 0,1 0 0,0 0 0,-1 0 0,1 0 0,0 0 0,-1 1 0,1-1 0,0 0 0,0 1 0,-1-1 0,1 1 0,0 0 0,0-1 0,0 1 0,0 0 0,0 0 0,0 0 0,0-1 0,0 1 0,0 0 0,0 0 0,0 1 0,0-1 0,1 0 0,-1 0 0,1 0 0,-1 0 0,1 1 0,-1-1 0,1 0 0,-1 0 0,1 1 0,0 1 0,-2 8 0,0-1 0,1 1 0,0 0 0,2 12 0,-1-15 0,0 27 0,5 129 0,-3-153 0,0-1 0,1 1 0,0-1 0,1 0 0,0 0 0,7 13 0,-5-12 0,0 1 0,-2-1 0,1 1 0,3 19 0,-2 28-1365,-5-33-5461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9:40.0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35 24575,'19'-1'0,"0"-1"0,0-1 0,26-7 0,-23 5 0,44-6 0,256 9 0,-165 4 0,-148-2 0,0-1 0,0 1 0,0 0 0,-1 0 0,1 1 0,0 1 0,0-1 0,-1 1 0,1 1 0,-1 0 0,10 4 0,33 19-1365,-28-15-5461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9:43.8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0 299 24575,'12'0'0,"-1"-1"0,0 0 0,0 0 0,0-1 0,0-1 0,-1 0 0,1 0 0,10-6 0,-14 6 0,0-1 0,0 0 0,0 0 0,-1-1 0,0 0 0,0 0 0,0 0 0,-1-1 0,0 0 0,0 0 0,0 0 0,4-9 0,-3 4 0,1 0 0,0 0 0,0 0 0,1 1 0,0 0 0,1 1 0,12-11 0,29-27 0,-34 31 0,30-23 0,-46 38 0,1 1 0,0-1 0,0 0 0,0 1 0,-1-1 0,1 1 0,0-1 0,0 1 0,0 0 0,0-1 0,0 1 0,0 0 0,0 0 0,0-1 0,0 1 0,0 0 0,0 0 0,0 0 0,0 0 0,0 0 0,0 0 0,0 1 0,0-1 0,-1 0 0,1 0 0,2 1 0,-2 0 0,0 1 0,0-1 0,0 0 0,0 0 0,0 1 0,0-1 0,0 0 0,0 1 0,0-1 0,-1 1 0,1-1 0,-1 1 0,1 0 0,0 2 0,1 8 0,-1 1 0,0-1 0,-1 18 0,0-24 0,-4 1273-1365,4-1251-5461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9:56.7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509 2162 24575,'0'-8'0,"-1"1"0,0 0 0,0 0 0,-1 0 0,1 0 0,-2 0 0,1 0 0,-1 1 0,0-1 0,0 1 0,-1-1 0,0 1 0,0 0 0,0 1 0,-1-1 0,0 1 0,0 0 0,-9-7 0,-7-4 0,-1 1 0,0 1 0,-40-18 0,53 27 0,-1-1 0,2 0 0,-1 0 0,1-1 0,0 0 0,0 0 0,0-1 0,1 0 0,1 0 0,-1 0 0,-9-18 0,6 4 0,0 1 0,1-1 0,1-1 0,-6-26 0,12 38 0,0 1 0,-1 0 0,0 0 0,-1 0 0,0 0 0,0 0 0,-1 1 0,-1 0 0,-12-17 0,13 20 0,0 0 0,0 0 0,0-1 0,1 0 0,0 0 0,0 0 0,1 0 0,0 0 0,-3-11 0,-1-10 0,-5-37 0,6 33 0,-17-129 0,14 105 0,3 1 0,3-2 0,3-60 0,0 84 0,0 19 0,1 0 0,1 0 0,0 0 0,1 0 0,0 0 0,1 0 0,0 1 0,1 0 0,1 0 0,0 0 0,15-22 0,-17 31 0,1 0 0,-1-1 0,1 1 0,0 1 0,0-1 0,9-4 0,-10 6 0,1 0 0,-1 0 0,-1 0 0,1-1 0,0 0 0,-1 0 0,1 0 0,-1 0 0,0 0 0,0-1 0,0 0 0,-1 1 0,4-7 0,-1-1 0,-1 0 0,2 0 0,-1 0 0,1 1 0,1 0 0,0 0 0,1 1 0,14-15 0,36-20 0,-45 35 0,-1 1 0,1-2 0,-2 0 0,0 0 0,13-15 0,-17 17 0,8-12 0,19-20 0,-28 34 0,1 0 0,-1 1 0,1 0 0,0 0 0,0 1 0,1-1 0,8-2 0,-8 3 0,-1 0 0,1-1 0,-1 1 0,7-7 0,-8 6 0,0 1 0,0-1 0,0 2 0,0-1 0,0 1 0,13-5 0,98-15 0,-85 17 0,-2 2 0,-15 2 0,0 0 0,21-7 0,-31 8 0,-1-1 0,0 0 0,1 0 0,-1 0 0,0 0 0,0-1 0,0 0 0,0 0 0,0 0 0,-1 0 0,6-7 0,-3 3 0,0 2 0,1-1 0,-1 1 0,1 0 0,0 0 0,0 1 0,0 0 0,1 0 0,0 0 0,-1 1 0,1 1 0,13-4 0,34-14 0,-15 2-151,1 1-1,0 2 0,1 2 0,0 2 1,1 2-1,0 2 0,0 1 1,75 1-1,-90 5-6674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9:57.7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 24575,'34'0'0,"-12"-1"0,1 1 0,23 4 0,-39-3 0,1 1 0,0 0 0,0 0 0,-1 1 0,1 0 0,-1 0 0,0 1 0,0 0 0,10 7 0,3 3 0,35 17 0,-37-22 0,-1 1 0,-1 0 0,26 21 0,-28-20 0,2 0 0,20 12 0,-19-13 0,30 24 0,-22-12 0,-10-8 0,0-1 0,34 22 0,-30-24 0,-9-6 0,1 1 0,-1 0 0,-1 0 0,1 1 0,-1 1 0,0 0 0,13 15 0,-11-10 0,1 0 0,16 14 0,-16-16 0,-1 0 0,0 1 0,11 15 0,-18-19 0,1-1 0,-1 1 0,-1 0 0,0 1 0,0-1 0,0 0 0,-1 1 0,0 0 0,0 9 0,0 13 0,-2 39 0,-1-42 0,1-21 0,0 0 0,0-1 0,-1 1 0,0 0 0,0 0 0,-1 0 0,1-1 0,-1 1 0,-1-1 0,0 1 0,0-1 0,0 0 0,0 0 0,-1 0 0,0-1 0,0 1 0,-1-1 0,1 0 0,-1 0 0,-10 7 0,7-5 0,-1-1 0,0 0 0,0 0 0,-1-1 0,1 0 0,-1-1 0,0 0 0,-1 0 0,1-1 0,-1-1 0,1 0 0,-1 0 0,0-1 0,-12 0 0,1 0-455,-1 2 0,-26 5 0,22-2-6371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0:04.0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0 291 24575,'0'-15'0,"1"0"0,0-1 0,1 1 0,6-26 0,-7 36 0,1 0 0,0 1 0,0-1 0,0 0 0,0 1 0,1-1 0,0 1 0,0 0 0,0 0 0,0 0 0,1 0 0,-1 1 0,1-1 0,0 1 0,0 0 0,0 0 0,1 0 0,4-2 0,47-17 0,-41 18 0,-1-2 0,1 0 0,-1-1 0,27-17 0,-33 19 0,1 0 0,0 0 0,0 0 0,0 1 0,1 0 0,0 1 0,-1 0 0,1 1 0,0 0 0,15-1 0,13 1 0,57 4 0,-35 1 0,-53-4 0,-1 1 0,1 1 0,0-1 0,0 1 0,-1 1 0,1-1 0,0 1 0,-1 0 0,0 0 0,1 1 0,-1 0 0,0 0 0,0 0 0,-1 1 0,1 0 0,-1 0 0,0 1 0,0-1 0,0 1 0,8 10 0,-7-7 0,0 0 0,0 0 0,0 1 0,-1 0 0,0 0 0,-1 0 0,0 1 0,-1-1 0,0 1 0,0 0 0,-1 0 0,2 12 0,9 79 0,-5-51 0,0 52 0,-8 311 0,-1-395 0,0 0 0,-1 0 0,-1 0 0,-1 0 0,-1-1 0,0 1 0,-9 18 0,9-25 0,-1-1 0,0 0 0,-1-1 0,0 1 0,-1-1 0,1-1 0,-2 1 0,1-1 0,-1-1 0,-1 0 0,-12 8 0,19-13 0,-1 0 0,1 0 0,0 0 0,0 1 0,0-1 0,-2 4 0,5-6 0,-1 1 0,1-1 0,0 1 0,-1-1 0,1 0 0,0 1 0,0-1 0,0 1 0,-1-1 0,1 0 0,0 1 0,0-1 0,0 1 0,0-1 0,0 1 0,0-1 0,0 1 0,0-1 0,0 1 0,0-1 0,0 1 0,0 0 0,1-1 0,-1 1 0,1 0 0,0-1 0,-1 1 0,1 0 0,-1-1 0,1 1 0,0-1 0,0 0 0,-1 1 0,1-1 0,0 1 0,0-1 0,-1 0 0,1 0 0,0 1 0,1-1 0,15 3 0,-1 0 0,1-1 0,-1-1 0,18-1 0,-16-1 0,-1 2 0,1 0 0,31 6 0,-7 1-260,1-2-1,0-1 1,86-4-1,-118-1-62,16 0-6503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1:05.9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705 1603 24575,'58'1'0,"70"-3"0,-116-1 0,0 1 0,0-2 0,-1 1 0,1-2 0,-1 1 0,14-9 0,15-6 0,-32 15 0,1-1 0,-1 0 0,0 0 0,-1-1 0,9-7 0,6-6 0,-17 15 0,0-1 0,0 0 0,-1 0 0,0 0 0,0-1 0,-1 1 0,0-1 0,0 0 0,0 0 0,0 0 0,-1-1 0,0 1 0,2-10 0,-2 5 0,2 1 0,0-1 0,9-18 0,-7 18 0,0-1 0,-1-1 0,-1 1 0,0 0 0,-1-1 0,0 0 0,-1 0 0,1-22 0,-1 17 0,0 12 0,-1-1 0,1 1 0,0 0 0,0 0 0,1 0 0,0 1 0,0-1 0,6-8 0,-4 7 0,-1 0 0,0-1 0,0 0 0,3-8 0,4-21 0,-1-1 0,-2 0 0,-2 0 0,-2-1 0,1-47 0,-5 73 0,0-11 0,-5-44 0,3 60 0,0 0 0,0 0 0,0 1 0,-1-1 0,0 1 0,0-1 0,-1 1 0,0 0 0,-7-9 0,-28-31 0,28 36 0,1 0 0,0-1 0,1-1 0,0 1 0,1-2 0,1 1 0,-8-20 0,13 30 0,1-1 0,-1 1 0,0-1 0,1 1 0,-2 0 0,1 0 0,0 0 0,-1 0 0,1 0 0,-1 0 0,0 1 0,-4-4 0,-3 0 0,0 0 0,-18-8 0,19 11 0,0-1 0,0-1 0,1 1 0,0-1 0,-9-8 0,-3-3 0,0 0 0,-1 2 0,-1 0 0,-44-19 0,58 28 0,1 1 0,0-1 0,0 0 0,-11-11 0,13 11 0,0 0 0,-1 0 0,0 1 0,1 0 0,-2 0 0,1 0 0,-11-4 0,-1 3 0,0 2 0,0 0 0,0 1 0,0 0 0,-1 2 0,-28 2 0,27 0 0,-1-2 0,0 0 0,1-1 0,-39-8 0,32 3 0,-44-3 0,32 4 0,32 4 0,0-1 0,0-1 0,0 1 0,0-1 0,0-1 0,1 1 0,0-1 0,0 0 0,0 0 0,-9-9 0,7 6 0,0 1 0,0 0 0,0 1 0,-1 0 0,-10-5 0,-144-47 0,163 57 0,-1 0 0,1 0 0,-1-1 0,1 1 0,-1 0 0,1 0 0,-1 0 0,0 0 0,1 0 0,-1-1 0,1 1 0,-1 0 0,1 0 0,-1 1 0,1-1 0,-1 0 0,0 0 0,1 0 0,-1 0 0,1 0 0,-1 1 0,1-1 0,-1 0 0,1 0 0,-1 1 0,1-1 0,-1 0 0,1 1 0,-1 0 0,0 0 0,1 0 0,0 0 0,-1 0 0,1 0 0,0 1 0,0-1 0,0 0 0,0 0 0,0 0 0,0 0 0,0 0 0,0 1 0,1 1 0,14 41 0,-13-38 0,7 14 0,2-1 0,0 0 0,20 26 0,11 18 0,-4-7 0,-29-44 0,0 0 0,-1 0 0,0 1 0,-1 0 0,0 1 0,5 16 0,1 23 0,-10-35 0,2 0 0,-1 0 0,2-1 0,1 1 0,11 21 0,72 115-1365,-80-137-5461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1:06.8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1 191 24575,'11'-1'0,"1"0"0,-1-2 0,0 1 0,0-1 0,0 0 0,-1-1 0,19-10 0,-16 8 0,0 1 0,0 0 0,0 0 0,23-3 0,-2 3 0,-11 3 0,-1-1 0,1-2 0,32-10 0,6-4 0,101-20 0,-130 33 0,50-12 0,-62 13-341,1 1 0,-1 0-1,27 0 1,-21 3-6485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1:08.0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0 177 24575,'3'0'0,"0"1"0,0-1 0,0 1 0,0-1 0,1 0 0,-1 0 0,5-2 0,0 2 0,-3 0 0,0 0 0,0 0 0,0-1 0,0 0 0,0 0 0,0 0 0,-1 0 0,1-1 0,0 0 0,-1 0 0,1 0 0,-1 0 0,0-1 0,0 1 0,0-1 0,0 0 0,0-1 0,-1 1 0,1-1 0,-1 1 0,0-1 0,0 0 0,0 0 0,3-8 0,-1 2 0,1 0 0,0 0 0,1 1 0,0 0 0,0 0 0,1 0 0,0 1 0,0 0 0,1 1 0,16-11 0,-24 17 0,1 0 0,-1 1 0,0-1 0,1 0 0,-1 1 0,1-1 0,-1 1 0,1 0 0,-1-1 0,1 1 0,0 0 0,-1 0 0,1 0 0,-1 0 0,1 0 0,-1 1 0,1-1 0,0 0 0,-1 1 0,3 0 0,-2 0 0,0 1 0,0-1 0,0 1 0,0-1 0,-1 1 0,1 0 0,0-1 0,-1 1 0,0 0 0,1 0 0,-1 0 0,2 3 0,1 6 0,0 1 0,0-1 0,-1 1 0,2 15 0,-4-23 0,6 31 0,2 14 0,-2 0 0,2 50 0,-10-40 0,2 38 0,0-86 0,0 0 0,1 0 0,0 0 0,1 0 0,1 0 0,6 15 0,-2-7 0,-1 0 0,0 0 0,-2 1 0,0 0 0,-1 0 0,-1 1 0,-1-1 0,-1 0 0,-2 29 0,0-18-1365,1-4-5461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1:26.1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544 2447 24575,'-5'0'0,"0"-1"0,0 0 0,0-1 0,0 1 0,0-1 0,1 0 0,-1 0 0,1-1 0,-1 0 0,1 1 0,0-1 0,-6-5 0,-25-15 0,27 18 0,-1 0 0,1-1 0,1 0 0,-11-9 0,-7-6 0,13 10 0,0 0 0,1-1 0,0 0 0,-14-23 0,8 13 0,5 4 0,1 0 0,0 0 0,1-1 0,1 0 0,1-1 0,1 0 0,1 0 0,-6-30 0,2 8 0,-15-41 0,2 13 0,19 58 0,-2 0 0,1 0 0,-2 0 0,0 1 0,0 0 0,-12-14 0,6 9 0,-15-28 0,21 30 0,1 0 0,0-1 0,1 0 0,1 0 0,0-1 0,1 1 0,-1-25 0,4-115 0,3 76 0,-3-366 0,0 436 0,1 1 0,-1-1 0,2 0 0,-1 1 0,1-1 0,1 1 0,-1 0 0,2-1 0,-1 1 0,1 1 0,0-1 0,0 0 0,1 1 0,0 0 0,1 0 0,-1 1 0,1-1 0,1 1 0,-1 0 0,1 1 0,0 0 0,0 0 0,9-5 0,-11 7 0,0-1 0,0 1 0,-1-1 0,1 0 0,-1-1 0,0 1 0,0-1 0,-1 0 0,1 0 0,-1 0 0,5-10 0,0-4 0,11-40 0,-19 58 0,1-2 0,0 0 0,0 0 0,1-1 0,-1 1 0,1 1 0,0-1 0,0 0 0,0 0 0,0 1 0,0-1 0,0 1 0,1-1 0,3-2 0,1 0 0,1 1 0,0-1 0,13-4 0,-14 7 0,0-1 0,-1-1 0,1 1 0,-1-1 0,1 0 0,-1 0 0,9-9 0,7-12 0,-13 15 0,-1 0 0,2 0 0,-1 1 0,1 0 0,1 1 0,0 0 0,0 0 0,16-7 0,-26 14 0,7-1 0,-1-1 0,0-1 0,0 1 0,0-1 0,-1 0 0,1 0 0,-1-1 0,0 0 0,10-11 0,-11 12 0,-1-1 0,1 1 0,0 0 0,0 0 0,1 0 0,-1 1 0,1-1 0,0 1 0,0 1 0,0-1 0,0 1 0,0 0 0,1 1 0,-1-1 0,8 0 0,0 0 0,-1-2 0,18-6 0,-24 7 0,-1-1 0,1-1 0,-1 1 0,0-1 0,0 0 0,-1 0 0,10-12 0,-10 12 0,0-1 0,0 0 0,1 1 0,0 0 0,0 0 0,0 1 0,0 0 0,14-7 0,80-15 0,29-5 0,-103 25 0,0 1 0,1 1 0,-1 1 0,52 1 0,-45 2 0,1-1 0,47-9 0,-32 2 0,94-4 0,52 12 0,-74 2 0,-27-2-1365,-66 0-5461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1:29.6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24575,'0'9'0,"1"1"0,0-1 0,1 0 0,0 1 0,0-1 0,1 0 0,0 0 0,1 0 0,0-1 0,0 1 0,1-1 0,0 0 0,1 0 0,-1-1 0,1 1 0,13 11 0,61 75 0,4 4 0,-65-77 0,21 31 0,-30-37 0,1 0 0,1-1 0,0 0 0,1-1 0,17 14 0,-13-13 0,-1 0 0,16 18 0,-17-16 0,1-1 0,17 14 0,-19-19 0,-1 0 0,-1 1 0,0 1 0,21 24 0,-28-28 0,0-1 0,0 1 0,-1 0 0,0 0 0,-1 0 0,0 0 0,0 1 0,-1 0 0,0-1 0,2 18 0,-1 19 0,-2 0 0,-6 54 0,5-95 0,-1 1 0,0-1 0,0 0 0,0 0 0,-1 0 0,0 0 0,1 0 0,-1 0 0,0-1 0,-1 1 0,-4 5 0,-2 1 0,0-2 0,-16 14 0,-10 8 0,5-2 0,-2-1 0,-1-2 0,-54 33 0,41-27 0,37-24 0,0 0 0,0-1 0,0 0 0,-1 0 0,0-1 0,0 0 0,-1-1 0,1 0 0,-21 4 0,24-8 0,0 1 0,0 0 0,0 0 0,0 1 0,0 0 0,0 0 0,1 1 0,-1 0 0,1 0 0,-1 1 0,1-1 0,0 1 0,-7 7 0,7-5-195,-1 0 0,0 0 0,0-1 0,-1 0 0,1 0 0,-15 6 0,0-4-6631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1:31.3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1 132 24575,'9'-1'0,"1"-1"0,-1 0 0,1 0 0,-1-1 0,0 0 0,0 0 0,0-1 0,10-6 0,-7 4 0,0 1 0,1 0 0,21-6 0,13 6 0,-40 5 0,1 0 0,-1-1 0,0 0 0,0 0 0,0 0 0,1-1 0,-1 0 0,-1 0 0,1-1 0,11-6 0,-8 3 0,1-1 0,0 2 0,0 0 0,0 0 0,0 1 0,1 0 0,0 1 0,0 0 0,0 1 0,0 0 0,0 1 0,0 1 0,14 0 0,-7 0 0,-1 1 0,0 0 0,0 2 0,0 0 0,22 6 0,-35-7 0,0-1 0,0 1 0,0 0 0,0 1 0,0-1 0,0 1 0,-1 0 0,1 0 0,-1 0 0,0 0 0,0 1 0,0 0 0,-1 0 0,1 0 0,-1 0 0,0 1 0,0-1 0,0 1 0,-1-1 0,1 1 0,-1 0 0,2 7 0,30 173 0,-31-173 0,0 1 0,1-1 0,0 0 0,12 21 0,-10-21 0,0 0 0,-1 0 0,-1 0 0,5 22 0,-4 13 0,-2 1 0,-5 78 0,-1-33 0,4-67 0,-1-10 0,0-1 0,-4 29 0,3-39 0,0 0 0,-1 0 0,1 0 0,-1 0 0,0-1 0,-1 1 0,1 0 0,-1-1 0,0 1 0,0-1 0,0 0 0,-5 5 0,-6 5 0,0 0 0,-1 0 0,0-2 0,-1 1 0,-1-2 0,0 0 0,-33 15 0,14-14 0,-40 10 0,152-20 0,-67-2 0,1-1 0,0 1 0,0 0 0,1 0 0,-1 1 0,0 1 0,0 0 0,0 0 0,0 1 0,13 5 0,-2 2 0,0-1 0,1-1 0,1-2 0,31 7 0,-41-11 0,0 2 0,0-1 0,0 1 0,-1 1 0,0 1 0,1-1 0,-2 2 0,1 0 0,11 9 0,-19-13 0,-1 0 0,1 0 0,-1 1 0,1-1 0,-1 1 0,0 0 0,-1 0 0,1 0 0,-1 0 0,1 1 0,-1-1 0,0 1 0,-1-1 0,1 1 0,-1 0 0,0 0 0,0-1 0,-1 1 0,1 0 0,-1 0 0,0 0 0,0 0 0,-1 0 0,0 0 0,1-1 0,-2 1 0,-1 6 0,-12 28 0,-35 65 0,47-99 0,0 0 0,-1-1 0,0 1 0,0-1 0,0 0 0,0 0 0,0 0 0,-1-1 0,0 1 0,-6 2 0,5-2 0,1-1 0,0 1 0,0-1 0,0 1 0,0 1 0,1-1 0,0 1 0,-7 8 0,6-3 0,-1-1 0,-1 0 0,0 0 0,0 0 0,-1-1 0,0 0 0,0-1 0,-1 1 0,0-1 0,0-1 0,-1 0 0,-10 5 0,10-5 0,1 0 0,-1 1 0,1 0 0,-9 10 0,8-8 0,0-1 0,0 0 0,-12 7 0,17-12-73,-9 6-142,0-2 0,-1 1-1,0-2 1,0 0-1,-16 4 1,7-6-6611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2:13.2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67 0 24575,'-2'1'0,"1"-1"0,-1 1 0,1 0 0,-1-1 0,1 1 0,0 0 0,-1 0 0,1 0 0,0 0 0,-1 0 0,1 0 0,0 0 0,0 1 0,0-1 0,0 0 0,0 0 0,-1 3 0,-15 26 0,17-28 0,-5 9 0,0 0 0,2 0 0,-1 1 0,2-1 0,-1 1 0,-1 24 0,5 76 0,1-60 0,-1 488 0,-1-524 0,1 0 0,1 0 0,0-1 0,1 1 0,0-1 0,2 0 0,0 0 0,8 18 0,-3-17 0,1-1 0,0-1 0,17 18 0,-13-15 0,20 28 0,67 97 0,-84-117 0,35 34 0,-31-36 0,25 34 0,-35-42 0,1 0 0,1-1 0,0-1 0,23 17 0,19 18 0,-28-21 0,-7-6 0,0-1 0,44 32 0,-44-38 0,-10-6 0,0-1 0,1 0 0,0 0 0,22 8 0,-20-10 0,-1 2 0,0-1 0,-1 2 0,0 0 0,23 18 0,-24-16 0,1-1 0,0 0 0,1-1 0,-1-1 0,26 11 0,-12-8 0,-1 2 0,27 15 0,-30-14 0,0-1 0,47 16 0,-63-26 0,4 0 0,-1 1 0,0 0 0,0 0 0,0 1 0,-1 0 0,1 1 0,-1 0 0,0 0 0,9 8 0,-4-2 0,1 0 0,1-1 0,-1-1 0,1 0 0,1-1 0,0 0 0,17 5 0,6 3 0,-25-8 0,0 0 0,-1 0 0,0 1 0,20 19 0,13 10 0,113 67 0,-144-94 13,0 1 0,-1 0 0,13 15 0,5 4-1430,-10-12-5409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2:14.5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24575,'7'6'0,"0"0"0,1-1 0,-1 1 0,1-1 0,1-1 0,-1 0 0,1 0 0,-1-1 0,16 4 0,-15-4 0,0 0 0,1 0 0,-1 1 0,0 0 0,-1 1 0,1 0 0,-1 0 0,13 11 0,5 13 0,-20-21 0,1-1 0,0 0 0,1 0 0,-1 0 0,14 8 0,-8-6 0,-1 0 0,1 0 0,-2 1 0,1 1 0,-1 0 0,-1 1 0,0 0 0,-1 0 0,0 1 0,8 16 0,-4-9 0,0-1 0,27 30 0,-23-30 0,27 41 0,-16-7 0,-19-35 0,1 0 0,1 0 0,18 23 0,-19-29 0,0 0 0,-1 1 0,-1 0 0,0 0 0,-1 1 0,0 0 0,-1 0 0,7 25 0,-13-36 0,1-1 0,-1 1 0,-1 0 0,1-1 0,0 1 0,0 0 0,-1-1 0,0 1 0,1-1 0,-1 1 0,0-1 0,0 1 0,-1-1 0,1 0 0,0 0 0,-1 1 0,1-1 0,-1 0 0,0 0 0,0 0 0,0-1 0,0 1 0,0 0 0,0-1 0,-3 2 0,-6 5 0,-1-1 0,-1-1 0,-18 7 0,25-10 0,-11 3 0,-1-1 0,-18 3 0,20-4 0,0 0 0,1 0 0,-20 9 0,9 0-120,6-3-87,0 0-1,-1-2 1,0 0-1,0-1 0,-31 6 1,27-11-6619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06.2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1402 2 24575,'-81'-1'0,"-91"3"0,144 2 0,-41 11 0,34-7 0,31-6 0,0-1 0,0 1 0,0-1 0,1 1 0,-1 0 0,0 0 0,1 1 0,0-1 0,0 1 0,0 0 0,0 0 0,0 0 0,0 0 0,1 0 0,-5 7 0,5-6 0,-1 0 0,0 0 0,-1 0 0,1 0 0,0-1 0,-1 1 0,0-1 0,0 0 0,0 0 0,-8 4 0,-7 1 0,-1 0 0,0-2 0,0 0 0,0-1 0,-30 4 0,35-7 0,0 1 0,1 0 0,0 1 0,0 1 0,0 0 0,0 1 0,1 0 0,0 1 0,0 1 0,1 0 0,-15 13 0,10-10 0,1-1 0,-1 0 0,-30 11 0,-6 4 0,17-8 0,19-9 0,0 0 0,-16 12 0,3-1 0,23-16 0,1 1 0,0 0 0,-1 0 0,1 1 0,1-1 0,-1 1 0,1 1 0,0-1 0,0 1 0,0 0 0,-4 8 0,3-3 0,2-4 0,1 0 0,-2 1 0,1-1 0,-1-1 0,0 1 0,0-1 0,-10 10 0,-2-4 0,2 1 0,-1 1 0,2 1 0,0 0 0,1 1 0,0 0 0,-19 34 0,25-37 0,1 0 0,0 1 0,1-1 0,0 1 0,1 0 0,1 0 0,1 1 0,-2 23 0,1 34 0,8 79 0,-4-145 6,0 0-1,1 0 1,-1 0 0,2 0-1,-1 0 1,1-1-1,-1 1 1,1-1 0,1 1-1,-1-1 1,1 0-1,0 0 1,0-1 0,1 1-1,9 7 1,5 3-260,2-1 1,36 19 0,-36-22-442,0 1-6131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07.5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28 24575,'1'1'0,"0"-1"0,0 0 0,0 1 0,0-1 0,0 1 0,0-1 0,0 1 0,0-1 0,0 1 0,0 0 0,0-1 0,0 1 0,-1 0 0,1 0 0,0 0 0,0 0 0,0 1 0,15 22 0,-8-11 0,-2-7 0,-1 1 0,2-1 0,-1-1 0,9 7 0,18 15 0,-21-13 0,25 20 0,-31-30 0,1 1 0,-1-1 0,1-1 0,0 1 0,0-1 0,0-1 0,8 3 0,5 2 0,-1 0 0,21 12 0,12 4 0,-48-21 0,1 1 0,-1-1 0,0 0 0,0 1 0,6 5 0,10 7 0,-20-15 0,1 0 0,-1 0 0,0 0 0,1 0 0,-1 0 0,0 0 0,0 0 0,1 1 0,-1-1 0,0 0 0,1 0 0,-1-1 0,0 1 0,0 0 0,1 0 0,-1 0 0,0 0 0,1 0 0,-1 0 0,0 0 0,0 0 0,1-1 0,-1 1 0,0 0 0,0 0 0,1 0 0,-1 0 0,0-1 0,0 1 0,0 0 0,1 0 0,-1-1 0,0 1 0,0 0 0,0 0 0,0-1 0,0 1 0,1 0 0,-1-1 0,0 1 0,0 0 0,0 0 0,0-1 0,0 1 0,0 0 0,0-1 0,0 1 0,0 0 0,0-1 0,1-18 0,-1 17 0,-5-251-1365,5 225-5461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09.0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1209 24575,'510'0'0,"-502"0"0,1 0 0,-1-1 0,1 0 0,-1-1 0,0 0 0,0 0 0,1-1 0,-2 0 0,1 0 0,10-6 0,-6 1 0,0-1 0,0 0 0,-1 0 0,0-1 0,10-13 0,3-3 0,-10 13 0,-2-1 0,0-1 0,20-29 0,-23 29 0,1 0 0,18-20 0,5-6 0,-29 35 0,-1-2 0,1 1 0,-1 0 0,0-1 0,-1 1 0,0-1 0,0 0 0,-1 0 0,0 0 0,1-12 0,-2 13 0,0 0 0,1 0 0,-1 0 0,2 1 0,-1-1 0,1 0 0,0 1 0,0-1 0,1 1 0,0 0 0,0-1 0,1 1 0,6-9 0,-2 6 0,-3 5 0,0-1 0,0 0 0,-1 0 0,1 0 0,-1-1 0,-1 0 0,1 0 0,-1 0 0,0 0 0,0 0 0,-1 0 0,0-1 0,2-10 0,1-8 0,1-1 0,1 1 0,18-46 0,-19 57 0,-2 0 0,0 0 0,0 0 0,-1-1 0,1-28 0,-5-78 0,-1 61 0,3 33 0,-1 15 0,1-1 0,-2 1 0,0 0 0,-4-24 0,4 33 0,0 1 0,1-1 0,-1 1 0,-1-1 0,1 1 0,0-1 0,0 1 0,-1 0 0,1 0 0,-1 0 0,0 0 0,0 0 0,0 0 0,0 0 0,0 1 0,0-1 0,0 0 0,0 1 0,-1 0 0,1 0 0,-1 0 0,1 0 0,-1 0 0,1 0 0,-1 0 0,1 1 0,-1-1 0,-3 1 0,3 0 0,0 0 0,-1 0 0,1 1 0,0 0 0,0-1 0,0 1 0,-1 0 0,1 0 0,0 1 0,0-1 0,1 0 0,-1 1 0,0 0 0,0 0 0,1 0 0,-4 3 0,-5 5 0,0 1 0,-11 15 0,8-9 0,-50 62 63,-29 31-1491,74-90-5398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09.5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24575,'14'0'0,"0"0"0,0 1 0,0 1 0,-1 0 0,18 5 0,-25-5 0,0 1 0,0-1 0,0 1 0,0 1 0,0-1 0,-1 1 0,1 0 0,-1 0 0,0 0 0,0 1 0,-1 0 0,0 0 0,5 6 0,5 11 0,0 1 0,-1 0 0,10 29 0,-14-35 0,-1-1 0,19 26 0,-17-29 0,-1 0 0,-1 1 0,0 0 0,5 16 0,7 32-1365,-10-35-5461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16.6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2 349 24575,'0'-28'0,"-1"11"0,1 0 0,0 0 0,1 0 0,1 0 0,1 1 0,0-1 0,1 0 0,10-23 0,-2 10 0,-6 14 0,1 1 0,15-26 0,-20 37 0,0 1 0,1 0 0,-1 0 0,1 0 0,0 0 0,0 0 0,0 1 0,0-1 0,0 1 0,0 0 0,1 0 0,-1 0 0,1 0 0,-1 1 0,1-1 0,7-1 0,-8 3 0,0 0 0,0 0 0,0 0 0,0 1 0,0-1 0,0 1 0,0 0 0,0-1 0,0 1 0,0 1 0,0-1 0,-1 0 0,1 1 0,0-1 0,-1 1 0,1 0 0,-1 0 0,0 0 0,0 0 0,0 0 0,0 1 0,0-1 0,0 0 0,0 1 0,-1 0 0,2 3 0,5 8 0,-1 0 0,0 1 0,6 23 0,20 78 0,15 87 0,-34-148 0,-9-37 0,0 1 0,2 21 0,-4-22 0,1 1 0,0-1 0,2-1 0,8 22 0,-6-21 0,-2 1 0,0-1 0,6 34 0,-9-11-682,-2 44-1,-2-57-6143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34.8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24575,'5'-1'0,"1"1"0,-1 0 0,0 0 0,1 1 0,-1-1 0,0 1 0,1 0 0,-1 1 0,0-1 0,0 1 0,0 0 0,0 0 0,0 1 0,0-1 0,-1 1 0,1 0 0,-1 1 0,0-1 0,4 5 0,2 0 0,0 1 0,0-2 0,1 0 0,-1 0 0,2-1 0,-1 0 0,1-1 0,-1 0 0,19 4 0,4 3 0,-24-7 0,1 0 0,-2 1 0,16 10 0,12 7 0,-25-17 0,24 13 0,35 25 0,-61-37 0,1 2 0,-1-1 0,0 1 0,-1 1 0,0-1 0,-1 2 0,10 14 0,58 108 0,-65-113 0,-1 1 0,-2 0 0,1 0 0,-2 1 0,-1 0 0,-1 0 0,4 33 0,13 43 0,-21-94 0,2 3 0,1 1 0,-1-1 0,1 0 0,0 0 0,1 0 0,0-1 0,5 7 0,17 23 0,-14-12 0,-2 0 0,0 1 0,-1 0 0,-2 1 0,7 33 0,19 57 46,-17-64-1457,-11-31-5415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36.0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91 24575,'4'1'0,"-1"0"0,1 0 0,-1 1 0,0-1 0,0 1 0,1-1 0,4 5 0,2 0 0,-4-3 0,-1 1 0,0 0 0,1 0 0,-2 0 0,1 1 0,-1 0 0,1 0 0,-1 0 0,3 6 0,31 54 0,-34-56 0,5 11 0,-1 0 0,9 34 0,-13-37 0,0-1 0,2 0 0,0 0 0,1-1 0,13 24 0,-7-19 0,-8-12 0,0 0 0,0 0 0,1-1 0,7 8 0,-11-13 0,-1-1 0,1 1 0,0-1 0,-1 0 0,1 1 0,0-1 0,0 0 0,0 0 0,0 0 0,0-1 0,0 1 0,1 0 0,-1-1 0,0 1 0,0-1 0,0 0 0,1 0 0,-1 0 0,0 0 0,0 0 0,0 0 0,4-1 0,-4 0 0,0 0 0,0 0 0,0 0 0,0 0 0,0-1 0,0 1 0,0-1 0,-1 1 0,1-1 0,0 0 0,-1 1 0,1-1 0,-1 0 0,0 0 0,1 0 0,-1 0 0,0 0 0,0 0 0,0-1 0,-1 1 0,1 0 0,0 0 0,-1-4 0,3-7 0,-1 0 0,-1-25 0,0 33 0,-3-219 133,-1 60-1631,3 137-5328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42.7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262 1675 24575,'5'0'0,"0"-1"0,0 0 0,0 0 0,0 0 0,0 0 0,0-1 0,-1 0 0,1 0 0,0 0 0,-1 0 0,1-1 0,-1 0 0,0 0 0,0 0 0,0 0 0,0-1 0,-1 1 0,1-1 0,3-5 0,5-9 0,0-1 0,-1 0 0,11-25 0,-4 7 0,-8 19 0,39-82 0,-43 85 0,-1 0 0,0 0 0,-1-1 0,-1 1 0,1-17 0,-2 20 0,0 0 0,0 0 0,1 0 0,1 0 0,0 1 0,1 0 0,8-16 0,-3 5 0,0-1 0,-2 0 0,-1-1 0,0 0 0,5-40 0,-7 10 0,-2-81 0,-2 45 0,-4-72 0,1 146 0,0 1 0,-1 0 0,0 0 0,-1 0 0,-1 0 0,0 1 0,-1 0 0,-1 0 0,-12-20 0,4 12 0,-15-31 0,-8-11 0,33 57 0,-2 0 0,1 1 0,-1-1 0,0 2 0,0-1 0,0 1 0,-9-5 0,-21-16 0,29 19 0,1 0 0,-2 1 0,1 0 0,-1 0 0,0 1 0,0 0 0,-1 1 0,1 0 0,-1 0 0,-15-3 0,1 2 0,13 4 0,0-1 0,0-1 0,0 1 0,1-2 0,-1 0 0,1 0 0,0-1 0,0 0 0,-9-7 0,13 7 0,-1-1 0,0 1 0,0 1 0,0-1 0,-15-5 0,21 9 0,-1 0 0,1 1 0,-1-1 0,1 1 0,-1 0 0,0-1 0,1 1 0,-1 0 0,1 0 0,-1 0 0,1 0 0,-1 0 0,0 1 0,1-1 0,-1 0 0,1 1 0,-1-1 0,1 1 0,-1 0 0,1-1 0,0 1 0,-1 0 0,1 0 0,0 0 0,-1 0 0,1 0 0,0 0 0,0 0 0,0 0 0,0 0 0,0 1 0,0-1 0,0 0 0,0 1 0,1-1 0,-1 1 0,1-1 0,-2 3 0,-1 6 0,0 0 0,1 0 0,0 0 0,0 1 0,0 18 0,5 58 0,0-35 0,-2-42 0,0 0 0,0 1 0,1-1 0,1 0 0,-1 1 0,2-1 0,-1-1 0,2 1 0,-1 0 0,9 12 0,6 15 0,7 14 0,-20-41 2,0 1-1,7 18 0,11 19 57,-22-45-188,0 0 0,0 0 1,1 0-1,0 0 0,-1 0 1,1 0-1,0-1 0,0 1 0,1-1 1,5 4-1,11 2-6696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43.7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98 24575,'0'0'0,"1"-1"0,-1 0 0,0 0 0,0 0 0,1 0 0,-1 0 0,1 0 0,-1 0 0,1 1 0,-1-1 0,1 0 0,-1 0 0,1 1 0,0-1 0,-1 0 0,1 1 0,0-1 0,0 0 0,0 1 0,-1-1 0,1 1 0,2-1 0,25-10 0,-14 6 0,16-7 0,1 2 0,56-11 0,-58 14 0,14 0 0,0 3 0,0 1 0,80 5 0,-36 0 0,-62-1 0,-1 0 0,0 2 0,1 1 0,-1 1 0,-1 1 0,42 17 0,-42-15-1365,-2-2-5461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46.1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1 448 24575,'-1'-48'0,"3"-58"0,-1 100 0,1 0 0,-1 0 0,1 0 0,0 0 0,1 1 0,-1-1 0,1 1 0,0-1 0,7-7 0,-5 6 0,-1 0 0,0-1 0,0 0 0,4-8 0,-2-4 0,-1 1 0,2 0 0,0 1 0,1-1 0,15-24 0,-20 39 0,0 0 0,-1 1 0,1-1 0,1 1 0,-1 0 0,1 0 0,-1 0 0,1 0 0,0 0 0,6-3 0,-7 5 0,1 0 0,-1 0 0,0 0 0,0 1 0,1-1 0,-1 1 0,1-1 0,-1 1 0,0 0 0,1 1 0,-1-1 0,0 1 0,1-1 0,-1 1 0,0 0 0,4 2 0,-3-1 0,0 0 0,0 0 0,-1 1 0,0-1 0,1 1 0,-1 0 0,0 0 0,0 0 0,-1 1 0,1-1 0,0 0 0,-1 1 0,0 0 0,0 0 0,2 5 0,1 3 0,-1-1 0,0 1 0,-1 0 0,2 14 0,-2-12 0,0 0 0,1-1 0,1 1 0,10 19 0,3 11 0,-13-28 0,0 1 0,-1-1 0,-1 1 0,2 35 0,-7 71 0,0-53 0,1 533-1365,1-576-5461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8:44.9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416 2172 24575,'-59'1'0,"-69"-3"0,125 2 0,0 0 0,0 0 0,0-1 0,0 0 0,0 1 0,0-1 0,1 0 0,-1-1 0,0 1 0,1 0 0,-1-1 0,0 1 0,1-1 0,0 0 0,-1 0 0,1 0 0,-3-4 0,0-1 0,1 1 0,1-1 0,0 0 0,0 0 0,-3-10 0,-10-22 0,-2 4 0,2 0 0,2-1 0,1 0 0,2-2 0,1 1 0,2-1 0,2 0 0,-3-62 0,8 78 0,-2 0 0,-8-35 0,5 32 0,-3-40 0,6-276 0,5 175 0,-2-120 0,1 273 0,-1 1 0,2 0 0,-1-1 0,2 1 0,0 0 0,4-13 0,-4 18 0,0 0 0,0 1 0,0 0 0,0 0 0,1 0 0,0 0 0,1 1 0,-1-1 0,1 1 0,0 0 0,0 0 0,8-4 0,-3 1 0,-1 3 0,-1 0 0,0-1 0,0-1 0,0 1 0,11-14 0,-13 12 0,1 1 0,0 0 0,0 0 0,1 1 0,-1 0 0,1 0 0,1 1 0,-1 0 0,1 1 0,0 0 0,0 0 0,0 0 0,0 1 0,20-3 0,-20 5 0,1-1 0,0-1 0,-1 1 0,1-2 0,-1 1 0,0-1 0,0-1 0,-1 1 0,1-1 0,10-9 0,-10 5 0,-1 1 0,1 0 0,1 1 0,-1 0 0,1 1 0,1 0 0,-1 0 0,1 1 0,0 0 0,0 1 0,23-5 0,95-21 0,-117 27 0,-1 0 0,1-2 0,-1 1 0,18-11 0,-19 10 0,0 0 0,0 0 0,0 1 0,1 0 0,-1 1 0,14-2 0,29 0 0,-33 4 0,0-1 0,29-7 0,-29 5 0,-14 3 0,0-1 0,1 1 0,-1-1 0,0 0 0,0-1 0,0 1 0,0-1 0,-1 0 0,1-1 0,6-4 0,-2 0 11,1 1 0,0 0 0,1 0 1,0 1-1,0 1 0,0 0 0,0 1 0,24-5 0,-14 3-744,31-13 1,-35 10-6094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8:45.8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 24575,'92'-1'0,"103"3"0,-184 0 0,-1 0 0,0 1 0,1 0 0,-1 0 0,0 1 0,15 9 0,-14-7 0,1-1 0,-1 0 0,1-1 0,18 4 0,-15-4 0,1 0 0,-1 0 0,0 1 0,0 1 0,26 14 0,-23-10 0,0 1 0,-1 0 0,-1 1 0,21 20 0,7 1 0,1 1 0,-42-31 0,0 0 0,0 0 0,-1 1 0,1-1 0,-1 1 0,1 0 0,-1 0 0,0 0 0,-1 0 0,3 7 0,0 10 0,-1 1 0,-1-1 0,-1 0 0,-3 40 0,0-23 0,2-30 0,0 0 0,-1 0 0,0 0 0,-1 0 0,0 0 0,0-1 0,0 1 0,-7 12 0,6-15 0,0 0 0,-1 0 0,1 0 0,-1 0 0,0-1 0,0 0 0,-1 1 0,1-2 0,-1 1 0,0 0 0,0-1 0,-8 4 0,-4 1 0,0 0 0,-1 1 0,2 1 0,-1 1 0,-19 16 0,8-1 0,21-17 0,-1-1 0,0-1 0,-1 0 0,0 0 0,0 0 0,0-1 0,-1-1 0,-17 8 0,-23 3-1365,30-8-5461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8:47.4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1 463 24575,'5'-1'0,"1"0"0,0 0 0,-1-1 0,1 1 0,-1-1 0,6-3 0,8-2 0,10-4 0,1-2 0,-2-1 0,0-1 0,28-21 0,-49 31 0,0 0 0,-1-1 0,0 0 0,0-1 0,9-12 0,-10 13 0,-1 0 0,1 0 0,0 1 0,0 0 0,1 0 0,-1 0 0,1 0 0,7-3 0,-3 2 0,-5 4 0,0 0 0,0 0 0,0-1 0,0 0 0,-1 0 0,0 0 0,1-1 0,-1 0 0,0 1 0,-1-1 0,1 0 0,4-8 0,0-1 0,-4 5 0,1 0 0,0 1 0,0 0 0,0 0 0,1 0 0,10-9 0,-7 9 0,8-8 0,1 1 0,22-12 0,-6 2 0,7-5 0,-38 27 0,1 1 0,-1-1 0,0 1 0,0 0 0,1 0 0,-1 0 0,0 0 0,1 1 0,-1-1 0,1 1 0,3 0 0,-5 0 0,0 0 0,-1 1 0,1-1 0,0 1 0,0 0 0,-1 0 0,1-1 0,-1 1 0,1 0 0,-1 0 0,1 1 0,-1-1 0,1 0 0,-1 0 0,0 1 0,0-1 0,0 1 0,0-1 0,0 1 0,0-1 0,0 1 0,0 0 0,0-1 0,-1 1 0,1 0 0,-1 0 0,1-1 0,-1 4 0,2 7 0,0-1 0,-1 1 0,-1 14 0,0-19 0,-5 573 0,5-358-1365,0-195-5461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9:35.5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1117 1950 24575,'0'-572'0,"1"566"0,-1 1 0,-1-1 0,1 1 0,-1-1 0,0 1 0,0-1 0,-1 1 0,1 0 0,-1-1 0,0 1 0,-1 0 0,1 0 0,-1 1 0,0-1 0,0 0 0,-1 1 0,1 0 0,-1 0 0,0 0 0,-7-6 0,5 5 0,1-1 0,0 0 0,0 0 0,1 0 0,-8-13 0,9 14 0,0-1 0,0 1 0,-1 0 0,1 0 0,-1 0 0,0 1 0,-1-1 0,1 1 0,-1 0 0,-6-4 0,-6-4 0,0-1 0,2-1 0,-1 0 0,2-1 0,-21-26 0,-21-22 0,50 57 0,2 0 0,-1 0 0,1-1 0,0 1 0,0-1 0,0-1 0,1 1 0,1 0 0,-4-10 0,5 10 0,-1 1 0,0 0 0,0 0 0,-1 0 0,1 0 0,-2 0 0,1 1 0,0-1 0,-1 1 0,0 0 0,0 0 0,-1 0 0,1 1 0,-8-6 0,1 3 0,6 4 0,-1-1 0,1 1 0,0-1 0,0 0 0,0 0 0,1 0 0,0-1 0,-1 0 0,1 0 0,-4-7 0,-9-15 0,-2 0 0,-1 0 0,-34-34 0,22 35 0,28 23 0,0 1 0,0-1 0,0 0 0,0 0 0,1 0 0,-1 0 0,1-1 0,0 0 0,0 1 0,1-1 0,-1 0 0,1-1 0,-4-5 0,-6-24 0,-2 1 0,-1 1 0,-26-41 0,26 46 0,-15-37 0,20 40 0,-2 0 0,-22-35 0,12 24 0,19 27 0,-1 1 0,0 0 0,-1 0 0,0 0 0,0 1 0,0-1 0,-1 1 0,0 0 0,0 1 0,0-1 0,-9-4 0,-118-45 0,132 54 0,-1 1 0,1 0 0,0-1 0,0 1 0,-1 0 0,1 0 0,0 0 0,-1 0 0,1 0 0,0 0 0,-1 0 0,1 0 0,0 0 0,-1 1 0,1-1 0,0 0 0,0 1 0,-1-1 0,1 1 0,0 0 0,0-1 0,0 1 0,0 0 0,0 0 0,0 0 0,0-1 0,0 1 0,0 0 0,0 0 0,0 1 0,0-1 0,1 0 0,-1 0 0,1 0 0,-1 0 0,1 1 0,-1-1 0,1 0 0,-1 0 0,1 1 0,0 1 0,-2 8 0,0-1 0,1 1 0,0 0 0,2 12 0,-1-15 0,0 27 0,5 129 0,-3-153 0,0-1 0,1 1 0,0-1 0,1 0 0,0 0 0,7 13 0,-5-12 0,0 1 0,-2-1 0,1 1 0,3 19 0,-2 28-1365,-5-33-5461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9:40.0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35 24575,'19'-1'0,"0"-1"0,0-1 0,26-7 0,-23 5 0,44-6 0,256 9 0,-165 4 0,-148-2 0,0-1 0,0 1 0,0 0 0,-1 0 0,1 1 0,0 1 0,0-1 0,-1 1 0,1 1 0,-1 0 0,10 4 0,33 19-1365,-28-15-5461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9:43.8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0 299 24575,'12'0'0,"-1"-1"0,0 0 0,0 0 0,0-1 0,0-1 0,-1 0 0,1 0 0,10-6 0,-14 6 0,0-1 0,0 0 0,0 0 0,-1-1 0,0 0 0,0 0 0,0 0 0,-1-1 0,0 0 0,0 0 0,0 0 0,4-9 0,-3 4 0,1 0 0,0 0 0,0 0 0,1 1 0,0 0 0,1 1 0,12-11 0,29-27 0,-34 31 0,30-23 0,-46 38 0,1 1 0,0-1 0,0 0 0,0 1 0,-1-1 0,1 1 0,0-1 0,0 1 0,0 0 0,0-1 0,0 1 0,0 0 0,0 0 0,0-1 0,0 1 0,0 0 0,0 0 0,0 0 0,0 0 0,0 0 0,0 0 0,0 1 0,0-1 0,-1 0 0,1 0 0,2 1 0,-2 0 0,0 1 0,0-1 0,0 0 0,0 0 0,0 1 0,0-1 0,0 0 0,0 1 0,0-1 0,-1 1 0,1-1 0,-1 1 0,1 0 0,0 2 0,1 8 0,-1 1 0,0-1 0,-1 18 0,0-24 0,-4 1273-1365,4-1251-5461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9:56.7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509 2162 24575,'0'-8'0,"-1"1"0,0 0 0,0 0 0,-1 0 0,1 0 0,-2 0 0,1 0 0,-1 1 0,0-1 0,0 1 0,-1-1 0,0 1 0,0 0 0,0 1 0,-1-1 0,0 1 0,0 0 0,-9-7 0,-7-4 0,-1 1 0,0 1 0,-40-18 0,53 27 0,-1-1 0,2 0 0,-1 0 0,1-1 0,0 0 0,0 0 0,0-1 0,1 0 0,1 0 0,-1 0 0,-9-18 0,6 4 0,0 1 0,1-1 0,1-1 0,-6-26 0,12 38 0,0 1 0,-1 0 0,0 0 0,-1 0 0,0 0 0,0 0 0,-1 1 0,-1 0 0,-12-17 0,13 20 0,0 0 0,0 0 0,0-1 0,1 0 0,0 0 0,0 0 0,1 0 0,0 0 0,-3-11 0,-1-10 0,-5-37 0,6 33 0,-17-129 0,14 105 0,3 1 0,3-2 0,3-60 0,0 84 0,0 19 0,1 0 0,1 0 0,0 0 0,1 0 0,0 0 0,1 0 0,0 1 0,1 0 0,1 0 0,0 0 0,15-22 0,-17 31 0,1 0 0,-1-1 0,1 1 0,0 1 0,0-1 0,9-4 0,-10 6 0,1 0 0,-1 0 0,-1 0 0,1-1 0,0 0 0,-1 0 0,1 0 0,-1 0 0,0 0 0,0-1 0,0 0 0,-1 1 0,4-7 0,-1-1 0,-1 0 0,2 0 0,-1 0 0,1 1 0,1 0 0,0 0 0,1 1 0,14-15 0,36-20 0,-45 35 0,-1 1 0,1-2 0,-2 0 0,0 0 0,13-15 0,-17 17 0,8-12 0,19-20 0,-28 34 0,1 0 0,-1 1 0,1 0 0,0 0 0,0 1 0,1-1 0,8-2 0,-8 3 0,-1 0 0,1-1 0,-1 1 0,7-7 0,-8 6 0,0 1 0,0-1 0,0 2 0,0-1 0,0 1 0,13-5 0,98-15 0,-85 17 0,-2 2 0,-15 2 0,0 0 0,21-7 0,-31 8 0,-1-1 0,0 0 0,1 0 0,-1 0 0,0 0 0,0-1 0,0 0 0,0 0 0,0 0 0,-1 0 0,6-7 0,-3 3 0,0 2 0,1-1 0,-1 1 0,1 0 0,0 0 0,0 1 0,0 0 0,1 0 0,0 0 0,-1 1 0,1 1 0,13-4 0,34-14 0,-15 2-151,1 1-1,0 2 0,1 2 0,0 2 1,1 2-1,0 2 0,0 1 1,75 1-1,-90 5-6674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9:57.7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 24575,'34'0'0,"-12"-1"0,1 1 0,23 4 0,-39-3 0,1 1 0,0 0 0,0 0 0,-1 1 0,1 0 0,-1 0 0,0 1 0,0 0 0,10 7 0,3 3 0,35 17 0,-37-22 0,-1 1 0,-1 0 0,26 21 0,-28-20 0,2 0 0,20 12 0,-19-13 0,30 24 0,-22-12 0,-10-8 0,0-1 0,34 22 0,-30-24 0,-9-6 0,1 1 0,-1 0 0,-1 0 0,1 1 0,-1 1 0,0 0 0,13 15 0,-11-10 0,1 0 0,16 14 0,-16-16 0,-1 0 0,0 1 0,11 15 0,-18-19 0,1-1 0,-1 1 0,-1 0 0,0 1 0,0-1 0,0 0 0,-1 1 0,0 0 0,0 9 0,0 13 0,-2 39 0,-1-42 0,1-21 0,0 0 0,0-1 0,-1 1 0,0 0 0,0 0 0,-1 0 0,1-1 0,-1 1 0,-1-1 0,0 1 0,0-1 0,0 0 0,0 0 0,-1 0 0,0-1 0,0 1 0,-1-1 0,1 0 0,-1 0 0,-10 7 0,7-5 0,-1-1 0,0 0 0,0 0 0,-1-1 0,1 0 0,-1-1 0,0 0 0,-1 0 0,1-1 0,-1-1 0,1 0 0,-1 0 0,0-1 0,-12 0 0,1 0-455,-1 2 0,-26 5 0,22-2-6371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0:04.0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0 291 24575,'0'-15'0,"1"0"0,0-1 0,1 1 0,6-26 0,-7 36 0,1 0 0,0 1 0,0-1 0,0 0 0,0 1 0,1-1 0,0 1 0,0 0 0,0 0 0,0 0 0,1 0 0,-1 1 0,1-1 0,0 1 0,0 0 0,0 0 0,1 0 0,4-2 0,47-17 0,-41 18 0,-1-2 0,1 0 0,-1-1 0,27-17 0,-33 19 0,1 0 0,0 0 0,0 0 0,0 1 0,1 0 0,0 1 0,-1 0 0,1 1 0,0 0 0,15-1 0,13 1 0,57 4 0,-35 1 0,-53-4 0,-1 1 0,1 1 0,0-1 0,0 1 0,-1 1 0,1-1 0,0 1 0,-1 0 0,0 0 0,1 1 0,-1 0 0,0 0 0,0 0 0,-1 1 0,1 0 0,-1 0 0,0 1 0,0-1 0,0 1 0,8 10 0,-7-7 0,0 0 0,0 0 0,0 1 0,-1 0 0,0 0 0,-1 0 0,0 1 0,-1-1 0,0 1 0,0 0 0,-1 0 0,2 12 0,9 79 0,-5-51 0,0 52 0,-8 311 0,-1-395 0,0 0 0,-1 0 0,-1 0 0,-1 0 0,-1-1 0,0 1 0,-9 18 0,9-25 0,-1-1 0,0 0 0,-1-1 0,0 1 0,-1-1 0,1-1 0,-2 1 0,1-1 0,-1-1 0,-1 0 0,-12 8 0,19-13 0,-1 0 0,1 0 0,0 0 0,0 1 0,0-1 0,-2 4 0,5-6 0,-1 1 0,1-1 0,0 1 0,-1-1 0,1 0 0,0 1 0,0-1 0,0 1 0,-1-1 0,1 0 0,0 1 0,0-1 0,0 1 0,0-1 0,0 1 0,0-1 0,0 1 0,0-1 0,0 1 0,0-1 0,0 1 0,0 0 0,1-1 0,-1 1 0,1 0 0,0-1 0,-1 1 0,1 0 0,-1-1 0,1 1 0,0-1 0,0 0 0,-1 1 0,1-1 0,0 1 0,0-1 0,-1 0 0,1 0 0,0 1 0,1-1 0,15 3 0,-1 0 0,1-1 0,-1-1 0,18-1 0,-16-1 0,-1 2 0,1 0 0,31 6 0,-7 1-260,1-2-1,0-1 1,86-4-1,-118-1-62,16 0-6503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1:05.9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705 1603 24575,'58'1'0,"70"-3"0,-116-1 0,0 1 0,0-2 0,-1 1 0,1-2 0,-1 1 0,14-9 0,15-6 0,-32 15 0,1-1 0,-1 0 0,0 0 0,-1-1 0,9-7 0,6-6 0,-17 15 0,0-1 0,0 0 0,-1 0 0,0 0 0,0-1 0,-1 1 0,0-1 0,0 0 0,0 0 0,0 0 0,-1-1 0,0 1 0,2-10 0,-2 5 0,2 1 0,0-1 0,9-18 0,-7 18 0,0-1 0,-1-1 0,-1 1 0,0 0 0,-1-1 0,0 0 0,-1 0 0,1-22 0,-1 17 0,0 12 0,-1-1 0,1 1 0,0 0 0,0 0 0,1 0 0,0 1 0,0-1 0,6-8 0,-4 7 0,-1 0 0,0-1 0,0 0 0,3-8 0,4-21 0,-1-1 0,-2 0 0,-2 0 0,-2-1 0,1-47 0,-5 73 0,0-11 0,-5-44 0,3 60 0,0 0 0,0 0 0,0 1 0,-1-1 0,0 1 0,0-1 0,-1 1 0,0 0 0,-7-9 0,-28-31 0,28 36 0,1 0 0,0-1 0,1-1 0,0 1 0,1-2 0,1 1 0,-8-20 0,13 30 0,1-1 0,-1 1 0,0-1 0,1 1 0,-2 0 0,1 0 0,0 0 0,-1 0 0,1 0 0,-1 0 0,0 1 0,-4-4 0,-3 0 0,0 0 0,-18-8 0,19 11 0,0-1 0,0-1 0,1 1 0,0-1 0,-9-8 0,-3-3 0,0 0 0,-1 2 0,-1 0 0,-44-19 0,58 28 0,1 1 0,0-1 0,0 0 0,-11-11 0,13 11 0,0 0 0,-1 0 0,0 1 0,1 0 0,-2 0 0,1 0 0,-11-4 0,-1 3 0,0 2 0,0 0 0,0 1 0,0 0 0,-1 2 0,-28 2 0,27 0 0,-1-2 0,0 0 0,1-1 0,-39-8 0,32 3 0,-44-3 0,32 4 0,32 4 0,0-1 0,0-1 0,0 1 0,0-1 0,0-1 0,1 1 0,0-1 0,0 0 0,0 0 0,-9-9 0,7 6 0,0 1 0,0 0 0,0 1 0,-1 0 0,-10-5 0,-144-47 0,163 57 0,-1 0 0,1 0 0,-1-1 0,1 1 0,-1 0 0,1 0 0,-1 0 0,0 0 0,1 0 0,-1-1 0,1 1 0,-1 0 0,1 0 0,-1 1 0,1-1 0,-1 0 0,0 0 0,1 0 0,-1 0 0,1 0 0,-1 1 0,1-1 0,-1 0 0,1 0 0,-1 1 0,1-1 0,-1 0 0,1 1 0,-1 0 0,0 0 0,1 0 0,0 0 0,-1 0 0,1 0 0,0 1 0,0-1 0,0 0 0,0 0 0,0 0 0,0 0 0,0 0 0,0 1 0,1 1 0,14 41 0,-13-38 0,7 14 0,2-1 0,0 0 0,20 26 0,11 18 0,-4-7 0,-29-44 0,0 0 0,-1 0 0,0 1 0,-1 0 0,0 1 0,5 16 0,1 23 0,-10-35 0,2 0 0,-1 0 0,2-1 0,1 1 0,11 21 0,72 115-1365,-80-137-5461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1:06.8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1 191 24575,'11'-1'0,"1"0"0,-1-2 0,0 1 0,0-1 0,0 0 0,-1-1 0,19-10 0,-16 8 0,0 1 0,0 0 0,0 0 0,23-3 0,-2 3 0,-11 3 0,-1-1 0,1-2 0,32-10 0,6-4 0,101-20 0,-130 33 0,50-12 0,-62 13-341,1 1 0,-1 0-1,27 0 1,-21 3-6485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1:08.0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0 177 24575,'3'0'0,"0"1"0,0-1 0,0 1 0,0-1 0,1 0 0,-1 0 0,5-2 0,0 2 0,-3 0 0,0 0 0,0 0 0,0-1 0,0 0 0,0 0 0,0 0 0,-1 0 0,1-1 0,0 0 0,-1 0 0,1 0 0,-1 0 0,0-1 0,0 1 0,0-1 0,0 0 0,0-1 0,-1 1 0,1-1 0,-1 1 0,0-1 0,0 0 0,0 0 0,3-8 0,-1 2 0,1 0 0,0 0 0,1 1 0,0 0 0,0 0 0,1 0 0,0 1 0,0 0 0,1 1 0,16-11 0,-24 17 0,1 0 0,-1 1 0,0-1 0,1 0 0,-1 1 0,1-1 0,-1 1 0,1 0 0,-1-1 0,1 1 0,0 0 0,-1 0 0,1 0 0,-1 0 0,1 0 0,-1 1 0,1-1 0,0 0 0,-1 1 0,3 0 0,-2 0 0,0 1 0,0-1 0,0 1 0,0-1 0,-1 1 0,1 0 0,0-1 0,-1 1 0,0 0 0,1 0 0,-1 0 0,2 3 0,1 6 0,0 1 0,0-1 0,-1 1 0,2 15 0,-4-23 0,6 31 0,2 14 0,-2 0 0,2 50 0,-10-40 0,2 38 0,0-86 0,0 0 0,1 0 0,0 0 0,1 0 0,1 0 0,6 15 0,-2-7 0,-1 0 0,0 0 0,-2 1 0,0 0 0,-1 0 0,-1 1 0,-1-1 0,-1 0 0,-2 29 0,0-18-1365,1-4-5461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1:26.1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544 2447 24575,'-5'0'0,"0"-1"0,0 0 0,0-1 0,0 1 0,0-1 0,1 0 0,-1 0 0,1-1 0,-1 0 0,1 1 0,0-1 0,-6-5 0,-25-15 0,27 18 0,-1 0 0,1-1 0,1 0 0,-11-9 0,-7-6 0,13 10 0,0 0 0,1-1 0,0 0 0,-14-23 0,8 13 0,5 4 0,1 0 0,0 0 0,1-1 0,1 0 0,1-1 0,1 0 0,1 0 0,-6-30 0,2 8 0,-15-41 0,2 13 0,19 58 0,-2 0 0,1 0 0,-2 0 0,0 1 0,0 0 0,-12-14 0,6 9 0,-15-28 0,21 30 0,1 0 0,0-1 0,1 0 0,1 0 0,0-1 0,1 1 0,-1-25 0,4-115 0,3 76 0,-3-366 0,0 436 0,1 1 0,-1-1 0,2 0 0,-1 1 0,1-1 0,1 1 0,-1 0 0,2-1 0,-1 1 0,1 1 0,0-1 0,0 0 0,1 1 0,0 0 0,1 0 0,-1 1 0,1-1 0,1 1 0,-1 0 0,1 1 0,0 0 0,0 0 0,9-5 0,-11 7 0,0-1 0,0 1 0,-1-1 0,1 0 0,-1-1 0,0 1 0,0-1 0,-1 0 0,1 0 0,-1 0 0,5-10 0,0-4 0,11-40 0,-19 58 0,1-2 0,0 0 0,0 0 0,1-1 0,-1 1 0,1 1 0,0-1 0,0 0 0,0 0 0,0 1 0,0-1 0,0 1 0,1-1 0,3-2 0,1 0 0,1 1 0,0-1 0,13-4 0,-14 7 0,0-1 0,-1-1 0,1 1 0,-1-1 0,1 0 0,-1 0 0,9-9 0,7-12 0,-13 15 0,-1 0 0,2 0 0,-1 1 0,1 0 0,1 1 0,0 0 0,0 0 0,16-7 0,-26 14 0,7-1 0,-1-1 0,0-1 0,0 1 0,0-1 0,-1 0 0,1 0 0,-1-1 0,0 0 0,10-11 0,-11 12 0,-1-1 0,1 1 0,0 0 0,0 0 0,1 0 0,-1 1 0,1-1 0,0 1 0,0 1 0,0-1 0,0 1 0,0 0 0,1 1 0,-1-1 0,8 0 0,0 0 0,-1-2 0,18-6 0,-24 7 0,-1-1 0,1-1 0,-1 1 0,0-1 0,0 0 0,-1 0 0,10-12 0,-10 12 0,0-1 0,0 0 0,1 1 0,0 0 0,0 0 0,0 1 0,0 0 0,14-7 0,80-15 0,29-5 0,-103 25 0,0 1 0,1 1 0,-1 1 0,52 1 0,-45 2 0,1-1 0,47-9 0,-32 2 0,94-4 0,52 12 0,-74 2 0,-27-2-1365,-66 0-5461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1:29.6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24575,'0'9'0,"1"1"0,0-1 0,1 0 0,0 1 0,0-1 0,1 0 0,0 0 0,1 0 0,0-1 0,0 1 0,1-1 0,0 0 0,1 0 0,-1-1 0,1 1 0,13 11 0,61 75 0,4 4 0,-65-77 0,21 31 0,-30-37 0,1 0 0,1-1 0,0 0 0,1-1 0,17 14 0,-13-13 0,-1 0 0,16 18 0,-17-16 0,1-1 0,17 14 0,-19-19 0,-1 0 0,-1 1 0,0 1 0,21 24 0,-28-28 0,0-1 0,0 1 0,-1 0 0,0 0 0,-1 0 0,0 0 0,0 1 0,-1 0 0,0-1 0,2 18 0,-1 19 0,-2 0 0,-6 54 0,5-95 0,-1 1 0,0-1 0,0 0 0,0 0 0,-1 0 0,0 0 0,1 0 0,-1 0 0,0-1 0,-1 1 0,-4 5 0,-2 1 0,0-2 0,-16 14 0,-10 8 0,5-2 0,-2-1 0,-1-2 0,-54 33 0,41-27 0,37-24 0,0 0 0,0-1 0,0 0 0,-1 0 0,0-1 0,0 0 0,-1-1 0,1 0 0,-21 4 0,24-8 0,0 1 0,0 0 0,0 0 0,0 1 0,0 0 0,0 0 0,1 1 0,-1 0 0,1 0 0,-1 1 0,1-1 0,0 1 0,-7 7 0,7-5-195,-1 0 0,0 0 0,0-1 0,-1 0 0,1 0 0,-15 6 0,0-4-6631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1:31.3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1 132 24575,'9'-1'0,"1"-1"0,-1 0 0,1 0 0,-1-1 0,0 0 0,0 0 0,0-1 0,10-6 0,-7 4 0,0 1 0,1 0 0,21-6 0,13 6 0,-40 5 0,1 0 0,-1-1 0,0 0 0,0 0 0,0 0 0,1-1 0,-1 0 0,-1 0 0,1-1 0,11-6 0,-8 3 0,1-1 0,0 2 0,0 0 0,0 0 0,0 1 0,1 0 0,0 1 0,0 0 0,0 1 0,0 0 0,0 1 0,0 1 0,14 0 0,-7 0 0,-1 1 0,0 0 0,0 2 0,0 0 0,22 6 0,-35-7 0,0-1 0,0 1 0,0 0 0,0 1 0,0-1 0,0 1 0,-1 0 0,1 0 0,-1 0 0,0 0 0,0 1 0,0 0 0,-1 0 0,1 0 0,-1 0 0,0 1 0,0-1 0,0 1 0,-1-1 0,1 1 0,-1 0 0,2 7 0,30 173 0,-31-173 0,0 1 0,1-1 0,0 0 0,12 21 0,-10-21 0,0 0 0,-1 0 0,-1 0 0,5 22 0,-4 13 0,-2 1 0,-5 78 0,-1-33 0,4-67 0,-1-10 0,0-1 0,-4 29 0,3-39 0,0 0 0,-1 0 0,1 0 0,-1 0 0,0-1 0,-1 1 0,1 0 0,-1-1 0,0 1 0,0-1 0,0 0 0,-5 5 0,-6 5 0,0 0 0,-1 0 0,0-2 0,-1 1 0,-1-2 0,0 0 0,-33 15 0,14-14 0,-40 10 0,152-20 0,-67-2 0,1-1 0,0 1 0,0 0 0,1 0 0,-1 1 0,0 1 0,0 0 0,0 0 0,0 1 0,13 5 0,-2 2 0,0-1 0,1-1 0,1-2 0,31 7 0,-41-11 0,0 2 0,0-1 0,0 1 0,-1 1 0,0 1 0,1-1 0,-2 2 0,1 0 0,11 9 0,-19-13 0,-1 0 0,1 0 0,-1 1 0,1-1 0,-1 1 0,0 0 0,-1 0 0,1 0 0,-1 0 0,1 1 0,-1-1 0,0 1 0,-1-1 0,1 1 0,-1 0 0,0 0 0,0-1 0,-1 1 0,1 0 0,-1 0 0,0 0 0,0 0 0,-1 0 0,0 0 0,1-1 0,-2 1 0,-1 6 0,-12 28 0,-35 65 0,47-99 0,0 0 0,-1-1 0,0 1 0,0-1 0,0 0 0,0 0 0,0 0 0,-1-1 0,0 1 0,-6 2 0,5-2 0,1-1 0,0 1 0,0-1 0,0 1 0,0 1 0,1-1 0,0 1 0,-7 8 0,6-3 0,-1-1 0,-1 0 0,0 0 0,0 0 0,-1-1 0,0 0 0,0-1 0,-1 1 0,0-1 0,0-1 0,-1 0 0,-10 5 0,10-5 0,1 0 0,-1 1 0,1 0 0,-9 10 0,8-8 0,0-1 0,0 0 0,-12 7 0,17-12-73,-9 6-142,0-2 0,-1 1-1,0-2 1,0 0-1,-16 4 1,7-6-6611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2:13.2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67 0 24575,'-2'1'0,"1"-1"0,-1 1 0,1 0 0,-1-1 0,1 1 0,0 0 0,-1 0 0,1 0 0,0 0 0,-1 0 0,1 0 0,0 0 0,0 1 0,0-1 0,0 0 0,0 0 0,-1 3 0,-15 26 0,17-28 0,-5 9 0,0 0 0,2 0 0,-1 1 0,2-1 0,-1 1 0,-1 24 0,5 76 0,1-60 0,-1 488 0,-1-524 0,1 0 0,1 0 0,0-1 0,1 1 0,0-1 0,2 0 0,0 0 0,8 18 0,-3-17 0,1-1 0,0-1 0,17 18 0,-13-15 0,20 28 0,67 97 0,-84-117 0,35 34 0,-31-36 0,25 34 0,-35-42 0,1 0 0,1-1 0,0-1 0,23 17 0,19 18 0,-28-21 0,-7-6 0,0-1 0,44 32 0,-44-38 0,-10-6 0,0-1 0,1 0 0,0 0 0,22 8 0,-20-10 0,-1 2 0,0-1 0,-1 2 0,0 0 0,23 18 0,-24-16 0,1-1 0,0 0 0,1-1 0,-1-1 0,26 11 0,-12-8 0,-1 2 0,27 15 0,-30-14 0,0-1 0,47 16 0,-63-26 0,4 0 0,-1 1 0,0 0 0,0 0 0,0 1 0,-1 0 0,1 1 0,-1 0 0,0 0 0,9 8 0,-4-2 0,1 0 0,1-1 0,-1-1 0,1 0 0,1-1 0,0 0 0,17 5 0,6 3 0,-25-8 0,0 0 0,-1 0 0,0 1 0,20 19 0,13 10 0,113 67 0,-144-94 13,0 1 0,-1 0 0,13 15 0,5 4-1430,-10-12-5409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2:14.5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24575,'7'6'0,"0"0"0,1-1 0,-1 1 0,1-1 0,1-1 0,-1 0 0,1 0 0,-1-1 0,16 4 0,-15-4 0,0 0 0,1 0 0,-1 1 0,0 0 0,-1 1 0,1 0 0,-1 0 0,13 11 0,5 13 0,-20-21 0,1-1 0,0 0 0,1 0 0,-1 0 0,14 8 0,-8-6 0,-1 0 0,1 0 0,-2 1 0,1 1 0,-1 0 0,-1 1 0,0 0 0,-1 0 0,0 1 0,8 16 0,-4-9 0,0-1 0,27 30 0,-23-30 0,27 41 0,-16-7 0,-19-35 0,1 0 0,1 0 0,18 23 0,-19-29 0,0 0 0,-1 1 0,-1 0 0,0 0 0,-1 1 0,0 0 0,-1 0 0,7 25 0,-13-36 0,1-1 0,-1 1 0,-1 0 0,1-1 0,0 1 0,0 0 0,-1-1 0,0 1 0,1-1 0,-1 1 0,0-1 0,0 1 0,-1-1 0,1 0 0,0 0 0,-1 1 0,1-1 0,-1 0 0,0 0 0,0 0 0,0-1 0,0 1 0,0 0 0,0-1 0,-3 2 0,-6 5 0,-1-1 0,-1-1 0,-18 7 0,25-10 0,-11 3 0,-1-1 0,-18 3 0,20-4 0,0 0 0,1 0 0,-20 9 0,9 0-120,6-3-87,0 0-1,-1-2 1,0 0-1,0-1 0,-31 6 1,27-11-6619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06.2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1402 2 24575,'-81'-1'0,"-91"3"0,144 2 0,-41 11 0,34-7 0,31-6 0,0-1 0,0 1 0,0-1 0,1 1 0,-1 0 0,0 0 0,1 1 0,0-1 0,0 1 0,0 0 0,0 0 0,0 0 0,0 0 0,1 0 0,-5 7 0,5-6 0,-1 0 0,0 0 0,-1 0 0,1 0 0,0-1 0,-1 1 0,0-1 0,0 0 0,0 0 0,-8 4 0,-7 1 0,-1 0 0,0-2 0,0 0 0,0-1 0,-30 4 0,35-7 0,0 1 0,1 0 0,0 1 0,0 1 0,0 0 0,0 1 0,1 0 0,0 1 0,0 1 0,1 0 0,-15 13 0,10-10 0,1-1 0,-1 0 0,-30 11 0,-6 4 0,17-8 0,19-9 0,0 0 0,-16 12 0,3-1 0,23-16 0,1 1 0,0 0 0,-1 0 0,1 1 0,1-1 0,-1 1 0,1 1 0,0-1 0,0 1 0,0 0 0,-4 8 0,3-3 0,2-4 0,1 0 0,-2 1 0,1-1 0,-1-1 0,0 1 0,0-1 0,-10 10 0,-2-4 0,2 1 0,-1 1 0,2 1 0,0 0 0,1 1 0,0 0 0,-19 34 0,25-37 0,1 0 0,0 1 0,1-1 0,0 1 0,1 0 0,1 0 0,1 1 0,-2 23 0,1 34 0,8 79 0,-4-145 6,0 0-1,1 0 1,-1 0 0,2 0-1,-1 0 1,1-1-1,-1 1 1,1-1 0,1 1-1,-1-1 1,1 0-1,0 0 1,0-1 0,1 1-1,9 7 1,5 3-260,2-1 1,36 19 0,-36-22-442,0 1-6131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07.5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28 24575,'1'1'0,"0"-1"0,0 0 0,0 1 0,0-1 0,0 1 0,0-1 0,0 1 0,0-1 0,0 1 0,0 0 0,0-1 0,0 1 0,-1 0 0,1 0 0,0 0 0,0 0 0,0 1 0,15 22 0,-8-11 0,-2-7 0,-1 1 0,2-1 0,-1-1 0,9 7 0,18 15 0,-21-13 0,25 20 0,-31-30 0,1 1 0,-1-1 0,1-1 0,0 1 0,0-1 0,0-1 0,8 3 0,5 2 0,-1 0 0,21 12 0,12 4 0,-48-21 0,1 1 0,-1-1 0,0 0 0,0 1 0,6 5 0,10 7 0,-20-15 0,1 0 0,-1 0 0,0 0 0,1 0 0,-1 0 0,0 0 0,0 0 0,1 1 0,-1-1 0,0 0 0,1 0 0,-1-1 0,0 1 0,0 0 0,1 0 0,-1 0 0,0 0 0,1 0 0,-1 0 0,0 0 0,0 0 0,1-1 0,-1 1 0,0 0 0,0 0 0,1 0 0,-1 0 0,0-1 0,0 1 0,0 0 0,1 0 0,-1-1 0,0 1 0,0 0 0,0 0 0,0-1 0,0 1 0,1 0 0,-1-1 0,0 1 0,0 0 0,0 0 0,0-1 0,0 1 0,0 0 0,0-1 0,0 1 0,0 0 0,0-1 0,1-18 0,-1 17 0,-5-251-1365,5 225-5461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09.0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1209 24575,'510'0'0,"-502"0"0,1 0 0,-1-1 0,1 0 0,-1-1 0,0 0 0,0 0 0,1-1 0,-2 0 0,1 0 0,10-6 0,-6 1 0,0-1 0,0 0 0,-1 0 0,0-1 0,10-13 0,3-3 0,-10 13 0,-2-1 0,0-1 0,20-29 0,-23 29 0,1 0 0,18-20 0,5-6 0,-29 35 0,-1-2 0,1 1 0,-1 0 0,0-1 0,-1 1 0,0-1 0,0 0 0,-1 0 0,0 0 0,1-12 0,-2 13 0,0 0 0,1 0 0,-1 0 0,2 1 0,-1-1 0,1 0 0,0 1 0,0-1 0,1 1 0,0 0 0,0-1 0,1 1 0,6-9 0,-2 6 0,-3 5 0,0-1 0,0 0 0,-1 0 0,1 0 0,-1-1 0,-1 0 0,1 0 0,-1 0 0,0 0 0,0 0 0,-1 0 0,0-1 0,2-10 0,1-8 0,1-1 0,1 1 0,18-46 0,-19 57 0,-2 0 0,0 0 0,0 0 0,-1-1 0,1-28 0,-5-78 0,-1 61 0,3 33 0,-1 15 0,1-1 0,-2 1 0,0 0 0,-4-24 0,4 33 0,0 1 0,1-1 0,-1 1 0,-1-1 0,1 1 0,0-1 0,0 1 0,-1 0 0,1 0 0,-1 0 0,0 0 0,0 0 0,0 0 0,0 0 0,0 1 0,0-1 0,0 0 0,0 1 0,-1 0 0,1 0 0,-1 0 0,1 0 0,-1 0 0,1 0 0,-1 0 0,1 1 0,-1-1 0,-3 1 0,3 0 0,0 0 0,-1 0 0,1 1 0,0 0 0,0-1 0,0 1 0,-1 0 0,1 0 0,0 1 0,0-1 0,1 0 0,-1 1 0,0 0 0,0 0 0,1 0 0,-4 3 0,-5 5 0,0 1 0,-11 15 0,8-9 0,-50 62 63,-29 31-1491,74-90-5398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09.5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24575,'14'0'0,"0"0"0,0 1 0,0 1 0,-1 0 0,18 5 0,-25-5 0,0 1 0,0-1 0,0 1 0,0 1 0,0-1 0,-1 1 0,1 0 0,-1 0 0,0 0 0,0 1 0,-1 0 0,0 0 0,5 6 0,5 11 0,0 1 0,-1 0 0,10 29 0,-14-35 0,-1-1 0,19 26 0,-17-29 0,-1 0 0,-1 1 0,0 0 0,5 16 0,7 32-1365,-10-35-5461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16.6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2 349 24575,'0'-28'0,"-1"11"0,1 0 0,0 0 0,1 0 0,1 0 0,1 1 0,0-1 0,1 0 0,10-23 0,-2 10 0,-6 14 0,1 1 0,15-26 0,-20 37 0,0 1 0,1 0 0,-1 0 0,1 0 0,0 0 0,0 0 0,0 1 0,0-1 0,0 1 0,0 0 0,1 0 0,-1 0 0,1 0 0,-1 1 0,1-1 0,7-1 0,-8 3 0,0 0 0,0 0 0,0 0 0,0 1 0,0-1 0,0 1 0,0 0 0,0-1 0,0 1 0,0 1 0,0-1 0,-1 0 0,1 1 0,0-1 0,-1 1 0,1 0 0,-1 0 0,0 0 0,0 0 0,0 0 0,0 1 0,0-1 0,0 0 0,0 1 0,-1 0 0,2 3 0,5 8 0,-1 0 0,0 1 0,6 23 0,20 78 0,15 87 0,-34-148 0,-9-37 0,0 1 0,2 21 0,-4-22 0,1 1 0,0-1 0,2-1 0,8 22 0,-6-21 0,-2 1 0,0-1 0,6 34 0,-9-11-682,-2 44-1,-2-57-6143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34.8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24575,'5'-1'0,"1"1"0,-1 0 0,0 0 0,1 1 0,-1-1 0,0 1 0,1 0 0,-1 1 0,0-1 0,0 1 0,0 0 0,0 0 0,0 1 0,0-1 0,-1 1 0,1 0 0,-1 1 0,0-1 0,4 5 0,2 0 0,0 1 0,0-2 0,1 0 0,-1 0 0,2-1 0,-1 0 0,1-1 0,-1 0 0,19 4 0,4 3 0,-24-7 0,1 0 0,-2 1 0,16 10 0,12 7 0,-25-17 0,24 13 0,35 25 0,-61-37 0,1 2 0,-1-1 0,0 1 0,-1 1 0,0-1 0,-1 2 0,10 14 0,58 108 0,-65-113 0,-1 1 0,-2 0 0,1 0 0,-2 1 0,-1 0 0,-1 0 0,4 33 0,13 43 0,-21-94 0,2 3 0,1 1 0,-1-1 0,1 0 0,0 0 0,1 0 0,0-1 0,5 7 0,17 23 0,-14-12 0,-2 0 0,0 1 0,-1 0 0,-2 1 0,7 33 0,19 57 46,-17-64-1457,-11-31-5415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36.0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91 24575,'4'1'0,"-1"0"0,1 0 0,-1 1 0,0-1 0,0 1 0,1-1 0,4 5 0,2 0 0,-4-3 0,-1 1 0,0 0 0,1 0 0,-2 0 0,1 1 0,-1 0 0,1 0 0,-1 0 0,3 6 0,31 54 0,-34-56 0,5 11 0,-1 0 0,9 34 0,-13-37 0,0-1 0,2 0 0,0 0 0,1-1 0,13 24 0,-7-19 0,-8-12 0,0 0 0,0 0 0,1-1 0,7 8 0,-11-13 0,-1-1 0,1 1 0,0-1 0,-1 0 0,1 1 0,0-1 0,0 0 0,0 0 0,0 0 0,0-1 0,0 1 0,1 0 0,-1-1 0,0 1 0,0-1 0,0 0 0,1 0 0,-1 0 0,0 0 0,0 0 0,0 0 0,4-1 0,-4 0 0,0 0 0,0 0 0,0 0 0,0 0 0,0-1 0,0 1 0,0-1 0,-1 1 0,1-1 0,0 0 0,-1 1 0,1-1 0,-1 0 0,0 0 0,1 0 0,-1 0 0,0 0 0,0 0 0,0-1 0,-1 1 0,1 0 0,0 0 0,-1-4 0,3-7 0,-1 0 0,-1-25 0,0 33 0,-3-219 133,-1 60-1631,3 137-5328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42.7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262 1675 24575,'5'0'0,"0"-1"0,0 0 0,0 0 0,0 0 0,0 0 0,0-1 0,-1 0 0,1 0 0,0 0 0,-1 0 0,1-1 0,-1 0 0,0 0 0,0 0 0,0 0 0,0-1 0,-1 1 0,1-1 0,3-5 0,5-9 0,0-1 0,-1 0 0,11-25 0,-4 7 0,-8 19 0,39-82 0,-43 85 0,-1 0 0,0 0 0,-1-1 0,-1 1 0,1-17 0,-2 20 0,0 0 0,0 0 0,1 0 0,1 0 0,0 1 0,1 0 0,8-16 0,-3 5 0,0-1 0,-2 0 0,-1-1 0,0 0 0,5-40 0,-7 10 0,-2-81 0,-2 45 0,-4-72 0,1 146 0,0 1 0,-1 0 0,0 0 0,-1 0 0,-1 0 0,0 1 0,-1 0 0,-1 0 0,-12-20 0,4 12 0,-15-31 0,-8-11 0,33 57 0,-2 0 0,1 1 0,-1-1 0,0 2 0,0-1 0,0 1 0,-9-5 0,-21-16 0,29 19 0,1 0 0,-2 1 0,1 0 0,-1 0 0,0 1 0,0 0 0,-1 1 0,1 0 0,-1 0 0,-15-3 0,1 2 0,13 4 0,0-1 0,0-1 0,0 1 0,1-2 0,-1 0 0,1 0 0,0-1 0,0 0 0,-9-7 0,13 7 0,-1-1 0,0 1 0,0 1 0,0-1 0,-15-5 0,21 9 0,-1 0 0,1 1 0,-1-1 0,1 1 0,-1 0 0,0-1 0,1 1 0,-1 0 0,1 0 0,-1 0 0,1 0 0,-1 0 0,0 1 0,1-1 0,-1 0 0,1 1 0,-1-1 0,1 1 0,-1 0 0,1-1 0,0 1 0,-1 0 0,1 0 0,0 0 0,-1 0 0,1 0 0,0 0 0,0 0 0,0 0 0,0 0 0,0 1 0,0-1 0,0 0 0,0 1 0,1-1 0,-1 1 0,1-1 0,-2 3 0,-1 6 0,0 0 0,1 0 0,0 0 0,0 1 0,0 18 0,5 58 0,0-35 0,-2-42 0,0 0 0,0 1 0,1-1 0,1 0 0,-1 1 0,2-1 0,-1-1 0,2 1 0,-1 0 0,9 12 0,6 15 0,7 14 0,-20-41 2,0 1-1,7 18 0,11 19 57,-22-45-188,0 0 0,0 0 1,1 0-1,0 0 0,-1 0 1,1 0-1,0-1 0,0 1 0,1-1 1,5 4-1,11 2-6696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43.7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98 24575,'0'0'0,"1"-1"0,-1 0 0,0 0 0,0 0 0,1 0 0,-1 0 0,1 0 0,-1 0 0,1 1 0,-1-1 0,1 0 0,-1 0 0,1 1 0,0-1 0,-1 0 0,1 1 0,0-1 0,0 0 0,0 1 0,-1-1 0,1 1 0,2-1 0,25-10 0,-14 6 0,16-7 0,1 2 0,56-11 0,-58 14 0,14 0 0,0 3 0,0 1 0,80 5 0,-36 0 0,-62-1 0,-1 0 0,0 2 0,1 1 0,-1 1 0,-1 1 0,42 17 0,-42-15-1365,-2-2-5461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46.1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1 448 24575,'-1'-48'0,"3"-58"0,-1 100 0,1 0 0,-1 0 0,1 0 0,0 0 0,1 1 0,-1-1 0,1 1 0,0-1 0,7-7 0,-5 6 0,-1 0 0,0-1 0,0 0 0,4-8 0,-2-4 0,-1 1 0,2 0 0,0 1 0,1-1 0,15-24 0,-20 39 0,0 0 0,-1 1 0,1-1 0,1 1 0,-1 0 0,1 0 0,-1 0 0,1 0 0,0 0 0,6-3 0,-7 5 0,1 0 0,-1 0 0,0 0 0,0 1 0,1-1 0,-1 1 0,1-1 0,-1 1 0,0 0 0,1 1 0,-1-1 0,0 1 0,1-1 0,-1 1 0,0 0 0,4 2 0,-3-1 0,0 0 0,0 0 0,-1 1 0,0-1 0,1 1 0,-1 0 0,0 0 0,0 0 0,-1 1 0,1-1 0,0 0 0,-1 1 0,0 0 0,0 0 0,2 5 0,1 3 0,-1-1 0,0 1 0,-1 0 0,2 14 0,-2-12 0,0 0 0,1-1 0,1 1 0,10 19 0,3 11 0,-13-28 0,0 1 0,-1-1 0,-1 1 0,2 35 0,-7 71 0,0-53 0,1 533-1365,1-576-5461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52.1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1427 2485 24575,'3'0'0,"0"0"0,0-1 0,0 1 0,0-1 0,0 0 0,0 0 0,0 0 0,0-1 0,0 1 0,-1-1 0,1 1 0,0-1 0,-1 0 0,0 0 0,1 0 0,-1 0 0,0-1 0,4-4 0,3-5 0,-1-2 0,12-23 0,-4 8 0,24-49 0,-28 53 0,1-1 0,23-32 0,-28 46 0,-1-1 0,-1 0 0,0 0 0,-1-1 0,0 1 0,-1-1 0,-1 0 0,3-22 0,-1 12 0,12-41 0,-7 37 0,2-1 0,0 1 0,2 1 0,19-28 0,-21 37 0,-1-1 0,-1-1 0,0 0 0,-2 0 0,0-1 0,-2 0 0,0 0 0,-1-1 0,-1 0 0,-1 1 0,-1-1 0,-2-41 0,-3-255 0,3 307 0,0-1 0,-1 1 0,0-1 0,-1 1 0,-6-19 0,7 25 0,-1 1 0,0-1 0,0 1 0,-1-1 0,1 1 0,-1 0 0,0 0 0,0 0 0,0 1 0,-1-1 0,1 1 0,-1-1 0,0 1 0,0 1 0,-7-5 0,-1 0 0,6 5 0,0-1 0,1 1 0,-1-2 0,1 1 0,0 0 0,0-1 0,0 0 0,0 0 0,1-1 0,-1 1 0,1-1 0,1 0 0,-1 0 0,-5-10 0,7 10 0,-1 0 0,0 1 0,0-1 0,-1 0 0,1 1 0,-1 0 0,0 0 0,0 0 0,-6-4 0,-4-1 0,-26-14 0,29 17 0,0 0 0,0 0 0,1-1 0,0 0 0,-10-10 0,-1-5 0,17 16 0,-1 0 0,0 1 0,0 0 0,0 0 0,-1 0 0,1 1 0,-1-1 0,0 1 0,-1 1 0,1-1 0,-12-3 0,10 5 0,0-1 0,0 1 0,0-1 0,1-1 0,-1 1 0,1-1 0,-1 0 0,2-1 0,-1 0 0,0 0 0,1-1 0,-6-5 0,3 2 0,-1 1 0,1 1 0,-1-1 0,-18-8 0,17 10 0,1-1 0,0 0 0,0 0 0,-12-12 0,6 5 0,0 1 0,-1 1 0,0 0 0,-1 1 0,-1 0 0,-33-12 0,28 12 0,-1-1 0,1-1 0,-27-20 0,43 27 0,0 1 0,0 1 0,-1-1 0,0 1 0,0 1 0,0 0 0,-13-3 0,-33-13 0,50 16 0,0 0 0,1 0 0,-1-1 0,1 1 0,-1-1 0,1 0 0,-4-5 0,5 5 0,0 0 0,-1 0 0,0 1 0,0-1 0,0 1 0,0 0 0,-1 0 0,1 0 0,-8-3 0,-22-4 0,24 7 0,0 0 0,0 0 0,1 0 0,-1-2 0,1 1 0,0-1 0,0 0 0,-14-12 0,16 10 0,0-1 0,0 1 0,-1 1 0,0 0 0,-1 0 0,1 0 0,-1 1 0,0 0 0,0 1 0,-1 0 0,1 0 0,-1 1 0,0 1 0,-11-3 0,-32-4 0,1-3 0,0-2 0,-68-27 0,84 28 0,25 10 0,0 0 0,0-2 0,0 1 0,0-2 0,-10-6 0,18 11 0,1-1 0,0 1 0,-1-1 0,1 1 0,-1 0 0,1 0 0,-1 0 0,0 0 0,0 1 0,1-1 0,-1 1 0,-4-1 0,6 1 0,0 0 0,1 0 0,-1 1 0,0-1 0,1 0 0,-1 0 0,0 0 0,1 1 0,-1-1 0,1 0 0,-1 1 0,0-1 0,1 0 0,-1 1 0,1-1 0,-1 1 0,1-1 0,-1 1 0,1-1 0,0 1 0,-1 0 0,0 1 0,1 0 0,-1-1 0,1 1 0,-1-1 0,1 1 0,0 0 0,0-1 0,0 1 0,0 0 0,0-1 0,0 1 0,1 3 0,2 3 0,0 1 0,0-1 0,1 0 0,0 0 0,1 0 0,-1 0 0,1-1 0,7 7 0,9 16 0,75 111 0,-79-105 0,-15-30 0,0 0 0,0 0 0,1-1 0,0 1 0,0-1 0,1 0 0,0 0 0,5 6 0,23 18 0,26 26 0,-53-49 0,0 0 0,0 0 0,-1 1 0,1 0 0,-2-1 0,1 2 0,4 11 0,-4-5 0,-2-7 0,0 0 0,1 0 0,-1-1 0,1 1 0,0-1 0,8 11 0,13 24 61,-21-34-265,0 0 0,0-1 1,1 1-1,0-1 0,1 0 1,9 10-1,2-4-6622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52.9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0 349 24575,'0'-3'0,"0"0"0,1-1 0,-1 1 0,1 0 0,-1 0 0,1 0 0,0 0 0,0 0 0,0 0 0,1 0 0,-1 0 0,1 0 0,-1 1 0,1-1 0,0 0 0,0 1 0,0 0 0,1-1 0,-1 1 0,0 0 0,1 0 0,0 0 0,3-2 0,5-1 0,1 0 0,0 0 0,0 1 0,20-4 0,0-1 0,50-11 0,-63 17 0,-1-1 0,1 0 0,-1-2 0,0 0 0,28-15 0,-33 13 0,1 0 0,1 1 0,-1 0 0,1 1 0,0 0 0,0 2 0,24-5 0,-25 7 0,-1-1 0,1-1 0,0 0 0,-1-1 0,0 0 0,0-1 0,0-1 0,14-9 0,-16 9 0,0 2 0,1-1 0,0 1 0,0 1 0,0 0 0,1 1 0,17-3 0,4 3 0,48 1 0,0 0 0,-54-1 67,31-7 0,12-2-1566,-44 9-5327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55.0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35 24575,'2'-1'0,"1"1"0,-1-1 0,1 0 0,-1 1 0,1-1 0,-1 0 0,0-1 0,4-1 0,13-6 0,1 4 0,0 1 0,1 1 0,32-1 0,66 6 0,-45 0 0,-60-2 0,0 1 0,0 0 0,-1 1 0,27 7 0,-33-7 0,-1 0 0,0 1 0,0-1 0,-1 1 0,1 1 0,0-1 0,-1 1 0,0 0 0,0 0 0,0 1 0,0-1 0,6 9 0,-5-4 0,10 13 0,14 26 0,-25-40 0,-1 1 0,0 0 0,-1 0 0,1 0 0,-2 0 0,3 18 0,10 59 0,-8-53 0,-2 0 0,1 35 0,-6 278 0,-1-151 0,1-188 0,0 0 0,0 0 0,-1 0 0,0 0 0,-3 9 0,3-13 0,0 0 0,0 0 0,-1-1 0,1 1 0,-1 0 0,0-1 0,1 1 0,-1-1 0,0 1 0,-1-1 0,1 0 0,0 0 0,-1 0 0,-3 2 0,1-1 0,0 0 0,0 1 0,1 0 0,0-1 0,-8 9 0,12-11 0,-1 0 0,1-1 0,-1 1 0,1 0 0,-1 0 0,1 0 0,0-1 0,-1 1 0,1 0 0,0 0 0,0 0 0,-1 0 0,1 0 0,0 0 0,0-1 0,0 1 0,0 0 0,1 2 0,-1-2 0,1 0 0,-1 0 0,1 0 0,-1-1 0,1 1 0,0 0 0,0 0 0,-1 0 0,1-1 0,0 1 0,0 0 0,0-1 0,0 1 0,0 0 0,0-1 0,0 0 0,0 1 0,0-1 0,2 1 0,16 3 0,1 0 0,0-2 0,-1 0 0,1-1 0,0-1 0,26-3 0,7 0 0,75 2-1365,-100 1-5461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8:44.9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416 2172 24575,'-59'1'0,"-69"-3"0,125 2 0,0 0 0,0 0 0,0-1 0,0 0 0,0 1 0,0-1 0,1 0 0,-1-1 0,0 1 0,1 0 0,-1-1 0,0 1 0,1-1 0,0 0 0,-1 0 0,1 0 0,-3-4 0,0-1 0,1 1 0,1-1 0,0 0 0,0 0 0,-3-10 0,-10-22 0,-2 4 0,2 0 0,2-1 0,1 0 0,2-2 0,1 1 0,2-1 0,2 0 0,-3-62 0,8 78 0,-2 0 0,-8-35 0,5 32 0,-3-40 0,6-276 0,5 175 0,-2-120 0,1 273 0,-1 1 0,2 0 0,-1-1 0,2 1 0,0 0 0,4-13 0,-4 18 0,0 0 0,0 1 0,0 0 0,0 0 0,1 0 0,0 0 0,1 1 0,-1-1 0,1 1 0,0 0 0,0 0 0,8-4 0,-3 1 0,-1 3 0,-1 0 0,0-1 0,0-1 0,0 1 0,11-14 0,-13 12 0,1 1 0,0 0 0,0 0 0,1 1 0,-1 0 0,1 0 0,1 1 0,-1 0 0,1 1 0,0 0 0,0 0 0,0 0 0,0 1 0,20-3 0,-20 5 0,1-1 0,0-1 0,-1 1 0,1-2 0,-1 1 0,0-1 0,0-1 0,-1 1 0,1-1 0,10-9 0,-10 5 0,-1 1 0,1 0 0,1 1 0,-1 0 0,1 1 0,1 0 0,-1 0 0,1 1 0,0 0 0,0 1 0,23-5 0,95-21 0,-117 27 0,-1 0 0,1-2 0,-1 1 0,18-11 0,-19 10 0,0 0 0,0 0 0,0 1 0,1 0 0,-1 1 0,14-2 0,29 0 0,-33 4 0,0-1 0,29-7 0,-29 5 0,-14 3 0,0-1 0,1 1 0,-1-1 0,0 0 0,0-1 0,0 1 0,0-1 0,-1 0 0,1-1 0,6-4 0,-2 0 11,1 1 0,0 0 0,1 0 1,0 1-1,0 1 0,0 0 0,0 1 0,24-5 0,-14 3-744,31-13 1,-35 10-6094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8:45.8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 24575,'92'-1'0,"103"3"0,-184 0 0,-1 0 0,0 1 0,1 0 0,-1 0 0,0 1 0,15 9 0,-14-7 0,1-1 0,-1 0 0,1-1 0,18 4 0,-15-4 0,1 0 0,-1 0 0,0 1 0,0 1 0,26 14 0,-23-10 0,0 1 0,-1 0 0,-1 1 0,21 20 0,7 1 0,1 1 0,-42-31 0,0 0 0,0 0 0,-1 1 0,1-1 0,-1 1 0,1 0 0,-1 0 0,0 0 0,-1 0 0,3 7 0,0 10 0,-1 1 0,-1-1 0,-1 0 0,-3 40 0,0-23 0,2-30 0,0 0 0,-1 0 0,0 0 0,-1 0 0,0 0 0,0-1 0,0 1 0,-7 12 0,6-15 0,0 0 0,-1 0 0,1 0 0,-1 0 0,0-1 0,0 0 0,-1 1 0,1-2 0,-1 1 0,0 0 0,0-1 0,-8 4 0,-4 1 0,0 0 0,-1 1 0,2 1 0,-1 1 0,-19 16 0,8-1 0,21-17 0,-1-1 0,0-1 0,-1 0 0,0 0 0,0 0 0,0-1 0,-1-1 0,-17 8 0,-23 3-1365,30-8-5461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8:47.4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1 463 24575,'5'-1'0,"1"0"0,0 0 0,-1-1 0,1 1 0,-1-1 0,6-3 0,8-2 0,10-4 0,1-2 0,-2-1 0,0-1 0,28-21 0,-49 31 0,0 0 0,-1-1 0,0 0 0,0-1 0,9-12 0,-10 13 0,-1 0 0,1 0 0,0 1 0,0 0 0,1 0 0,-1 0 0,1 0 0,7-3 0,-3 2 0,-5 4 0,0 0 0,0 0 0,0-1 0,0 0 0,-1 0 0,0 0 0,1-1 0,-1 0 0,0 1 0,-1-1 0,1 0 0,4-8 0,0-1 0,-4 5 0,1 0 0,0 1 0,0 0 0,0 0 0,1 0 0,10-9 0,-7 9 0,8-8 0,1 1 0,22-12 0,-6 2 0,7-5 0,-38 27 0,1 1 0,-1-1 0,0 1 0,0 0 0,1 0 0,-1 0 0,0 0 0,1 1 0,-1-1 0,1 1 0,3 0 0,-5 0 0,0 0 0,-1 1 0,1-1 0,0 1 0,0 0 0,-1 0 0,1-1 0,-1 1 0,1 0 0,-1 0 0,1 1 0,-1-1 0,1 0 0,-1 0 0,0 1 0,0-1 0,0 1 0,0-1 0,0 1 0,0-1 0,0 1 0,0 0 0,0-1 0,-1 1 0,1 0 0,-1 0 0,1-1 0,-1 4 0,2 7 0,0-1 0,-1 1 0,-1 14 0,0-19 0,-5 573 0,5-358-1365,0-195-5461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9:35.5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1117 1950 24575,'0'-572'0,"1"566"0,-1 1 0,-1-1 0,1 1 0,-1-1 0,0 1 0,0-1 0,-1 1 0,1 0 0,-1-1 0,0 1 0,-1 0 0,1 0 0,-1 1 0,0-1 0,0 0 0,-1 1 0,1 0 0,-1 0 0,0 0 0,-7-6 0,5 5 0,1-1 0,0 0 0,0 0 0,1 0 0,-8-13 0,9 14 0,0-1 0,0 1 0,-1 0 0,1 0 0,-1 0 0,0 1 0,-1-1 0,1 1 0,-1 0 0,-6-4 0,-6-4 0,0-1 0,2-1 0,-1 0 0,2-1 0,-21-26 0,-21-22 0,50 57 0,2 0 0,-1 0 0,1-1 0,0 1 0,0-1 0,0-1 0,1 1 0,1 0 0,-4-10 0,5 10 0,-1 1 0,0 0 0,0 0 0,-1 0 0,1 0 0,-2 0 0,1 1 0,0-1 0,-1 1 0,0 0 0,0 0 0,-1 0 0,1 1 0,-8-6 0,1 3 0,6 4 0,-1-1 0,1 1 0,0-1 0,0 0 0,0 0 0,1 0 0,0-1 0,-1 0 0,1 0 0,-4-7 0,-9-15 0,-2 0 0,-1 0 0,-34-34 0,22 35 0,28 23 0,0 1 0,0-1 0,0 0 0,0 0 0,1 0 0,-1 0 0,1-1 0,0 0 0,0 1 0,1-1 0,-1 0 0,1-1 0,-4-5 0,-6-24 0,-2 1 0,-1 1 0,-26-41 0,26 46 0,-15-37 0,20 40 0,-2 0 0,-22-35 0,12 24 0,19 27 0,-1 1 0,0 0 0,-1 0 0,0 0 0,0 1 0,0-1 0,-1 1 0,0 0 0,0 1 0,0-1 0,-9-4 0,-118-45 0,132 54 0,-1 1 0,1 0 0,0-1 0,0 1 0,-1 0 0,1 0 0,0 0 0,-1 0 0,1 0 0,0 0 0,-1 0 0,1 0 0,0 0 0,-1 1 0,1-1 0,0 0 0,0 1 0,-1-1 0,1 1 0,0 0 0,0-1 0,0 1 0,0 0 0,0 0 0,0 0 0,0-1 0,0 1 0,0 0 0,0 0 0,0 1 0,0-1 0,1 0 0,-1 0 0,1 0 0,-1 0 0,1 1 0,-1-1 0,1 0 0,-1 0 0,1 1 0,0 1 0,-2 8 0,0-1 0,1 1 0,0 0 0,2 12 0,-1-15 0,0 27 0,5 129 0,-3-153 0,0-1 0,1 1 0,0-1 0,1 0 0,0 0 0,7 13 0,-5-12 0,0 1 0,-2-1 0,1 1 0,3 19 0,-2 28-1365,-5-33-5461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9:40.0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35 24575,'19'-1'0,"0"-1"0,0-1 0,26-7 0,-23 5 0,44-6 0,256 9 0,-165 4 0,-148-2 0,0-1 0,0 1 0,0 0 0,-1 0 0,1 1 0,0 1 0,0-1 0,-1 1 0,1 1 0,-1 0 0,10 4 0,33 19-1365,-28-15-5461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9:43.8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0 299 24575,'12'0'0,"-1"-1"0,0 0 0,0 0 0,0-1 0,0-1 0,-1 0 0,1 0 0,10-6 0,-14 6 0,0-1 0,0 0 0,0 0 0,-1-1 0,0 0 0,0 0 0,0 0 0,-1-1 0,0 0 0,0 0 0,0 0 0,4-9 0,-3 4 0,1 0 0,0 0 0,0 0 0,1 1 0,0 0 0,1 1 0,12-11 0,29-27 0,-34 31 0,30-23 0,-46 38 0,1 1 0,0-1 0,0 0 0,0 1 0,-1-1 0,1 1 0,0-1 0,0 1 0,0 0 0,0-1 0,0 1 0,0 0 0,0 0 0,0-1 0,0 1 0,0 0 0,0 0 0,0 0 0,0 0 0,0 0 0,0 0 0,0 1 0,0-1 0,-1 0 0,1 0 0,2 1 0,-2 0 0,0 1 0,0-1 0,0 0 0,0 0 0,0 1 0,0-1 0,0 0 0,0 1 0,0-1 0,-1 1 0,1-1 0,-1 1 0,1 0 0,0 2 0,1 8 0,-1 1 0,0-1 0,-1 18 0,0-24 0,-4 1273-1365,4-1251-5461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9:56.7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509 2162 24575,'0'-8'0,"-1"1"0,0 0 0,0 0 0,-1 0 0,1 0 0,-2 0 0,1 0 0,-1 1 0,0-1 0,0 1 0,-1-1 0,0 1 0,0 0 0,0 1 0,-1-1 0,0 1 0,0 0 0,-9-7 0,-7-4 0,-1 1 0,0 1 0,-40-18 0,53 27 0,-1-1 0,2 0 0,-1 0 0,1-1 0,0 0 0,0 0 0,0-1 0,1 0 0,1 0 0,-1 0 0,-9-18 0,6 4 0,0 1 0,1-1 0,1-1 0,-6-26 0,12 38 0,0 1 0,-1 0 0,0 0 0,-1 0 0,0 0 0,0 0 0,-1 1 0,-1 0 0,-12-17 0,13 20 0,0 0 0,0 0 0,0-1 0,1 0 0,0 0 0,0 0 0,1 0 0,0 0 0,-3-11 0,-1-10 0,-5-37 0,6 33 0,-17-129 0,14 105 0,3 1 0,3-2 0,3-60 0,0 84 0,0 19 0,1 0 0,1 0 0,0 0 0,1 0 0,0 0 0,1 0 0,0 1 0,1 0 0,1 0 0,0 0 0,15-22 0,-17 31 0,1 0 0,-1-1 0,1 1 0,0 1 0,0-1 0,9-4 0,-10 6 0,1 0 0,-1 0 0,-1 0 0,1-1 0,0 0 0,-1 0 0,1 0 0,-1 0 0,0 0 0,0-1 0,0 0 0,-1 1 0,4-7 0,-1-1 0,-1 0 0,2 0 0,-1 0 0,1 1 0,1 0 0,0 0 0,1 1 0,14-15 0,36-20 0,-45 35 0,-1 1 0,1-2 0,-2 0 0,0 0 0,13-15 0,-17 17 0,8-12 0,19-20 0,-28 34 0,1 0 0,-1 1 0,1 0 0,0 0 0,0 1 0,1-1 0,8-2 0,-8 3 0,-1 0 0,1-1 0,-1 1 0,7-7 0,-8 6 0,0 1 0,0-1 0,0 2 0,0-1 0,0 1 0,13-5 0,98-15 0,-85 17 0,-2 2 0,-15 2 0,0 0 0,21-7 0,-31 8 0,-1-1 0,0 0 0,1 0 0,-1 0 0,0 0 0,0-1 0,0 0 0,0 0 0,0 0 0,-1 0 0,6-7 0,-3 3 0,0 2 0,1-1 0,-1 1 0,1 0 0,0 0 0,0 1 0,0 0 0,1 0 0,0 0 0,-1 1 0,1 1 0,13-4 0,34-14 0,-15 2-151,1 1-1,0 2 0,1 2 0,0 2 1,1 2-1,0 2 0,0 1 1,75 1-1,-90 5-6674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9:57.7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 24575,'34'0'0,"-12"-1"0,1 1 0,23 4 0,-39-3 0,1 1 0,0 0 0,0 0 0,-1 1 0,1 0 0,-1 0 0,0 1 0,0 0 0,10 7 0,3 3 0,35 17 0,-37-22 0,-1 1 0,-1 0 0,26 21 0,-28-20 0,2 0 0,20 12 0,-19-13 0,30 24 0,-22-12 0,-10-8 0,0-1 0,34 22 0,-30-24 0,-9-6 0,1 1 0,-1 0 0,-1 0 0,1 1 0,-1 1 0,0 0 0,13 15 0,-11-10 0,1 0 0,16 14 0,-16-16 0,-1 0 0,0 1 0,11 15 0,-18-19 0,1-1 0,-1 1 0,-1 0 0,0 1 0,0-1 0,0 0 0,-1 1 0,0 0 0,0 9 0,0 13 0,-2 39 0,-1-42 0,1-21 0,0 0 0,0-1 0,-1 1 0,0 0 0,0 0 0,-1 0 0,1-1 0,-1 1 0,-1-1 0,0 1 0,0-1 0,0 0 0,0 0 0,-1 0 0,0-1 0,0 1 0,-1-1 0,1 0 0,-1 0 0,-10 7 0,7-5 0,-1-1 0,0 0 0,0 0 0,-1-1 0,1 0 0,-1-1 0,0 0 0,-1 0 0,1-1 0,-1-1 0,1 0 0,-1 0 0,0-1 0,-12 0 0,1 0-455,-1 2 0,-26 5 0,22-2-6371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0:04.0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0 291 24575,'0'-15'0,"1"0"0,0-1 0,1 1 0,6-26 0,-7 36 0,1 0 0,0 1 0,0-1 0,0 0 0,0 1 0,1-1 0,0 1 0,0 0 0,0 0 0,0 0 0,1 0 0,-1 1 0,1-1 0,0 1 0,0 0 0,0 0 0,1 0 0,4-2 0,47-17 0,-41 18 0,-1-2 0,1 0 0,-1-1 0,27-17 0,-33 19 0,1 0 0,0 0 0,0 0 0,0 1 0,1 0 0,0 1 0,-1 0 0,1 1 0,0 0 0,15-1 0,13 1 0,57 4 0,-35 1 0,-53-4 0,-1 1 0,1 1 0,0-1 0,0 1 0,-1 1 0,1-1 0,0 1 0,-1 0 0,0 0 0,1 1 0,-1 0 0,0 0 0,0 0 0,-1 1 0,1 0 0,-1 0 0,0 1 0,0-1 0,0 1 0,8 10 0,-7-7 0,0 0 0,0 0 0,0 1 0,-1 0 0,0 0 0,-1 0 0,0 1 0,-1-1 0,0 1 0,0 0 0,-1 0 0,2 12 0,9 79 0,-5-51 0,0 52 0,-8 311 0,-1-395 0,0 0 0,-1 0 0,-1 0 0,-1 0 0,-1-1 0,0 1 0,-9 18 0,9-25 0,-1-1 0,0 0 0,-1-1 0,0 1 0,-1-1 0,1-1 0,-2 1 0,1-1 0,-1-1 0,-1 0 0,-12 8 0,19-13 0,-1 0 0,1 0 0,0 0 0,0 1 0,0-1 0,-2 4 0,5-6 0,-1 1 0,1-1 0,0 1 0,-1-1 0,1 0 0,0 1 0,0-1 0,0 1 0,-1-1 0,1 0 0,0 1 0,0-1 0,0 1 0,0-1 0,0 1 0,0-1 0,0 1 0,0-1 0,0 1 0,0-1 0,0 1 0,0 0 0,1-1 0,-1 1 0,1 0 0,0-1 0,-1 1 0,1 0 0,-1-1 0,1 1 0,0-1 0,0 0 0,-1 1 0,1-1 0,0 1 0,0-1 0,-1 0 0,1 0 0,0 1 0,1-1 0,15 3 0,-1 0 0,1-1 0,-1-1 0,18-1 0,-16-1 0,-1 2 0,1 0 0,31 6 0,-7 1-260,1-2-1,0-1 1,86-4-1,-118-1-62,16 0-6503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1:05.9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705 1603 24575,'58'1'0,"70"-3"0,-116-1 0,0 1 0,0-2 0,-1 1 0,1-2 0,-1 1 0,14-9 0,15-6 0,-32 15 0,1-1 0,-1 0 0,0 0 0,-1-1 0,9-7 0,6-6 0,-17 15 0,0-1 0,0 0 0,-1 0 0,0 0 0,0-1 0,-1 1 0,0-1 0,0 0 0,0 0 0,0 0 0,-1-1 0,0 1 0,2-10 0,-2 5 0,2 1 0,0-1 0,9-18 0,-7 18 0,0-1 0,-1-1 0,-1 1 0,0 0 0,-1-1 0,0 0 0,-1 0 0,1-22 0,-1 17 0,0 12 0,-1-1 0,1 1 0,0 0 0,0 0 0,1 0 0,0 1 0,0-1 0,6-8 0,-4 7 0,-1 0 0,0-1 0,0 0 0,3-8 0,4-21 0,-1-1 0,-2 0 0,-2 0 0,-2-1 0,1-47 0,-5 73 0,0-11 0,-5-44 0,3 60 0,0 0 0,0 0 0,0 1 0,-1-1 0,0 1 0,0-1 0,-1 1 0,0 0 0,-7-9 0,-28-31 0,28 36 0,1 0 0,0-1 0,1-1 0,0 1 0,1-2 0,1 1 0,-8-20 0,13 30 0,1-1 0,-1 1 0,0-1 0,1 1 0,-2 0 0,1 0 0,0 0 0,-1 0 0,1 0 0,-1 0 0,0 1 0,-4-4 0,-3 0 0,0 0 0,-18-8 0,19 11 0,0-1 0,0-1 0,1 1 0,0-1 0,-9-8 0,-3-3 0,0 0 0,-1 2 0,-1 0 0,-44-19 0,58 28 0,1 1 0,0-1 0,0 0 0,-11-11 0,13 11 0,0 0 0,-1 0 0,0 1 0,1 0 0,-2 0 0,1 0 0,-11-4 0,-1 3 0,0 2 0,0 0 0,0 1 0,0 0 0,-1 2 0,-28 2 0,27 0 0,-1-2 0,0 0 0,1-1 0,-39-8 0,32 3 0,-44-3 0,32 4 0,32 4 0,0-1 0,0-1 0,0 1 0,0-1 0,0-1 0,1 1 0,0-1 0,0 0 0,0 0 0,-9-9 0,7 6 0,0 1 0,0 0 0,0 1 0,-1 0 0,-10-5 0,-144-47 0,163 57 0,-1 0 0,1 0 0,-1-1 0,1 1 0,-1 0 0,1 0 0,-1 0 0,0 0 0,1 0 0,-1-1 0,1 1 0,-1 0 0,1 0 0,-1 1 0,1-1 0,-1 0 0,0 0 0,1 0 0,-1 0 0,1 0 0,-1 1 0,1-1 0,-1 0 0,1 0 0,-1 1 0,1-1 0,-1 0 0,1 1 0,-1 0 0,0 0 0,1 0 0,0 0 0,-1 0 0,1 0 0,0 1 0,0-1 0,0 0 0,0 0 0,0 0 0,0 0 0,0 0 0,0 1 0,1 1 0,14 41 0,-13-38 0,7 14 0,2-1 0,0 0 0,20 26 0,11 18 0,-4-7 0,-29-44 0,0 0 0,-1 0 0,0 1 0,-1 0 0,0 1 0,5 16 0,1 23 0,-10-35 0,2 0 0,-1 0 0,2-1 0,1 1 0,11 21 0,72 115-1365,-80-137-5461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1:06.8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1 191 24575,'11'-1'0,"1"0"0,-1-2 0,0 1 0,0-1 0,0 0 0,-1-1 0,19-10 0,-16 8 0,0 1 0,0 0 0,0 0 0,23-3 0,-2 3 0,-11 3 0,-1-1 0,1-2 0,32-10 0,6-4 0,101-20 0,-130 33 0,50-12 0,-62 13-341,1 1 0,-1 0-1,27 0 1,-21 3-6485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1:08.0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0 177 24575,'3'0'0,"0"1"0,0-1 0,0 1 0,0-1 0,1 0 0,-1 0 0,5-2 0,0 2 0,-3 0 0,0 0 0,0 0 0,0-1 0,0 0 0,0 0 0,0 0 0,-1 0 0,1-1 0,0 0 0,-1 0 0,1 0 0,-1 0 0,0-1 0,0 1 0,0-1 0,0 0 0,0-1 0,-1 1 0,1-1 0,-1 1 0,0-1 0,0 0 0,0 0 0,3-8 0,-1 2 0,1 0 0,0 0 0,1 1 0,0 0 0,0 0 0,1 0 0,0 1 0,0 0 0,1 1 0,16-11 0,-24 17 0,1 0 0,-1 1 0,0-1 0,1 0 0,-1 1 0,1-1 0,-1 1 0,1 0 0,-1-1 0,1 1 0,0 0 0,-1 0 0,1 0 0,-1 0 0,1 0 0,-1 1 0,1-1 0,0 0 0,-1 1 0,3 0 0,-2 0 0,0 1 0,0-1 0,0 1 0,0-1 0,-1 1 0,1 0 0,0-1 0,-1 1 0,0 0 0,1 0 0,-1 0 0,2 3 0,1 6 0,0 1 0,0-1 0,-1 1 0,2 15 0,-4-23 0,6 31 0,2 14 0,-2 0 0,2 50 0,-10-40 0,2 38 0,0-86 0,0 0 0,1 0 0,0 0 0,1 0 0,1 0 0,6 15 0,-2-7 0,-1 0 0,0 0 0,-2 1 0,0 0 0,-1 0 0,-1 1 0,-1-1 0,-1 0 0,-2 29 0,0-18-1365,1-4-5461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1:26.1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544 2447 24575,'-5'0'0,"0"-1"0,0 0 0,0-1 0,0 1 0,0-1 0,1 0 0,-1 0 0,1-1 0,-1 0 0,1 1 0,0-1 0,-6-5 0,-25-15 0,27 18 0,-1 0 0,1-1 0,1 0 0,-11-9 0,-7-6 0,13 10 0,0 0 0,1-1 0,0 0 0,-14-23 0,8 13 0,5 4 0,1 0 0,0 0 0,1-1 0,1 0 0,1-1 0,1 0 0,1 0 0,-6-30 0,2 8 0,-15-41 0,2 13 0,19 58 0,-2 0 0,1 0 0,-2 0 0,0 1 0,0 0 0,-12-14 0,6 9 0,-15-28 0,21 30 0,1 0 0,0-1 0,1 0 0,1 0 0,0-1 0,1 1 0,-1-25 0,4-115 0,3 76 0,-3-366 0,0 436 0,1 1 0,-1-1 0,2 0 0,-1 1 0,1-1 0,1 1 0,-1 0 0,2-1 0,-1 1 0,1 1 0,0-1 0,0 0 0,1 1 0,0 0 0,1 0 0,-1 1 0,1-1 0,1 1 0,-1 0 0,1 1 0,0 0 0,0 0 0,9-5 0,-11 7 0,0-1 0,0 1 0,-1-1 0,1 0 0,-1-1 0,0 1 0,0-1 0,-1 0 0,1 0 0,-1 0 0,5-10 0,0-4 0,11-40 0,-19 58 0,1-2 0,0 0 0,0 0 0,1-1 0,-1 1 0,1 1 0,0-1 0,0 0 0,0 0 0,0 1 0,0-1 0,0 1 0,1-1 0,3-2 0,1 0 0,1 1 0,0-1 0,13-4 0,-14 7 0,0-1 0,-1-1 0,1 1 0,-1-1 0,1 0 0,-1 0 0,9-9 0,7-12 0,-13 15 0,-1 0 0,2 0 0,-1 1 0,1 0 0,1 1 0,0 0 0,0 0 0,16-7 0,-26 14 0,7-1 0,-1-1 0,0-1 0,0 1 0,0-1 0,-1 0 0,1 0 0,-1-1 0,0 0 0,10-11 0,-11 12 0,-1-1 0,1 1 0,0 0 0,0 0 0,1 0 0,-1 1 0,1-1 0,0 1 0,0 1 0,0-1 0,0 1 0,0 0 0,1 1 0,-1-1 0,8 0 0,0 0 0,-1-2 0,18-6 0,-24 7 0,-1-1 0,1-1 0,-1 1 0,0-1 0,0 0 0,-1 0 0,10-12 0,-10 12 0,0-1 0,0 0 0,1 1 0,0 0 0,0 0 0,0 1 0,0 0 0,14-7 0,80-15 0,29-5 0,-103 25 0,0 1 0,1 1 0,-1 1 0,52 1 0,-45 2 0,1-1 0,47-9 0,-32 2 0,94-4 0,52 12 0,-74 2 0,-27-2-1365,-66 0-5461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1:29.6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24575,'0'9'0,"1"1"0,0-1 0,1 0 0,0 1 0,0-1 0,1 0 0,0 0 0,1 0 0,0-1 0,0 1 0,1-1 0,0 0 0,1 0 0,-1-1 0,1 1 0,13 11 0,61 75 0,4 4 0,-65-77 0,21 31 0,-30-37 0,1 0 0,1-1 0,0 0 0,1-1 0,17 14 0,-13-13 0,-1 0 0,16 18 0,-17-16 0,1-1 0,17 14 0,-19-19 0,-1 0 0,-1 1 0,0 1 0,21 24 0,-28-28 0,0-1 0,0 1 0,-1 0 0,0 0 0,-1 0 0,0 0 0,0 1 0,-1 0 0,0-1 0,2 18 0,-1 19 0,-2 0 0,-6 54 0,5-95 0,-1 1 0,0-1 0,0 0 0,0 0 0,-1 0 0,0 0 0,1 0 0,-1 0 0,0-1 0,-1 1 0,-4 5 0,-2 1 0,0-2 0,-16 14 0,-10 8 0,5-2 0,-2-1 0,-1-2 0,-54 33 0,41-27 0,37-24 0,0 0 0,0-1 0,0 0 0,-1 0 0,0-1 0,0 0 0,-1-1 0,1 0 0,-21 4 0,24-8 0,0 1 0,0 0 0,0 0 0,0 1 0,0 0 0,0 0 0,1 1 0,-1 0 0,1 0 0,-1 1 0,1-1 0,0 1 0,-7 7 0,7-5-195,-1 0 0,0 0 0,0-1 0,-1 0 0,1 0 0,-15 6 0,0-4-6631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1:31.3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1 132 24575,'9'-1'0,"1"-1"0,-1 0 0,1 0 0,-1-1 0,0 0 0,0 0 0,0-1 0,10-6 0,-7 4 0,0 1 0,1 0 0,21-6 0,13 6 0,-40 5 0,1 0 0,-1-1 0,0 0 0,0 0 0,0 0 0,1-1 0,-1 0 0,-1 0 0,1-1 0,11-6 0,-8 3 0,1-1 0,0 2 0,0 0 0,0 0 0,0 1 0,1 0 0,0 1 0,0 0 0,0 1 0,0 0 0,0 1 0,0 1 0,14 0 0,-7 0 0,-1 1 0,0 0 0,0 2 0,0 0 0,22 6 0,-35-7 0,0-1 0,0 1 0,0 0 0,0 1 0,0-1 0,0 1 0,-1 0 0,1 0 0,-1 0 0,0 0 0,0 1 0,0 0 0,-1 0 0,1 0 0,-1 0 0,0 1 0,0-1 0,0 1 0,-1-1 0,1 1 0,-1 0 0,2 7 0,30 173 0,-31-173 0,0 1 0,1-1 0,0 0 0,12 21 0,-10-21 0,0 0 0,-1 0 0,-1 0 0,5 22 0,-4 13 0,-2 1 0,-5 78 0,-1-33 0,4-67 0,-1-10 0,0-1 0,-4 29 0,3-39 0,0 0 0,-1 0 0,1 0 0,-1 0 0,0-1 0,-1 1 0,1 0 0,-1-1 0,0 1 0,0-1 0,0 0 0,-5 5 0,-6 5 0,0 0 0,-1 0 0,0-2 0,-1 1 0,-1-2 0,0 0 0,-33 15 0,14-14 0,-40 10 0,152-20 0,-67-2 0,1-1 0,0 1 0,0 0 0,1 0 0,-1 1 0,0 1 0,0 0 0,0 0 0,0 1 0,13 5 0,-2 2 0,0-1 0,1-1 0,1-2 0,31 7 0,-41-11 0,0 2 0,0-1 0,0 1 0,-1 1 0,0 1 0,1-1 0,-2 2 0,1 0 0,11 9 0,-19-13 0,-1 0 0,1 0 0,-1 1 0,1-1 0,-1 1 0,0 0 0,-1 0 0,1 0 0,-1 0 0,1 1 0,-1-1 0,0 1 0,-1-1 0,1 1 0,-1 0 0,0 0 0,0-1 0,-1 1 0,1 0 0,-1 0 0,0 0 0,0 0 0,-1 0 0,0 0 0,1-1 0,-2 1 0,-1 6 0,-12 28 0,-35 65 0,47-99 0,0 0 0,-1-1 0,0 1 0,0-1 0,0 0 0,0 0 0,0 0 0,-1-1 0,0 1 0,-6 2 0,5-2 0,1-1 0,0 1 0,0-1 0,0 1 0,0 1 0,1-1 0,0 1 0,-7 8 0,6-3 0,-1-1 0,-1 0 0,0 0 0,0 0 0,-1-1 0,0 0 0,0-1 0,-1 1 0,0-1 0,0-1 0,-1 0 0,-10 5 0,10-5 0,1 0 0,-1 1 0,1 0 0,-9 10 0,8-8 0,0-1 0,0 0 0,-12 7 0,17-12-73,-9 6-142,0-2 0,-1 1-1,0-2 1,0 0-1,-16 4 1,7-6-6611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2:13.2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67 0 24575,'-2'1'0,"1"-1"0,-1 1 0,1 0 0,-1-1 0,1 1 0,0 0 0,-1 0 0,1 0 0,0 0 0,-1 0 0,1 0 0,0 0 0,0 1 0,0-1 0,0 0 0,0 0 0,-1 3 0,-15 26 0,17-28 0,-5 9 0,0 0 0,2 0 0,-1 1 0,2-1 0,-1 1 0,-1 24 0,5 76 0,1-60 0,-1 488 0,-1-524 0,1 0 0,1 0 0,0-1 0,1 1 0,0-1 0,2 0 0,0 0 0,8 18 0,-3-17 0,1-1 0,0-1 0,17 18 0,-13-15 0,20 28 0,67 97 0,-84-117 0,35 34 0,-31-36 0,25 34 0,-35-42 0,1 0 0,1-1 0,0-1 0,23 17 0,19 18 0,-28-21 0,-7-6 0,0-1 0,44 32 0,-44-38 0,-10-6 0,0-1 0,1 0 0,0 0 0,22 8 0,-20-10 0,-1 2 0,0-1 0,-1 2 0,0 0 0,23 18 0,-24-16 0,1-1 0,0 0 0,1-1 0,-1-1 0,26 11 0,-12-8 0,-1 2 0,27 15 0,-30-14 0,0-1 0,47 16 0,-63-26 0,4 0 0,-1 1 0,0 0 0,0 0 0,0 1 0,-1 0 0,1 1 0,-1 0 0,0 0 0,9 8 0,-4-2 0,1 0 0,1-1 0,-1-1 0,1 0 0,1-1 0,0 0 0,17 5 0,6 3 0,-25-8 0,0 0 0,-1 0 0,0 1 0,20 19 0,13 10 0,113 67 0,-144-94 13,0 1 0,-1 0 0,13 15 0,5 4-1430,-10-12-5409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2:14.5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24575,'7'6'0,"0"0"0,1-1 0,-1 1 0,1-1 0,1-1 0,-1 0 0,1 0 0,-1-1 0,16 4 0,-15-4 0,0 0 0,1 0 0,-1 1 0,0 0 0,-1 1 0,1 0 0,-1 0 0,13 11 0,5 13 0,-20-21 0,1-1 0,0 0 0,1 0 0,-1 0 0,14 8 0,-8-6 0,-1 0 0,1 0 0,-2 1 0,1 1 0,-1 0 0,-1 1 0,0 0 0,-1 0 0,0 1 0,8 16 0,-4-9 0,0-1 0,27 30 0,-23-30 0,27 41 0,-16-7 0,-19-35 0,1 0 0,1 0 0,18 23 0,-19-29 0,0 0 0,-1 1 0,-1 0 0,0 0 0,-1 1 0,0 0 0,-1 0 0,7 25 0,-13-36 0,1-1 0,-1 1 0,-1 0 0,1-1 0,0 1 0,0 0 0,-1-1 0,0 1 0,1-1 0,-1 1 0,0-1 0,0 1 0,-1-1 0,1 0 0,0 0 0,-1 1 0,1-1 0,-1 0 0,0 0 0,0 0 0,0-1 0,0 1 0,0 0 0,0-1 0,-3 2 0,-6 5 0,-1-1 0,-1-1 0,-18 7 0,25-10 0,-11 3 0,-1-1 0,-18 3 0,20-4 0,0 0 0,1 0 0,-20 9 0,9 0-120,6-3-87,0 0-1,-1-2 1,0 0-1,0-1 0,-31 6 1,27-11-6619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06.2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1402 2 24575,'-81'-1'0,"-91"3"0,144 2 0,-41 11 0,34-7 0,31-6 0,0-1 0,0 1 0,0-1 0,1 1 0,-1 0 0,0 0 0,1 1 0,0-1 0,0 1 0,0 0 0,0 0 0,0 0 0,0 0 0,1 0 0,-5 7 0,5-6 0,-1 0 0,0 0 0,-1 0 0,1 0 0,0-1 0,-1 1 0,0-1 0,0 0 0,0 0 0,-8 4 0,-7 1 0,-1 0 0,0-2 0,0 0 0,0-1 0,-30 4 0,35-7 0,0 1 0,1 0 0,0 1 0,0 1 0,0 0 0,0 1 0,1 0 0,0 1 0,0 1 0,1 0 0,-15 13 0,10-10 0,1-1 0,-1 0 0,-30 11 0,-6 4 0,17-8 0,19-9 0,0 0 0,-16 12 0,3-1 0,23-16 0,1 1 0,0 0 0,-1 0 0,1 1 0,1-1 0,-1 1 0,1 1 0,0-1 0,0 1 0,0 0 0,-4 8 0,3-3 0,2-4 0,1 0 0,-2 1 0,1-1 0,-1-1 0,0 1 0,0-1 0,-10 10 0,-2-4 0,2 1 0,-1 1 0,2 1 0,0 0 0,1 1 0,0 0 0,-19 34 0,25-37 0,1 0 0,0 1 0,1-1 0,0 1 0,1 0 0,1 0 0,1 1 0,-2 23 0,1 34 0,8 79 0,-4-145 6,0 0-1,1 0 1,-1 0 0,2 0-1,-1 0 1,1-1-1,-1 1 1,1-1 0,1 1-1,-1-1 1,1 0-1,0 0 1,0-1 0,1 1-1,9 7 1,5 3-260,2-1 1,36 19 0,-36-22-442,0 1-6131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07.5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28 24575,'1'1'0,"0"-1"0,0 0 0,0 1 0,0-1 0,0 1 0,0-1 0,0 1 0,0-1 0,0 1 0,0 0 0,0-1 0,0 1 0,-1 0 0,1 0 0,0 0 0,0 0 0,0 1 0,15 22 0,-8-11 0,-2-7 0,-1 1 0,2-1 0,-1-1 0,9 7 0,18 15 0,-21-13 0,25 20 0,-31-30 0,1 1 0,-1-1 0,1-1 0,0 1 0,0-1 0,0-1 0,8 3 0,5 2 0,-1 0 0,21 12 0,12 4 0,-48-21 0,1 1 0,-1-1 0,0 0 0,0 1 0,6 5 0,10 7 0,-20-15 0,1 0 0,-1 0 0,0 0 0,1 0 0,-1 0 0,0 0 0,0 0 0,1 1 0,-1-1 0,0 0 0,1 0 0,-1-1 0,0 1 0,0 0 0,1 0 0,-1 0 0,0 0 0,1 0 0,-1 0 0,0 0 0,0 0 0,1-1 0,-1 1 0,0 0 0,0 0 0,1 0 0,-1 0 0,0-1 0,0 1 0,0 0 0,1 0 0,-1-1 0,0 1 0,0 0 0,0 0 0,0-1 0,0 1 0,1 0 0,-1-1 0,0 1 0,0 0 0,0 0 0,0-1 0,0 1 0,0 0 0,0-1 0,0 1 0,0 0 0,0-1 0,1-18 0,-1 17 0,-5-251-1365,5 225-5461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09.0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1209 24575,'510'0'0,"-502"0"0,1 0 0,-1-1 0,1 0 0,-1-1 0,0 0 0,0 0 0,1-1 0,-2 0 0,1 0 0,10-6 0,-6 1 0,0-1 0,0 0 0,-1 0 0,0-1 0,10-13 0,3-3 0,-10 13 0,-2-1 0,0-1 0,20-29 0,-23 29 0,1 0 0,18-20 0,5-6 0,-29 35 0,-1-2 0,1 1 0,-1 0 0,0-1 0,-1 1 0,0-1 0,0 0 0,-1 0 0,0 0 0,1-12 0,-2 13 0,0 0 0,1 0 0,-1 0 0,2 1 0,-1-1 0,1 0 0,0 1 0,0-1 0,1 1 0,0 0 0,0-1 0,1 1 0,6-9 0,-2 6 0,-3 5 0,0-1 0,0 0 0,-1 0 0,1 0 0,-1-1 0,-1 0 0,1 0 0,-1 0 0,0 0 0,0 0 0,-1 0 0,0-1 0,2-10 0,1-8 0,1-1 0,1 1 0,18-46 0,-19 57 0,-2 0 0,0 0 0,0 0 0,-1-1 0,1-28 0,-5-78 0,-1 61 0,3 33 0,-1 15 0,1-1 0,-2 1 0,0 0 0,-4-24 0,4 33 0,0 1 0,1-1 0,-1 1 0,-1-1 0,1 1 0,0-1 0,0 1 0,-1 0 0,1 0 0,-1 0 0,0 0 0,0 0 0,0 0 0,0 0 0,0 1 0,0-1 0,0 0 0,0 1 0,-1 0 0,1 0 0,-1 0 0,1 0 0,-1 0 0,1 0 0,-1 0 0,1 1 0,-1-1 0,-3 1 0,3 0 0,0 0 0,-1 0 0,1 1 0,0 0 0,0-1 0,0 1 0,-1 0 0,1 0 0,0 1 0,0-1 0,1 0 0,-1 1 0,0 0 0,0 0 0,1 0 0,-4 3 0,-5 5 0,0 1 0,-11 15 0,8-9 0,-50 62 63,-29 31-1491,74-90-5398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09.5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24575,'14'0'0,"0"0"0,0 1 0,0 1 0,-1 0 0,18 5 0,-25-5 0,0 1 0,0-1 0,0 1 0,0 1 0,0-1 0,-1 1 0,1 0 0,-1 0 0,0 0 0,0 1 0,-1 0 0,0 0 0,5 6 0,5 11 0,0 1 0,-1 0 0,10 29 0,-14-35 0,-1-1 0,19 26 0,-17-29 0,-1 0 0,-1 1 0,0 0 0,5 16 0,7 32-1365,-10-35-5461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16.6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2 349 24575,'0'-28'0,"-1"11"0,1 0 0,0 0 0,1 0 0,1 0 0,1 1 0,0-1 0,1 0 0,10-23 0,-2 10 0,-6 14 0,1 1 0,15-26 0,-20 37 0,0 1 0,1 0 0,-1 0 0,1 0 0,0 0 0,0 0 0,0 1 0,0-1 0,0 1 0,0 0 0,1 0 0,-1 0 0,1 0 0,-1 1 0,1-1 0,7-1 0,-8 3 0,0 0 0,0 0 0,0 0 0,0 1 0,0-1 0,0 1 0,0 0 0,0-1 0,0 1 0,0 1 0,0-1 0,-1 0 0,1 1 0,0-1 0,-1 1 0,1 0 0,-1 0 0,0 0 0,0 0 0,0 0 0,0 1 0,0-1 0,0 0 0,0 1 0,-1 0 0,2 3 0,5 8 0,-1 0 0,0 1 0,6 23 0,20 78 0,15 87 0,-34-148 0,-9-37 0,0 1 0,2 21 0,-4-22 0,1 1 0,0-1 0,2-1 0,8 22 0,-6-21 0,-2 1 0,0-1 0,6 34 0,-9-11-682,-2 44-1,-2-57-6143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34.8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24575,'5'-1'0,"1"1"0,-1 0 0,0 0 0,1 1 0,-1-1 0,0 1 0,1 0 0,-1 1 0,0-1 0,0 1 0,0 0 0,0 0 0,0 1 0,0-1 0,-1 1 0,1 0 0,-1 1 0,0-1 0,4 5 0,2 0 0,0 1 0,0-2 0,1 0 0,-1 0 0,2-1 0,-1 0 0,1-1 0,-1 0 0,19 4 0,4 3 0,-24-7 0,1 0 0,-2 1 0,16 10 0,12 7 0,-25-17 0,24 13 0,35 25 0,-61-37 0,1 2 0,-1-1 0,0 1 0,-1 1 0,0-1 0,-1 2 0,10 14 0,58 108 0,-65-113 0,-1 1 0,-2 0 0,1 0 0,-2 1 0,-1 0 0,-1 0 0,4 33 0,13 43 0,-21-94 0,2 3 0,1 1 0,-1-1 0,1 0 0,0 0 0,1 0 0,0-1 0,5 7 0,17 23 0,-14-12 0,-2 0 0,0 1 0,-1 0 0,-2 1 0,7 33 0,19 57 46,-17-64-1457,-11-31-5415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36.0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91 24575,'4'1'0,"-1"0"0,1 0 0,-1 1 0,0-1 0,0 1 0,1-1 0,4 5 0,2 0 0,-4-3 0,-1 1 0,0 0 0,1 0 0,-2 0 0,1 1 0,-1 0 0,1 0 0,-1 0 0,3 6 0,31 54 0,-34-56 0,5 11 0,-1 0 0,9 34 0,-13-37 0,0-1 0,2 0 0,0 0 0,1-1 0,13 24 0,-7-19 0,-8-12 0,0 0 0,0 0 0,1-1 0,7 8 0,-11-13 0,-1-1 0,1 1 0,0-1 0,-1 0 0,1 1 0,0-1 0,0 0 0,0 0 0,0 0 0,0-1 0,0 1 0,1 0 0,-1-1 0,0 1 0,0-1 0,0 0 0,1 0 0,-1 0 0,0 0 0,0 0 0,0 0 0,4-1 0,-4 0 0,0 0 0,0 0 0,0 0 0,0 0 0,0-1 0,0 1 0,0-1 0,-1 1 0,1-1 0,0 0 0,-1 1 0,1-1 0,-1 0 0,0 0 0,1 0 0,-1 0 0,0 0 0,0 0 0,0-1 0,-1 1 0,1 0 0,0 0 0,-1-4 0,3-7 0,-1 0 0,-1-25 0,0 33 0,-3-219 133,-1 60-1631,3 137-5328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42.7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262 1675 24575,'5'0'0,"0"-1"0,0 0 0,0 0 0,0 0 0,0 0 0,0-1 0,-1 0 0,1 0 0,0 0 0,-1 0 0,1-1 0,-1 0 0,0 0 0,0 0 0,0 0 0,0-1 0,-1 1 0,1-1 0,3-5 0,5-9 0,0-1 0,-1 0 0,11-25 0,-4 7 0,-8 19 0,39-82 0,-43 85 0,-1 0 0,0 0 0,-1-1 0,-1 1 0,1-17 0,-2 20 0,0 0 0,0 0 0,1 0 0,1 0 0,0 1 0,1 0 0,8-16 0,-3 5 0,0-1 0,-2 0 0,-1-1 0,0 0 0,5-40 0,-7 10 0,-2-81 0,-2 45 0,-4-72 0,1 146 0,0 1 0,-1 0 0,0 0 0,-1 0 0,-1 0 0,0 1 0,-1 0 0,-1 0 0,-12-20 0,4 12 0,-15-31 0,-8-11 0,33 57 0,-2 0 0,1 1 0,-1-1 0,0 2 0,0-1 0,0 1 0,-9-5 0,-21-16 0,29 19 0,1 0 0,-2 1 0,1 0 0,-1 0 0,0 1 0,0 0 0,-1 1 0,1 0 0,-1 0 0,-15-3 0,1 2 0,13 4 0,0-1 0,0-1 0,0 1 0,1-2 0,-1 0 0,1 0 0,0-1 0,0 0 0,-9-7 0,13 7 0,-1-1 0,0 1 0,0 1 0,0-1 0,-15-5 0,21 9 0,-1 0 0,1 1 0,-1-1 0,1 1 0,-1 0 0,0-1 0,1 1 0,-1 0 0,1 0 0,-1 0 0,1 0 0,-1 0 0,0 1 0,1-1 0,-1 0 0,1 1 0,-1-1 0,1 1 0,-1 0 0,1-1 0,0 1 0,-1 0 0,1 0 0,0 0 0,-1 0 0,1 0 0,0 0 0,0 0 0,0 0 0,0 0 0,0 1 0,0-1 0,0 0 0,0 1 0,1-1 0,-1 1 0,1-1 0,-2 3 0,-1 6 0,0 0 0,1 0 0,0 0 0,0 1 0,0 18 0,5 58 0,0-35 0,-2-42 0,0 0 0,0 1 0,1-1 0,1 0 0,-1 1 0,2-1 0,-1-1 0,2 1 0,-1 0 0,9 12 0,6 15 0,7 14 0,-20-41 2,0 1-1,7 18 0,11 19 57,-22-45-188,0 0 0,0 0 1,1 0-1,0 0 0,-1 0 1,1 0-1,0-1 0,0 1 0,1-1 1,5 4-1,11 2-6696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43.7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98 24575,'0'0'0,"1"-1"0,-1 0 0,0 0 0,0 0 0,1 0 0,-1 0 0,1 0 0,-1 0 0,1 1 0,-1-1 0,1 0 0,-1 0 0,1 1 0,0-1 0,-1 0 0,1 1 0,0-1 0,0 0 0,0 1 0,-1-1 0,1 1 0,2-1 0,25-10 0,-14 6 0,16-7 0,1 2 0,56-11 0,-58 14 0,14 0 0,0 3 0,0 1 0,80 5 0,-36 0 0,-62-1 0,-1 0 0,0 2 0,1 1 0,-1 1 0,-1 1 0,42 17 0,-42-15-1365,-2-2-5461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46.1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1 448 24575,'-1'-48'0,"3"-58"0,-1 100 0,1 0 0,-1 0 0,1 0 0,0 0 0,1 1 0,-1-1 0,1 1 0,0-1 0,7-7 0,-5 6 0,-1 0 0,0-1 0,0 0 0,4-8 0,-2-4 0,-1 1 0,2 0 0,0 1 0,1-1 0,15-24 0,-20 39 0,0 0 0,-1 1 0,1-1 0,1 1 0,-1 0 0,1 0 0,-1 0 0,1 0 0,0 0 0,6-3 0,-7 5 0,1 0 0,-1 0 0,0 0 0,0 1 0,1-1 0,-1 1 0,1-1 0,-1 1 0,0 0 0,1 1 0,-1-1 0,0 1 0,1-1 0,-1 1 0,0 0 0,4 2 0,-3-1 0,0 0 0,0 0 0,-1 1 0,0-1 0,1 1 0,-1 0 0,0 0 0,0 0 0,-1 1 0,1-1 0,0 0 0,-1 1 0,0 0 0,0 0 0,2 5 0,1 3 0,-1-1 0,0 1 0,-1 0 0,2 14 0,-2-12 0,0 0 0,1-1 0,1 1 0,10 19 0,3 11 0,-13-28 0,0 1 0,-1-1 0,-1 1 0,2 35 0,-7 71 0,0-53 0,1 533-1365,1-576-5461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52.1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1427 2485 24575,'3'0'0,"0"0"0,0-1 0,0 1 0,0-1 0,0 0 0,0 0 0,0 0 0,0-1 0,0 1 0,-1-1 0,1 1 0,0-1 0,-1 0 0,0 0 0,1 0 0,-1 0 0,0-1 0,4-4 0,3-5 0,-1-2 0,12-23 0,-4 8 0,24-49 0,-28 53 0,1-1 0,23-32 0,-28 46 0,-1-1 0,-1 0 0,0 0 0,-1-1 0,0 1 0,-1-1 0,-1 0 0,3-22 0,-1 12 0,12-41 0,-7 37 0,2-1 0,0 1 0,2 1 0,19-28 0,-21 37 0,-1-1 0,-1-1 0,0 0 0,-2 0 0,0-1 0,-2 0 0,0 0 0,-1-1 0,-1 0 0,-1 1 0,-1-1 0,-2-41 0,-3-255 0,3 307 0,0-1 0,-1 1 0,0-1 0,-1 1 0,-6-19 0,7 25 0,-1 1 0,0-1 0,0 1 0,-1-1 0,1 1 0,-1 0 0,0 0 0,0 0 0,0 1 0,-1-1 0,1 1 0,-1-1 0,0 1 0,0 1 0,-7-5 0,-1 0 0,6 5 0,0-1 0,1 1 0,-1-2 0,1 1 0,0 0 0,0-1 0,0 0 0,0 0 0,1-1 0,-1 1 0,1-1 0,1 0 0,-1 0 0,-5-10 0,7 10 0,-1 0 0,0 1 0,0-1 0,-1 0 0,1 1 0,-1 0 0,0 0 0,0 0 0,-6-4 0,-4-1 0,-26-14 0,29 17 0,0 0 0,0 0 0,1-1 0,0 0 0,-10-10 0,-1-5 0,17 16 0,-1 0 0,0 1 0,0 0 0,0 0 0,-1 0 0,1 1 0,-1-1 0,0 1 0,-1 1 0,1-1 0,-12-3 0,10 5 0,0-1 0,0 1 0,0-1 0,1-1 0,-1 1 0,1-1 0,-1 0 0,2-1 0,-1 0 0,0 0 0,1-1 0,-6-5 0,3 2 0,-1 1 0,1 1 0,-1-1 0,-18-8 0,17 10 0,1-1 0,0 0 0,0 0 0,-12-12 0,6 5 0,0 1 0,-1 1 0,0 0 0,-1 1 0,-1 0 0,-33-12 0,28 12 0,-1-1 0,1-1 0,-27-20 0,43 27 0,0 1 0,0 1 0,-1-1 0,0 1 0,0 1 0,0 0 0,-13-3 0,-33-13 0,50 16 0,0 0 0,1 0 0,-1-1 0,1 1 0,-1-1 0,1 0 0,-4-5 0,5 5 0,0 0 0,-1 0 0,0 1 0,0-1 0,0 1 0,0 0 0,-1 0 0,1 0 0,-8-3 0,-22-4 0,24 7 0,0 0 0,0 0 0,1 0 0,-1-2 0,1 1 0,0-1 0,0 0 0,-14-12 0,16 10 0,0-1 0,0 1 0,-1 1 0,0 0 0,-1 0 0,1 0 0,-1 1 0,0 0 0,0 1 0,-1 0 0,1 0 0,-1 1 0,0 1 0,-11-3 0,-32-4 0,1-3 0,0-2 0,-68-27 0,84 28 0,25 10 0,0 0 0,0-2 0,0 1 0,0-2 0,-10-6 0,18 11 0,1-1 0,0 1 0,-1-1 0,1 1 0,-1 0 0,1 0 0,-1 0 0,0 0 0,0 1 0,1-1 0,-1 1 0,-4-1 0,6 1 0,0 0 0,1 0 0,-1 1 0,0-1 0,1 0 0,-1 0 0,0 0 0,1 1 0,-1-1 0,1 0 0,-1 1 0,0-1 0,1 0 0,-1 1 0,1-1 0,-1 1 0,1-1 0,-1 1 0,1-1 0,0 1 0,-1 0 0,0 1 0,1 0 0,-1-1 0,1 1 0,-1-1 0,1 1 0,0 0 0,0-1 0,0 1 0,0 0 0,0-1 0,0 1 0,1 3 0,2 3 0,0 1 0,0-1 0,1 0 0,0 0 0,1 0 0,-1 0 0,1-1 0,7 7 0,9 16 0,75 111 0,-79-105 0,-15-30 0,0 0 0,0 0 0,1-1 0,0 1 0,0-1 0,1 0 0,0 0 0,5 6 0,23 18 0,26 26 0,-53-49 0,0 0 0,0 0 0,-1 1 0,1 0 0,-2-1 0,1 2 0,4 11 0,-4-5 0,-2-7 0,0 0 0,1 0 0,-1-1 0,1 1 0,0-1 0,8 11 0,13 24 61,-21-34-265,0 0 0,0-1 1,1 1-1,0-1 0,1 0 1,9 10-1,2-4-6622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52.9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0 349 24575,'0'-3'0,"0"0"0,1-1 0,-1 1 0,1 0 0,-1 0 0,1 0 0,0 0 0,0 0 0,0 0 0,1 0 0,-1 0 0,1 0 0,-1 1 0,1-1 0,0 0 0,0 1 0,0 0 0,1-1 0,-1 1 0,0 0 0,1 0 0,0 0 0,3-2 0,5-1 0,1 0 0,0 0 0,0 1 0,20-4 0,0-1 0,50-11 0,-63 17 0,-1-1 0,1 0 0,-1-2 0,0 0 0,28-15 0,-33 13 0,1 0 0,1 1 0,-1 0 0,1 1 0,0 0 0,0 2 0,24-5 0,-25 7 0,-1-1 0,1-1 0,0 0 0,-1-1 0,0 0 0,0-1 0,0-1 0,14-9 0,-16 9 0,0 2 0,1-1 0,0 1 0,0 1 0,0 0 0,1 1 0,17-3 0,4 3 0,48 1 0,0 0 0,-54-1 67,31-7 0,12-2-1566,-44 9-5327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55.0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35 24575,'2'-1'0,"1"1"0,-1-1 0,1 0 0,-1 1 0,1-1 0,-1 0 0,0-1 0,4-1 0,13-6 0,1 4 0,0 1 0,1 1 0,32-1 0,66 6 0,-45 0 0,-60-2 0,0 1 0,0 0 0,-1 1 0,27 7 0,-33-7 0,-1 0 0,0 1 0,0-1 0,-1 1 0,1 1 0,0-1 0,-1 1 0,0 0 0,0 0 0,0 1 0,0-1 0,6 9 0,-5-4 0,10 13 0,14 26 0,-25-40 0,-1 1 0,0 0 0,-1 0 0,1 0 0,-2 0 0,3 18 0,10 59 0,-8-53 0,-2 0 0,1 35 0,-6 278 0,-1-151 0,1-188 0,0 0 0,0 0 0,-1 0 0,0 0 0,-3 9 0,3-13 0,0 0 0,0 0 0,-1-1 0,1 1 0,-1 0 0,0-1 0,1 1 0,-1-1 0,0 1 0,-1-1 0,1 0 0,0 0 0,-1 0 0,-3 2 0,1-1 0,0 0 0,0 1 0,1 0 0,0-1 0,-8 9 0,12-11 0,-1 0 0,1-1 0,-1 1 0,1 0 0,-1 0 0,1 0 0,0-1 0,-1 1 0,1 0 0,0 0 0,0 0 0,-1 0 0,1 0 0,0 0 0,0-1 0,0 1 0,0 0 0,1 2 0,-1-2 0,1 0 0,-1 0 0,1 0 0,-1-1 0,1 1 0,0 0 0,0 0 0,-1 0 0,1-1 0,0 1 0,0 0 0,0-1 0,0 1 0,0 0 0,0-1 0,0 0 0,0 1 0,0-1 0,2 1 0,16 3 0,1 0 0,0-2 0,-1 0 0,1-1 0,0-1 0,26-3 0,7 0 0,75 2-1365,-100 1-5461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4:02.0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 2035 24575,'-1'-3'0,"1"1"0,-1-1 0,0 1 0,1-1 0,-1 1 0,0 0 0,-1-1 0,-2-3 0,-5-13 0,3-10 0,1 0 0,2-1 0,1 1 0,1-1 0,3-38 0,0 8 0,-2-258 0,1 309 0,-1-1 0,1 0 0,1 1 0,0-1 0,0 1 0,1-1 0,0 1 0,0 0 0,1 0 0,7-11 0,-6 9 0,0 0 0,0-1 0,-2 1 0,1-1 0,-1 0 0,2-21 0,-3-71 0,-1 13 0,2 70 0,9-37 0,-7 38 0,-1 0 0,2-22 0,-6 33 0,1 0 0,0 0 0,1 0 0,-1 0 0,2 0 0,-1 0 0,1 1 0,1-1 0,-1 1 0,2 0 0,-1 0 0,1 0 0,6-7 0,-3 3 0,1 0 0,12-24 0,-18 29 0,0 0 0,0 0 0,1 1 0,1-1 0,-1 1 0,1 0 0,0 0 0,0 0 0,1 1 0,-1 0 0,1 0 0,0 0 0,14-7 0,6-2 0,-1-1 0,0-1 0,24-21 0,35-22 0,-67 49 0,2 1 0,20-7 0,-18 8 0,26-14 0,-26 8 0,-1 0 0,24-21 0,-26 19 0,38-24 0,-48 35 0,0 1 0,1 0 0,-1 0 0,1 1 0,0 0 0,0 1 0,0 0 0,14-2 0,35 3 0,-38 1 0,33-5 0,-46 4 0,0 0 0,0-1 0,0 0 0,0-1 0,0 0 0,0 0 0,-1 0 0,8-5 0,7-8 0,-10 9 0,0-1 0,0 1 0,0 1 0,15-6 0,-2 2 0,134-46 0,-128 47 0,-9 2 0,0 1 0,0 1 0,1 1 0,24-2 0,306 5 0,-164 3 0,1239-2-1365,-1400 0-5461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4:02.8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24575,'8'0'0,"-1"0"0,0 1 0,0 0 0,0 0 0,1 0 0,-1 1 0,0 0 0,9 5 0,-6-2 0,0 1 0,0 1 0,0 0 0,11 10 0,-17-14 0,7 8 0,1-1 0,0-1 0,1 0 0,0-1 0,16 8 0,-6-6 0,0-2 0,26 7 0,-35-10 0,0 0 0,0 1 0,21 12 0,15 7 0,2 4 0,-43-23 0,1 0 0,0-1 0,0 0 0,0-1 0,13 4 0,-2-1 0,0 0 0,0 2 0,20 10 0,-27-13 0,0 0 0,1-2 0,0 0 0,28 4 0,-30-5 0,-8-2 0,-1 0 0,0 0 0,0 1 0,0-1 0,0 1 0,0 0 0,0 1 0,0-1 0,-1 1 0,1-1 0,-1 1 0,0 0 0,0 0 0,0 0 0,0 1 0,0-1 0,-1 1 0,1 0 0,-1-1 0,0 1 0,0 0 0,-1 0 0,3 8 0,1 8 0,0 0 0,-1 0 0,1 38 0,-2-30 0,-1-16 0,0 0 0,1 0 0,1 0 0,0-1 0,1 1 0,0-1 0,1 0 0,8 12 0,17 35 0,-27-46 0,0 1 0,0-1 0,-1 1 0,-1 0 0,0 0 0,0 14 0,-2 2 0,-4 47 0,3-68 0,1-1 0,-2 1 0,1-1 0,-1 0 0,0 0 0,-1 1 0,1-2 0,-1 1 0,-1 0 0,1 0 0,-1-1 0,-1 0 0,1 0 0,-1 0 0,0-1 0,0 1 0,-12 8 0,1-2 0,0 0 0,0-2 0,-2 0 0,1-1 0,-1 0 0,0-2 0,-1 0 0,0-1 0,0-1 0,-24 3 0,16-1-1365,6 0-5461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4:08.3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35 24575,'1'-1'0,"-1"-1"0,0 1 0,1 0 0,-1 0 0,0 0 0,1 0 0,-1 0 0,1 0 0,0 0 0,-1 1 0,1-1 0,0 0 0,0 0 0,-1 0 0,1 1 0,0-1 0,0 0 0,0 1 0,0-1 0,0 1 0,0-1 0,0 1 0,0-1 0,0 1 0,0 0 0,0-1 0,2 1 0,33-7 0,-32 7 0,45-4 0,-1 1 0,78 7 0,-121-3 0,0 0 0,0 0 0,0 1 0,0 0 0,-1-1 0,1 2 0,0-1 0,-1 0 0,1 1 0,-1 0 0,0 0 0,7 7 0,3 4 0,25 34 0,-7-10 0,-27-31 0,-1-1 0,0 0 0,0 1 0,0 0 0,-1 0 0,0 0 0,-1 0 0,1 1 0,-1-1 0,-1 1 0,1-1 0,0 13 0,0-6 0,-1-7 0,2 0 0,-1 1 0,1-2 0,0 1 0,0 0 0,1-1 0,0 1 0,0-1 0,10 11 0,-8-10 0,1 2 0,-2-1 0,1 1 0,6 14 0,-7-7 0,0 1 0,4 32 0,3 9 0,-7-34 0,-1-1 0,1 29 0,-1-11 0,-2-35 0,-1 0 0,1 0 0,0 0 0,0 0 0,1 0 0,0-1 0,0 0 0,6 10 0,-4-9 0,-1 1 0,1 1 0,-2-1 0,5 11 0,-4-2 0,0 0 0,-2 0 0,1 1 0,-1 19 0,-5 70 0,1-38 0,2-44 0,0-3 0,-1 0 0,-4 26 0,4-40 0,-1 0 0,1-1 0,-2 1 0,1 0 0,-1-1 0,0 1 0,0-1 0,-1 0 0,0 0 0,-7 9 0,6-10 0,0 1 0,-1-1 0,1 0 0,-1 0 0,0-1 0,-1 0 0,1 0 0,-1 0 0,1-1 0,-1 0 0,-8 2 0,1-1 0,0-1 0,1-1 0,-2-1 0,-27 0 0,24-1 0,6 0 0,-1 0 0,-20 3 0,29-2 0,0 0 0,0 0 0,0 0 0,0 0 0,0 1 0,0 0 0,0 0 0,0 0 0,1 0 0,-1 1 0,-4 4 0,7-6 0,0-1 0,1 0 0,-1 1 0,1-1 0,-1 1 0,1-1 0,-1 1 0,1-1 0,-1 1 0,1 0 0,0-1 0,-1 1 0,1-1 0,0 1 0,0 0 0,-1-1 0,1 1 0,0 0 0,0-1 0,0 1 0,0 0 0,0 0 0,0-1 0,0 1 0,0 0 0,0-1 0,0 2 0,1-1 0,-1-1 0,1 1 0,0 0 0,-1 0 0,1-1 0,0 1 0,0 0 0,0-1 0,0 1 0,-1-1 0,1 1 0,0-1 0,0 1 0,0-1 0,0 0 0,1 1 0,7 1 0,0-1 0,0 0 0,11 0 0,-18-1 0,18-1 0,0 0 0,-1-2 0,1 0 0,29-10 0,-8 3 0,7-3 0,-27 7 0,0 1 0,0 1 0,26-2 0,-23 4 0,47-12 0,-46 9 0,45-6 0,100 10 0,-163 2 0,-12-2 0,-45 0 0,-1 2 0,-86 13 0,99-6-682,-52 3-1,63-10-6143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4:12.3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69 582 24575,'-1'-7'0,"0"0"0,0 0 0,-1 1 0,1-1 0,-2 1 0,1-1 0,-1 1 0,0 0 0,0 0 0,-5-7 0,3 4 0,0 0 0,0 0 0,-5-17 0,5 5 0,1 1 0,1-1 0,0-32 0,5-67 0,1 39 0,-3 68 0,-1 4 0,1-1 0,1 1 0,0 0 0,0 0 0,5-18 0,-5 25 0,0-1 0,0 1 0,0-1 0,1 1 0,0-1 0,-1 1 0,1 0 0,0 0 0,0 0 0,0 0 0,0 0 0,1 0 0,-1 0 0,0 1 0,1-1 0,-1 1 0,1 0 0,0-1 0,-1 1 0,1 1 0,0-1 0,-1 0 0,6 0 0,23-3 0,0 2 0,1 2 0,48 4 0,2 0 0,-31-5 0,-28 0 0,1 0 0,-1 2 0,29 4 0,-46-4 0,-1 0 0,1 1 0,-1-1 0,1 1 0,-1 0 0,0 1 0,0-1 0,0 1 0,0 0 0,0 0 0,-1 0 0,1 1 0,-1 0 0,0 0 0,0 0 0,0 0 0,0 1 0,3 5 0,29 63 0,-17-34 0,-14-28-227,-1 0-1,0 0 1,-1 0-1,0 1 1,2 14-1,-2-1-6598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4:18.1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24575,'3'3'0,"0"1"0,-1-1 0,0 0 0,0 1 0,0 0 0,0-1 0,0 1 0,-1 0 0,1 0 0,-1 0 0,1 6 0,10 25 0,9-3 0,-16-26 0,-1 1 0,0-1 0,0 1 0,0 0 0,0 1 0,-1-1 0,-1 1 0,4 13 0,0 19 0,6 30 0,-6-44 0,3 49 0,-5-36 0,-3-32 0,1 0 0,0 0 0,1-1 0,-1 1 0,1-1 0,0 0 0,1 0 0,-1 0 0,1 0 0,1-1 0,8 10 0,-7-9 0,-1 0 0,0 0 0,-1 1 0,1-1 0,-1 1 0,-1 0 0,1 0 0,-1 1 0,4 11 0,-3 5 0,-1-8 0,0-1 0,10 29 0,-12-41 0,1 1 0,-1-1 0,1 0 0,0 1 0,0-1 0,0 0 0,0 0 0,1-1 0,-1 1 0,1 0 0,-1-1 0,1 0 0,0 1 0,0-1 0,0 0 0,0-1 0,7 4 0,5-1 0,-1-2 0,1 1 0,0-1 0,0-1 0,0-1 0,0 0 0,15-3 0,-10 2 0,1 0 0,32 4 0,-46-2 0,0 0 0,0 1 0,0-1 0,-1 2 0,1-1 0,0 1 0,-1 0 0,0 0 0,0 1 0,0 0 0,8 7 0,21 20 0,-17-14 0,23 18 0,-33-30 0,-1 1 0,0 0 0,0 0 0,-1 1 0,0 0 0,0 0 0,-1 0 0,0 1 0,0 0 0,-1 0 0,7 15 0,-7-9 0,0 1 0,0 0 0,-1 0 0,-1 1 0,-1-1 0,0 19 0,-1 6 0,-4 112 0,3-146 0,0 0 0,-1 0 0,0-1 0,0 1 0,-1-1 0,0 1 0,0-1 0,0 0 0,0 0 0,-1 0 0,0-1 0,0 1 0,0-1 0,0 0 0,-1 0 0,-6 4 0,-2 1 0,0 0 0,-1 0 0,-1-1 0,-27 10 0,19-12-92,0-1-1,0-1 0,0-1 1,-1-1-1,1-1 0,-39-3 1,38 1-625,-3 0-6109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4:18.9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1 100 24575,'0'-2'0,"1"1"0,-1-1 0,1 1 0,0-1 0,0 1 0,-1 0 0,1-1 0,0 1 0,0 0 0,0 0 0,1-1 0,-1 1 0,0 0 0,0 0 0,1 0 0,-1 1 0,2-2 0,26-15 0,-27 16 0,11-4 0,-1 0 0,2 1 0,-1 0 0,0 1 0,19-1 0,29-8 0,-34 5 0,1 2 0,-1 1 0,39-1 0,86 6 0,-56 1 0,634-2-1365,-703 0-5461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8:44.9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416 2172 24575,'-59'1'0,"-69"-3"0,125 2 0,0 0 0,0 0 0,0-1 0,0 0 0,0 1 0,0-1 0,1 0 0,-1-1 0,0 1 0,1 0 0,-1-1 0,0 1 0,1-1 0,0 0 0,-1 0 0,1 0 0,-3-4 0,0-1 0,1 1 0,1-1 0,0 0 0,0 0 0,-3-10 0,-10-22 0,-2 4 0,2 0 0,2-1 0,1 0 0,2-2 0,1 1 0,2-1 0,2 0 0,-3-62 0,8 78 0,-2 0 0,-8-35 0,5 32 0,-3-40 0,6-276 0,5 175 0,-2-120 0,1 273 0,-1 1 0,2 0 0,-1-1 0,2 1 0,0 0 0,4-13 0,-4 18 0,0 0 0,0 1 0,0 0 0,0 0 0,1 0 0,0 0 0,1 1 0,-1-1 0,1 1 0,0 0 0,0 0 0,8-4 0,-3 1 0,-1 3 0,-1 0 0,0-1 0,0-1 0,0 1 0,11-14 0,-13 12 0,1 1 0,0 0 0,0 0 0,1 1 0,-1 0 0,1 0 0,1 1 0,-1 0 0,1 1 0,0 0 0,0 0 0,0 0 0,0 1 0,20-3 0,-20 5 0,1-1 0,0-1 0,-1 1 0,1-2 0,-1 1 0,0-1 0,0-1 0,-1 1 0,1-1 0,10-9 0,-10 5 0,-1 1 0,1 0 0,1 1 0,-1 0 0,1 1 0,1 0 0,-1 0 0,1 1 0,0 0 0,0 1 0,23-5 0,95-21 0,-117 27 0,-1 0 0,1-2 0,-1 1 0,18-11 0,-19 10 0,0 0 0,0 0 0,0 1 0,1 0 0,-1 1 0,14-2 0,29 0 0,-33 4 0,0-1 0,29-7 0,-29 5 0,-14 3 0,0-1 0,1 1 0,-1-1 0,0 0 0,0-1 0,0 1 0,0-1 0,-1 0 0,1-1 0,6-4 0,-2 0 11,1 1 0,0 0 0,1 0 1,0 1-1,0 1 0,0 0 0,0 1 0,24-5 0,-14 3-744,31-13 1,-35 10-6094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8:45.8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 24575,'92'-1'0,"103"3"0,-184 0 0,-1 0 0,0 1 0,1 0 0,-1 0 0,0 1 0,15 9 0,-14-7 0,1-1 0,-1 0 0,1-1 0,18 4 0,-15-4 0,1 0 0,-1 0 0,0 1 0,0 1 0,26 14 0,-23-10 0,0 1 0,-1 0 0,-1 1 0,21 20 0,7 1 0,1 1 0,-42-31 0,0 0 0,0 0 0,-1 1 0,1-1 0,-1 1 0,1 0 0,-1 0 0,0 0 0,-1 0 0,3 7 0,0 10 0,-1 1 0,-1-1 0,-1 0 0,-3 40 0,0-23 0,2-30 0,0 0 0,-1 0 0,0 0 0,-1 0 0,0 0 0,0-1 0,0 1 0,-7 12 0,6-15 0,0 0 0,-1 0 0,1 0 0,-1 0 0,0-1 0,0 0 0,-1 1 0,1-2 0,-1 1 0,0 0 0,0-1 0,-8 4 0,-4 1 0,0 0 0,-1 1 0,2 1 0,-1 1 0,-19 16 0,8-1 0,21-17 0,-1-1 0,0-1 0,-1 0 0,0 0 0,0 0 0,0-1 0,-1-1 0,-17 8 0,-23 3-1365,30-8-5461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8:47.4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1 463 24575,'5'-1'0,"1"0"0,0 0 0,-1-1 0,1 1 0,-1-1 0,6-3 0,8-2 0,10-4 0,1-2 0,-2-1 0,0-1 0,28-21 0,-49 31 0,0 0 0,-1-1 0,0 0 0,0-1 0,9-12 0,-10 13 0,-1 0 0,1 0 0,0 1 0,0 0 0,1 0 0,-1 0 0,1 0 0,7-3 0,-3 2 0,-5 4 0,0 0 0,0 0 0,0-1 0,0 0 0,-1 0 0,0 0 0,1-1 0,-1 0 0,0 1 0,-1-1 0,1 0 0,4-8 0,0-1 0,-4 5 0,1 0 0,0 1 0,0 0 0,0 0 0,1 0 0,10-9 0,-7 9 0,8-8 0,1 1 0,22-12 0,-6 2 0,7-5 0,-38 27 0,1 1 0,-1-1 0,0 1 0,0 0 0,1 0 0,-1 0 0,0 0 0,1 1 0,-1-1 0,1 1 0,3 0 0,-5 0 0,0 0 0,-1 1 0,1-1 0,0 1 0,0 0 0,-1 0 0,1-1 0,-1 1 0,1 0 0,-1 0 0,1 1 0,-1-1 0,1 0 0,-1 0 0,0 1 0,0-1 0,0 1 0,0-1 0,0 1 0,0-1 0,0 1 0,0 0 0,0-1 0,-1 1 0,1 0 0,-1 0 0,1-1 0,-1 4 0,2 7 0,0-1 0,-1 1 0,-1 14 0,0-19 0,-5 573 0,5-358-1365,0-195-5461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9:35.5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1117 1950 24575,'0'-572'0,"1"566"0,-1 1 0,-1-1 0,1 1 0,-1-1 0,0 1 0,0-1 0,-1 1 0,1 0 0,-1-1 0,0 1 0,-1 0 0,1 0 0,-1 1 0,0-1 0,0 0 0,-1 1 0,1 0 0,-1 0 0,0 0 0,-7-6 0,5 5 0,1-1 0,0 0 0,0 0 0,1 0 0,-8-13 0,9 14 0,0-1 0,0 1 0,-1 0 0,1 0 0,-1 0 0,0 1 0,-1-1 0,1 1 0,-1 0 0,-6-4 0,-6-4 0,0-1 0,2-1 0,-1 0 0,2-1 0,-21-26 0,-21-22 0,50 57 0,2 0 0,-1 0 0,1-1 0,0 1 0,0-1 0,0-1 0,1 1 0,1 0 0,-4-10 0,5 10 0,-1 1 0,0 0 0,0 0 0,-1 0 0,1 0 0,-2 0 0,1 1 0,0-1 0,-1 1 0,0 0 0,0 0 0,-1 0 0,1 1 0,-8-6 0,1 3 0,6 4 0,-1-1 0,1 1 0,0-1 0,0 0 0,0 0 0,1 0 0,0-1 0,-1 0 0,1 0 0,-4-7 0,-9-15 0,-2 0 0,-1 0 0,-34-34 0,22 35 0,28 23 0,0 1 0,0-1 0,0 0 0,0 0 0,1 0 0,-1 0 0,1-1 0,0 0 0,0 1 0,1-1 0,-1 0 0,1-1 0,-4-5 0,-6-24 0,-2 1 0,-1 1 0,-26-41 0,26 46 0,-15-37 0,20 40 0,-2 0 0,-22-35 0,12 24 0,19 27 0,-1 1 0,0 0 0,-1 0 0,0 0 0,0 1 0,0-1 0,-1 1 0,0 0 0,0 1 0,0-1 0,-9-4 0,-118-45 0,132 54 0,-1 1 0,1 0 0,0-1 0,0 1 0,-1 0 0,1 0 0,0 0 0,-1 0 0,1 0 0,0 0 0,-1 0 0,1 0 0,0 0 0,-1 1 0,1-1 0,0 0 0,0 1 0,-1-1 0,1 1 0,0 0 0,0-1 0,0 1 0,0 0 0,0 0 0,0 0 0,0-1 0,0 1 0,0 0 0,0 0 0,0 1 0,0-1 0,1 0 0,-1 0 0,1 0 0,-1 0 0,1 1 0,-1-1 0,1 0 0,-1 0 0,1 1 0,0 1 0,-2 8 0,0-1 0,1 1 0,0 0 0,2 12 0,-1-15 0,0 27 0,5 129 0,-3-153 0,0-1 0,1 1 0,0-1 0,1 0 0,0 0 0,7 13 0,-5-12 0,0 1 0,-2-1 0,1 1 0,3 19 0,-2 28-1365,-5-33-5461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9:40.0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35 24575,'19'-1'0,"0"-1"0,0-1 0,26-7 0,-23 5 0,44-6 0,256 9 0,-165 4 0,-148-2 0,0-1 0,0 1 0,0 0 0,-1 0 0,1 1 0,0 1 0,0-1 0,-1 1 0,1 1 0,-1 0 0,10 4 0,33 19-1365,-28-15-5461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9:43.8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0 299 24575,'12'0'0,"-1"-1"0,0 0 0,0 0 0,0-1 0,0-1 0,-1 0 0,1 0 0,10-6 0,-14 6 0,0-1 0,0 0 0,0 0 0,-1-1 0,0 0 0,0 0 0,0 0 0,-1-1 0,0 0 0,0 0 0,0 0 0,4-9 0,-3 4 0,1 0 0,0 0 0,0 0 0,1 1 0,0 0 0,1 1 0,12-11 0,29-27 0,-34 31 0,30-23 0,-46 38 0,1 1 0,0-1 0,0 0 0,0 1 0,-1-1 0,1 1 0,0-1 0,0 1 0,0 0 0,0-1 0,0 1 0,0 0 0,0 0 0,0-1 0,0 1 0,0 0 0,0 0 0,0 0 0,0 0 0,0 0 0,0 0 0,0 1 0,0-1 0,-1 0 0,1 0 0,2 1 0,-2 0 0,0 1 0,0-1 0,0 0 0,0 0 0,0 1 0,0-1 0,0 0 0,0 1 0,0-1 0,-1 1 0,1-1 0,-1 1 0,1 0 0,0 2 0,1 8 0,-1 1 0,0-1 0,-1 18 0,0-24 0,-4 1273-1365,4-1251-5461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9:56.7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509 2162 24575,'0'-8'0,"-1"1"0,0 0 0,0 0 0,-1 0 0,1 0 0,-2 0 0,1 0 0,-1 1 0,0-1 0,0 1 0,-1-1 0,0 1 0,0 0 0,0 1 0,-1-1 0,0 1 0,0 0 0,-9-7 0,-7-4 0,-1 1 0,0 1 0,-40-18 0,53 27 0,-1-1 0,2 0 0,-1 0 0,1-1 0,0 0 0,0 0 0,0-1 0,1 0 0,1 0 0,-1 0 0,-9-18 0,6 4 0,0 1 0,1-1 0,1-1 0,-6-26 0,12 38 0,0 1 0,-1 0 0,0 0 0,-1 0 0,0 0 0,0 0 0,-1 1 0,-1 0 0,-12-17 0,13 20 0,0 0 0,0 0 0,0-1 0,1 0 0,0 0 0,0 0 0,1 0 0,0 0 0,-3-11 0,-1-10 0,-5-37 0,6 33 0,-17-129 0,14 105 0,3 1 0,3-2 0,3-60 0,0 84 0,0 19 0,1 0 0,1 0 0,0 0 0,1 0 0,0 0 0,1 0 0,0 1 0,1 0 0,1 0 0,0 0 0,15-22 0,-17 31 0,1 0 0,-1-1 0,1 1 0,0 1 0,0-1 0,9-4 0,-10 6 0,1 0 0,-1 0 0,-1 0 0,1-1 0,0 0 0,-1 0 0,1 0 0,-1 0 0,0 0 0,0-1 0,0 0 0,-1 1 0,4-7 0,-1-1 0,-1 0 0,2 0 0,-1 0 0,1 1 0,1 0 0,0 0 0,1 1 0,14-15 0,36-20 0,-45 35 0,-1 1 0,1-2 0,-2 0 0,0 0 0,13-15 0,-17 17 0,8-12 0,19-20 0,-28 34 0,1 0 0,-1 1 0,1 0 0,0 0 0,0 1 0,1-1 0,8-2 0,-8 3 0,-1 0 0,1-1 0,-1 1 0,7-7 0,-8 6 0,0 1 0,0-1 0,0 2 0,0-1 0,0 1 0,13-5 0,98-15 0,-85 17 0,-2 2 0,-15 2 0,0 0 0,21-7 0,-31 8 0,-1-1 0,0 0 0,1 0 0,-1 0 0,0 0 0,0-1 0,0 0 0,0 0 0,0 0 0,-1 0 0,6-7 0,-3 3 0,0 2 0,1-1 0,-1 1 0,1 0 0,0 0 0,0 1 0,0 0 0,1 0 0,0 0 0,-1 1 0,1 1 0,13-4 0,34-14 0,-15 2-151,1 1-1,0 2 0,1 2 0,0 2 1,1 2-1,0 2 0,0 1 1,75 1-1,-90 5-6674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9:57.7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 24575,'34'0'0,"-12"-1"0,1 1 0,23 4 0,-39-3 0,1 1 0,0 0 0,0 0 0,-1 1 0,1 0 0,-1 0 0,0 1 0,0 0 0,10 7 0,3 3 0,35 17 0,-37-22 0,-1 1 0,-1 0 0,26 21 0,-28-20 0,2 0 0,20 12 0,-19-13 0,30 24 0,-22-12 0,-10-8 0,0-1 0,34 22 0,-30-24 0,-9-6 0,1 1 0,-1 0 0,-1 0 0,1 1 0,-1 1 0,0 0 0,13 15 0,-11-10 0,1 0 0,16 14 0,-16-16 0,-1 0 0,0 1 0,11 15 0,-18-19 0,1-1 0,-1 1 0,-1 0 0,0 1 0,0-1 0,0 0 0,-1 1 0,0 0 0,0 9 0,0 13 0,-2 39 0,-1-42 0,1-21 0,0 0 0,0-1 0,-1 1 0,0 0 0,0 0 0,-1 0 0,1-1 0,-1 1 0,-1-1 0,0 1 0,0-1 0,0 0 0,0 0 0,-1 0 0,0-1 0,0 1 0,-1-1 0,1 0 0,-1 0 0,-10 7 0,7-5 0,-1-1 0,0 0 0,0 0 0,-1-1 0,1 0 0,-1-1 0,0 0 0,-1 0 0,1-1 0,-1-1 0,1 0 0,-1 0 0,0-1 0,-12 0 0,1 0-455,-1 2 0,-26 5 0,22-2-6371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0:04.0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0 291 24575,'0'-15'0,"1"0"0,0-1 0,1 1 0,6-26 0,-7 36 0,1 0 0,0 1 0,0-1 0,0 0 0,0 1 0,1-1 0,0 1 0,0 0 0,0 0 0,0 0 0,1 0 0,-1 1 0,1-1 0,0 1 0,0 0 0,0 0 0,1 0 0,4-2 0,47-17 0,-41 18 0,-1-2 0,1 0 0,-1-1 0,27-17 0,-33 19 0,1 0 0,0 0 0,0 0 0,0 1 0,1 0 0,0 1 0,-1 0 0,1 1 0,0 0 0,15-1 0,13 1 0,57 4 0,-35 1 0,-53-4 0,-1 1 0,1 1 0,0-1 0,0 1 0,-1 1 0,1-1 0,0 1 0,-1 0 0,0 0 0,1 1 0,-1 0 0,0 0 0,0 0 0,-1 1 0,1 0 0,-1 0 0,0 1 0,0-1 0,0 1 0,8 10 0,-7-7 0,0 0 0,0 0 0,0 1 0,-1 0 0,0 0 0,-1 0 0,0 1 0,-1-1 0,0 1 0,0 0 0,-1 0 0,2 12 0,9 79 0,-5-51 0,0 52 0,-8 311 0,-1-395 0,0 0 0,-1 0 0,-1 0 0,-1 0 0,-1-1 0,0 1 0,-9 18 0,9-25 0,-1-1 0,0 0 0,-1-1 0,0 1 0,-1-1 0,1-1 0,-2 1 0,1-1 0,-1-1 0,-1 0 0,-12 8 0,19-13 0,-1 0 0,1 0 0,0 0 0,0 1 0,0-1 0,-2 4 0,5-6 0,-1 1 0,1-1 0,0 1 0,-1-1 0,1 0 0,0 1 0,0-1 0,0 1 0,-1-1 0,1 0 0,0 1 0,0-1 0,0 1 0,0-1 0,0 1 0,0-1 0,0 1 0,0-1 0,0 1 0,0-1 0,0 1 0,0 0 0,1-1 0,-1 1 0,1 0 0,0-1 0,-1 1 0,1 0 0,-1-1 0,1 1 0,0-1 0,0 0 0,-1 1 0,1-1 0,0 1 0,0-1 0,-1 0 0,1 0 0,0 1 0,1-1 0,15 3 0,-1 0 0,1-1 0,-1-1 0,18-1 0,-16-1 0,-1 2 0,1 0 0,31 6 0,-7 1-260,1-2-1,0-1 1,86-4-1,-118-1-62,16 0-6503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1:05.9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705 1603 24575,'58'1'0,"70"-3"0,-116-1 0,0 1 0,0-2 0,-1 1 0,1-2 0,-1 1 0,14-9 0,15-6 0,-32 15 0,1-1 0,-1 0 0,0 0 0,-1-1 0,9-7 0,6-6 0,-17 15 0,0-1 0,0 0 0,-1 0 0,0 0 0,0-1 0,-1 1 0,0-1 0,0 0 0,0 0 0,0 0 0,-1-1 0,0 1 0,2-10 0,-2 5 0,2 1 0,0-1 0,9-18 0,-7 18 0,0-1 0,-1-1 0,-1 1 0,0 0 0,-1-1 0,0 0 0,-1 0 0,1-22 0,-1 17 0,0 12 0,-1-1 0,1 1 0,0 0 0,0 0 0,1 0 0,0 1 0,0-1 0,6-8 0,-4 7 0,-1 0 0,0-1 0,0 0 0,3-8 0,4-21 0,-1-1 0,-2 0 0,-2 0 0,-2-1 0,1-47 0,-5 73 0,0-11 0,-5-44 0,3 60 0,0 0 0,0 0 0,0 1 0,-1-1 0,0 1 0,0-1 0,-1 1 0,0 0 0,-7-9 0,-28-31 0,28 36 0,1 0 0,0-1 0,1-1 0,0 1 0,1-2 0,1 1 0,-8-20 0,13 30 0,1-1 0,-1 1 0,0-1 0,1 1 0,-2 0 0,1 0 0,0 0 0,-1 0 0,1 0 0,-1 0 0,0 1 0,-4-4 0,-3 0 0,0 0 0,-18-8 0,19 11 0,0-1 0,0-1 0,1 1 0,0-1 0,-9-8 0,-3-3 0,0 0 0,-1 2 0,-1 0 0,-44-19 0,58 28 0,1 1 0,0-1 0,0 0 0,-11-11 0,13 11 0,0 0 0,-1 0 0,0 1 0,1 0 0,-2 0 0,1 0 0,-11-4 0,-1 3 0,0 2 0,0 0 0,0 1 0,0 0 0,-1 2 0,-28 2 0,27 0 0,-1-2 0,0 0 0,1-1 0,-39-8 0,32 3 0,-44-3 0,32 4 0,32 4 0,0-1 0,0-1 0,0 1 0,0-1 0,0-1 0,1 1 0,0-1 0,0 0 0,0 0 0,-9-9 0,7 6 0,0 1 0,0 0 0,0 1 0,-1 0 0,-10-5 0,-144-47 0,163 57 0,-1 0 0,1 0 0,-1-1 0,1 1 0,-1 0 0,1 0 0,-1 0 0,0 0 0,1 0 0,-1-1 0,1 1 0,-1 0 0,1 0 0,-1 1 0,1-1 0,-1 0 0,0 0 0,1 0 0,-1 0 0,1 0 0,-1 1 0,1-1 0,-1 0 0,1 0 0,-1 1 0,1-1 0,-1 0 0,1 1 0,-1 0 0,0 0 0,1 0 0,0 0 0,-1 0 0,1 0 0,0 1 0,0-1 0,0 0 0,0 0 0,0 0 0,0 0 0,0 0 0,0 1 0,1 1 0,14 41 0,-13-38 0,7 14 0,2-1 0,0 0 0,20 26 0,11 18 0,-4-7 0,-29-44 0,0 0 0,-1 0 0,0 1 0,-1 0 0,0 1 0,5 16 0,1 23 0,-10-35 0,2 0 0,-1 0 0,2-1 0,1 1 0,11 21 0,72 115-1365,-80-137-5461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1:06.8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1 191 24575,'11'-1'0,"1"0"0,-1-2 0,0 1 0,0-1 0,0 0 0,-1-1 0,19-10 0,-16 8 0,0 1 0,0 0 0,0 0 0,23-3 0,-2 3 0,-11 3 0,-1-1 0,1-2 0,32-10 0,6-4 0,101-20 0,-130 33 0,50-12 0,-62 13-341,1 1 0,-1 0-1,27 0 1,-21 3-6485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1:08.0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0 177 24575,'3'0'0,"0"1"0,0-1 0,0 1 0,0-1 0,1 0 0,-1 0 0,5-2 0,0 2 0,-3 0 0,0 0 0,0 0 0,0-1 0,0 0 0,0 0 0,0 0 0,-1 0 0,1-1 0,0 0 0,-1 0 0,1 0 0,-1 0 0,0-1 0,0 1 0,0-1 0,0 0 0,0-1 0,-1 1 0,1-1 0,-1 1 0,0-1 0,0 0 0,0 0 0,3-8 0,-1 2 0,1 0 0,0 0 0,1 1 0,0 0 0,0 0 0,1 0 0,0 1 0,0 0 0,1 1 0,16-11 0,-24 17 0,1 0 0,-1 1 0,0-1 0,1 0 0,-1 1 0,1-1 0,-1 1 0,1 0 0,-1-1 0,1 1 0,0 0 0,-1 0 0,1 0 0,-1 0 0,1 0 0,-1 1 0,1-1 0,0 0 0,-1 1 0,3 0 0,-2 0 0,0 1 0,0-1 0,0 1 0,0-1 0,-1 1 0,1 0 0,0-1 0,-1 1 0,0 0 0,1 0 0,-1 0 0,2 3 0,1 6 0,0 1 0,0-1 0,-1 1 0,2 15 0,-4-23 0,6 31 0,2 14 0,-2 0 0,2 50 0,-10-40 0,2 38 0,0-86 0,0 0 0,1 0 0,0 0 0,1 0 0,1 0 0,6 15 0,-2-7 0,-1 0 0,0 0 0,-2 1 0,0 0 0,-1 0 0,-1 1 0,-1-1 0,-1 0 0,-2 29 0,0-18-1365,1-4-5461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1:26.1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544 2447 24575,'-5'0'0,"0"-1"0,0 0 0,0-1 0,0 1 0,0-1 0,1 0 0,-1 0 0,1-1 0,-1 0 0,1 1 0,0-1 0,-6-5 0,-25-15 0,27 18 0,-1 0 0,1-1 0,1 0 0,-11-9 0,-7-6 0,13 10 0,0 0 0,1-1 0,0 0 0,-14-23 0,8 13 0,5 4 0,1 0 0,0 0 0,1-1 0,1 0 0,1-1 0,1 0 0,1 0 0,-6-30 0,2 8 0,-15-41 0,2 13 0,19 58 0,-2 0 0,1 0 0,-2 0 0,0 1 0,0 0 0,-12-14 0,6 9 0,-15-28 0,21 30 0,1 0 0,0-1 0,1 0 0,1 0 0,0-1 0,1 1 0,-1-25 0,4-115 0,3 76 0,-3-366 0,0 436 0,1 1 0,-1-1 0,2 0 0,-1 1 0,1-1 0,1 1 0,-1 0 0,2-1 0,-1 1 0,1 1 0,0-1 0,0 0 0,1 1 0,0 0 0,1 0 0,-1 1 0,1-1 0,1 1 0,-1 0 0,1 1 0,0 0 0,0 0 0,9-5 0,-11 7 0,0-1 0,0 1 0,-1-1 0,1 0 0,-1-1 0,0 1 0,0-1 0,-1 0 0,1 0 0,-1 0 0,5-10 0,0-4 0,11-40 0,-19 58 0,1-2 0,0 0 0,0 0 0,1-1 0,-1 1 0,1 1 0,0-1 0,0 0 0,0 0 0,0 1 0,0-1 0,0 1 0,1-1 0,3-2 0,1 0 0,1 1 0,0-1 0,13-4 0,-14 7 0,0-1 0,-1-1 0,1 1 0,-1-1 0,1 0 0,-1 0 0,9-9 0,7-12 0,-13 15 0,-1 0 0,2 0 0,-1 1 0,1 0 0,1 1 0,0 0 0,0 0 0,16-7 0,-26 14 0,7-1 0,-1-1 0,0-1 0,0 1 0,0-1 0,-1 0 0,1 0 0,-1-1 0,0 0 0,10-11 0,-11 12 0,-1-1 0,1 1 0,0 0 0,0 0 0,1 0 0,-1 1 0,1-1 0,0 1 0,0 1 0,0-1 0,0 1 0,0 0 0,1 1 0,-1-1 0,8 0 0,0 0 0,-1-2 0,18-6 0,-24 7 0,-1-1 0,1-1 0,-1 1 0,0-1 0,0 0 0,-1 0 0,10-12 0,-10 12 0,0-1 0,0 0 0,1 1 0,0 0 0,0 0 0,0 1 0,0 0 0,14-7 0,80-15 0,29-5 0,-103 25 0,0 1 0,1 1 0,-1 1 0,52 1 0,-45 2 0,1-1 0,47-9 0,-32 2 0,94-4 0,52 12 0,-74 2 0,-27-2-1365,-66 0-5461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1:29.6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24575,'0'9'0,"1"1"0,0-1 0,1 0 0,0 1 0,0-1 0,1 0 0,0 0 0,1 0 0,0-1 0,0 1 0,1-1 0,0 0 0,1 0 0,-1-1 0,1 1 0,13 11 0,61 75 0,4 4 0,-65-77 0,21 31 0,-30-37 0,1 0 0,1-1 0,0 0 0,1-1 0,17 14 0,-13-13 0,-1 0 0,16 18 0,-17-16 0,1-1 0,17 14 0,-19-19 0,-1 0 0,-1 1 0,0 1 0,21 24 0,-28-28 0,0-1 0,0 1 0,-1 0 0,0 0 0,-1 0 0,0 0 0,0 1 0,-1 0 0,0-1 0,2 18 0,-1 19 0,-2 0 0,-6 54 0,5-95 0,-1 1 0,0-1 0,0 0 0,0 0 0,-1 0 0,0 0 0,1 0 0,-1 0 0,0-1 0,-1 1 0,-4 5 0,-2 1 0,0-2 0,-16 14 0,-10 8 0,5-2 0,-2-1 0,-1-2 0,-54 33 0,41-27 0,37-24 0,0 0 0,0-1 0,0 0 0,-1 0 0,0-1 0,0 0 0,-1-1 0,1 0 0,-21 4 0,24-8 0,0 1 0,0 0 0,0 0 0,0 1 0,0 0 0,0 0 0,1 1 0,-1 0 0,1 0 0,-1 1 0,1-1 0,0 1 0,-7 7 0,7-5-195,-1 0 0,0 0 0,0-1 0,-1 0 0,1 0 0,-15 6 0,0-4-6631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1:31.3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1 132 24575,'9'-1'0,"1"-1"0,-1 0 0,1 0 0,-1-1 0,0 0 0,0 0 0,0-1 0,10-6 0,-7 4 0,0 1 0,1 0 0,21-6 0,13 6 0,-40 5 0,1 0 0,-1-1 0,0 0 0,0 0 0,0 0 0,1-1 0,-1 0 0,-1 0 0,1-1 0,11-6 0,-8 3 0,1-1 0,0 2 0,0 0 0,0 0 0,0 1 0,1 0 0,0 1 0,0 0 0,0 1 0,0 0 0,0 1 0,0 1 0,14 0 0,-7 0 0,-1 1 0,0 0 0,0 2 0,0 0 0,22 6 0,-35-7 0,0-1 0,0 1 0,0 0 0,0 1 0,0-1 0,0 1 0,-1 0 0,1 0 0,-1 0 0,0 0 0,0 1 0,0 0 0,-1 0 0,1 0 0,-1 0 0,0 1 0,0-1 0,0 1 0,-1-1 0,1 1 0,-1 0 0,2 7 0,30 173 0,-31-173 0,0 1 0,1-1 0,0 0 0,12 21 0,-10-21 0,0 0 0,-1 0 0,-1 0 0,5 22 0,-4 13 0,-2 1 0,-5 78 0,-1-33 0,4-67 0,-1-10 0,0-1 0,-4 29 0,3-39 0,0 0 0,-1 0 0,1 0 0,-1 0 0,0-1 0,-1 1 0,1 0 0,-1-1 0,0 1 0,0-1 0,0 0 0,-5 5 0,-6 5 0,0 0 0,-1 0 0,0-2 0,-1 1 0,-1-2 0,0 0 0,-33 15 0,14-14 0,-40 10 0,152-20 0,-67-2 0,1-1 0,0 1 0,0 0 0,1 0 0,-1 1 0,0 1 0,0 0 0,0 0 0,0 1 0,13 5 0,-2 2 0,0-1 0,1-1 0,1-2 0,31 7 0,-41-11 0,0 2 0,0-1 0,0 1 0,-1 1 0,0 1 0,1-1 0,-2 2 0,1 0 0,11 9 0,-19-13 0,-1 0 0,1 0 0,-1 1 0,1-1 0,-1 1 0,0 0 0,-1 0 0,1 0 0,-1 0 0,1 1 0,-1-1 0,0 1 0,-1-1 0,1 1 0,-1 0 0,0 0 0,0-1 0,-1 1 0,1 0 0,-1 0 0,0 0 0,0 0 0,-1 0 0,0 0 0,1-1 0,-2 1 0,-1 6 0,-12 28 0,-35 65 0,47-99 0,0 0 0,-1-1 0,0 1 0,0-1 0,0 0 0,0 0 0,0 0 0,-1-1 0,0 1 0,-6 2 0,5-2 0,1-1 0,0 1 0,0-1 0,0 1 0,0 1 0,1-1 0,0 1 0,-7 8 0,6-3 0,-1-1 0,-1 0 0,0 0 0,0 0 0,-1-1 0,0 0 0,0-1 0,-1 1 0,0-1 0,0-1 0,-1 0 0,-10 5 0,10-5 0,1 0 0,-1 1 0,1 0 0,-9 10 0,8-8 0,0-1 0,0 0 0,-12 7 0,17-12-73,-9 6-142,0-2 0,-1 1-1,0-2 1,0 0-1,-16 4 1,7-6-6611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2:13.2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67 0 24575,'-2'1'0,"1"-1"0,-1 1 0,1 0 0,-1-1 0,1 1 0,0 0 0,-1 0 0,1 0 0,0 0 0,-1 0 0,1 0 0,0 0 0,0 1 0,0-1 0,0 0 0,0 0 0,-1 3 0,-15 26 0,17-28 0,-5 9 0,0 0 0,2 0 0,-1 1 0,2-1 0,-1 1 0,-1 24 0,5 76 0,1-60 0,-1 488 0,-1-524 0,1 0 0,1 0 0,0-1 0,1 1 0,0-1 0,2 0 0,0 0 0,8 18 0,-3-17 0,1-1 0,0-1 0,17 18 0,-13-15 0,20 28 0,67 97 0,-84-117 0,35 34 0,-31-36 0,25 34 0,-35-42 0,1 0 0,1-1 0,0-1 0,23 17 0,19 18 0,-28-21 0,-7-6 0,0-1 0,44 32 0,-44-38 0,-10-6 0,0-1 0,1 0 0,0 0 0,22 8 0,-20-10 0,-1 2 0,0-1 0,-1 2 0,0 0 0,23 18 0,-24-16 0,1-1 0,0 0 0,1-1 0,-1-1 0,26 11 0,-12-8 0,-1 2 0,27 15 0,-30-14 0,0-1 0,47 16 0,-63-26 0,4 0 0,-1 1 0,0 0 0,0 0 0,0 1 0,-1 0 0,1 1 0,-1 0 0,0 0 0,9 8 0,-4-2 0,1 0 0,1-1 0,-1-1 0,1 0 0,1-1 0,0 0 0,17 5 0,6 3 0,-25-8 0,0 0 0,-1 0 0,0 1 0,20 19 0,13 10 0,113 67 0,-144-94 13,0 1 0,-1 0 0,13 15 0,5 4-1430,-10-12-5409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2:14.5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24575,'7'6'0,"0"0"0,1-1 0,-1 1 0,1-1 0,1-1 0,-1 0 0,1 0 0,-1-1 0,16 4 0,-15-4 0,0 0 0,1 0 0,-1 1 0,0 0 0,-1 1 0,1 0 0,-1 0 0,13 11 0,5 13 0,-20-21 0,1-1 0,0 0 0,1 0 0,-1 0 0,14 8 0,-8-6 0,-1 0 0,1 0 0,-2 1 0,1 1 0,-1 0 0,-1 1 0,0 0 0,-1 0 0,0 1 0,8 16 0,-4-9 0,0-1 0,27 30 0,-23-30 0,27 41 0,-16-7 0,-19-35 0,1 0 0,1 0 0,18 23 0,-19-29 0,0 0 0,-1 1 0,-1 0 0,0 0 0,-1 1 0,0 0 0,-1 0 0,7 25 0,-13-36 0,1-1 0,-1 1 0,-1 0 0,1-1 0,0 1 0,0 0 0,-1-1 0,0 1 0,1-1 0,-1 1 0,0-1 0,0 1 0,-1-1 0,1 0 0,0 0 0,-1 1 0,1-1 0,-1 0 0,0 0 0,0 0 0,0-1 0,0 1 0,0 0 0,0-1 0,-3 2 0,-6 5 0,-1-1 0,-1-1 0,-18 7 0,25-10 0,-11 3 0,-1-1 0,-18 3 0,20-4 0,0 0 0,1 0 0,-20 9 0,9 0-120,6-3-87,0 0-1,-1-2 1,0 0-1,0-1 0,-31 6 1,27-11-6619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06.2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1402 2 24575,'-81'-1'0,"-91"3"0,144 2 0,-41 11 0,34-7 0,31-6 0,0-1 0,0 1 0,0-1 0,1 1 0,-1 0 0,0 0 0,1 1 0,0-1 0,0 1 0,0 0 0,0 0 0,0 0 0,0 0 0,1 0 0,-5 7 0,5-6 0,-1 0 0,0 0 0,-1 0 0,1 0 0,0-1 0,-1 1 0,0-1 0,0 0 0,0 0 0,-8 4 0,-7 1 0,-1 0 0,0-2 0,0 0 0,0-1 0,-30 4 0,35-7 0,0 1 0,1 0 0,0 1 0,0 1 0,0 0 0,0 1 0,1 0 0,0 1 0,0 1 0,1 0 0,-15 13 0,10-10 0,1-1 0,-1 0 0,-30 11 0,-6 4 0,17-8 0,19-9 0,0 0 0,-16 12 0,3-1 0,23-16 0,1 1 0,0 0 0,-1 0 0,1 1 0,1-1 0,-1 1 0,1 1 0,0-1 0,0 1 0,0 0 0,-4 8 0,3-3 0,2-4 0,1 0 0,-2 1 0,1-1 0,-1-1 0,0 1 0,0-1 0,-10 10 0,-2-4 0,2 1 0,-1 1 0,2 1 0,0 0 0,1 1 0,0 0 0,-19 34 0,25-37 0,1 0 0,0 1 0,1-1 0,0 1 0,1 0 0,1 0 0,1 1 0,-2 23 0,1 34 0,8 79 0,-4-145 6,0 0-1,1 0 1,-1 0 0,2 0-1,-1 0 1,1-1-1,-1 1 1,1-1 0,1 1-1,-1-1 1,1 0-1,0 0 1,0-1 0,1 1-1,9 7 1,5 3-260,2-1 1,36 19 0,-36-22-442,0 1-6131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07.5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28 24575,'1'1'0,"0"-1"0,0 0 0,0 1 0,0-1 0,0 1 0,0-1 0,0 1 0,0-1 0,0 1 0,0 0 0,0-1 0,0 1 0,-1 0 0,1 0 0,0 0 0,0 0 0,0 1 0,15 22 0,-8-11 0,-2-7 0,-1 1 0,2-1 0,-1-1 0,9 7 0,18 15 0,-21-13 0,25 20 0,-31-30 0,1 1 0,-1-1 0,1-1 0,0 1 0,0-1 0,0-1 0,8 3 0,5 2 0,-1 0 0,21 12 0,12 4 0,-48-21 0,1 1 0,-1-1 0,0 0 0,0 1 0,6 5 0,10 7 0,-20-15 0,1 0 0,-1 0 0,0 0 0,1 0 0,-1 0 0,0 0 0,0 0 0,1 1 0,-1-1 0,0 0 0,1 0 0,-1-1 0,0 1 0,0 0 0,1 0 0,-1 0 0,0 0 0,1 0 0,-1 0 0,0 0 0,0 0 0,1-1 0,-1 1 0,0 0 0,0 0 0,1 0 0,-1 0 0,0-1 0,0 1 0,0 0 0,1 0 0,-1-1 0,0 1 0,0 0 0,0 0 0,0-1 0,0 1 0,1 0 0,-1-1 0,0 1 0,0 0 0,0 0 0,0-1 0,0 1 0,0 0 0,0-1 0,0 1 0,0 0 0,0-1 0,1-18 0,-1 17 0,-5-251-1365,5 225-5461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09.0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1209 24575,'510'0'0,"-502"0"0,1 0 0,-1-1 0,1 0 0,-1-1 0,0 0 0,0 0 0,1-1 0,-2 0 0,1 0 0,10-6 0,-6 1 0,0-1 0,0 0 0,-1 0 0,0-1 0,10-13 0,3-3 0,-10 13 0,-2-1 0,0-1 0,20-29 0,-23 29 0,1 0 0,18-20 0,5-6 0,-29 35 0,-1-2 0,1 1 0,-1 0 0,0-1 0,-1 1 0,0-1 0,0 0 0,-1 0 0,0 0 0,1-12 0,-2 13 0,0 0 0,1 0 0,-1 0 0,2 1 0,-1-1 0,1 0 0,0 1 0,0-1 0,1 1 0,0 0 0,0-1 0,1 1 0,6-9 0,-2 6 0,-3 5 0,0-1 0,0 0 0,-1 0 0,1 0 0,-1-1 0,-1 0 0,1 0 0,-1 0 0,0 0 0,0 0 0,-1 0 0,0-1 0,2-10 0,1-8 0,1-1 0,1 1 0,18-46 0,-19 57 0,-2 0 0,0 0 0,0 0 0,-1-1 0,1-28 0,-5-78 0,-1 61 0,3 33 0,-1 15 0,1-1 0,-2 1 0,0 0 0,-4-24 0,4 33 0,0 1 0,1-1 0,-1 1 0,-1-1 0,1 1 0,0-1 0,0 1 0,-1 0 0,1 0 0,-1 0 0,0 0 0,0 0 0,0 0 0,0 0 0,0 1 0,0-1 0,0 0 0,0 1 0,-1 0 0,1 0 0,-1 0 0,1 0 0,-1 0 0,1 0 0,-1 0 0,1 1 0,-1-1 0,-3 1 0,3 0 0,0 0 0,-1 0 0,1 1 0,0 0 0,0-1 0,0 1 0,-1 0 0,1 0 0,0 1 0,0-1 0,1 0 0,-1 1 0,0 0 0,0 0 0,1 0 0,-4 3 0,-5 5 0,0 1 0,-11 15 0,8-9 0,-50 62 63,-29 31-1491,74-90-5398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09.5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24575,'14'0'0,"0"0"0,0 1 0,0 1 0,-1 0 0,18 5 0,-25-5 0,0 1 0,0-1 0,0 1 0,0 1 0,0-1 0,-1 1 0,1 0 0,-1 0 0,0 0 0,0 1 0,-1 0 0,0 0 0,5 6 0,5 11 0,0 1 0,-1 0 0,10 29 0,-14-35 0,-1-1 0,19 26 0,-17-29 0,-1 0 0,-1 1 0,0 0 0,5 16 0,7 32-1365,-10-35-5461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16.6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2 349 24575,'0'-28'0,"-1"11"0,1 0 0,0 0 0,1 0 0,1 0 0,1 1 0,0-1 0,1 0 0,10-23 0,-2 10 0,-6 14 0,1 1 0,15-26 0,-20 37 0,0 1 0,1 0 0,-1 0 0,1 0 0,0 0 0,0 0 0,0 1 0,0-1 0,0 1 0,0 0 0,1 0 0,-1 0 0,1 0 0,-1 1 0,1-1 0,7-1 0,-8 3 0,0 0 0,0 0 0,0 0 0,0 1 0,0-1 0,0 1 0,0 0 0,0-1 0,0 1 0,0 1 0,0-1 0,-1 0 0,1 1 0,0-1 0,-1 1 0,1 0 0,-1 0 0,0 0 0,0 0 0,0 0 0,0 1 0,0-1 0,0 0 0,0 1 0,-1 0 0,2 3 0,5 8 0,-1 0 0,0 1 0,6 23 0,20 78 0,15 87 0,-34-148 0,-9-37 0,0 1 0,2 21 0,-4-22 0,1 1 0,0-1 0,2-1 0,8 22 0,-6-21 0,-2 1 0,0-1 0,6 34 0,-9-11-682,-2 44-1,-2-57-6143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34.8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24575,'5'-1'0,"1"1"0,-1 0 0,0 0 0,1 1 0,-1-1 0,0 1 0,1 0 0,-1 1 0,0-1 0,0 1 0,0 0 0,0 0 0,0 1 0,0-1 0,-1 1 0,1 0 0,-1 1 0,0-1 0,4 5 0,2 0 0,0 1 0,0-2 0,1 0 0,-1 0 0,2-1 0,-1 0 0,1-1 0,-1 0 0,19 4 0,4 3 0,-24-7 0,1 0 0,-2 1 0,16 10 0,12 7 0,-25-17 0,24 13 0,35 25 0,-61-37 0,1 2 0,-1-1 0,0 1 0,-1 1 0,0-1 0,-1 2 0,10 14 0,58 108 0,-65-113 0,-1 1 0,-2 0 0,1 0 0,-2 1 0,-1 0 0,-1 0 0,4 33 0,13 43 0,-21-94 0,2 3 0,1 1 0,-1-1 0,1 0 0,0 0 0,1 0 0,0-1 0,5 7 0,17 23 0,-14-12 0,-2 0 0,0 1 0,-1 0 0,-2 1 0,7 33 0,19 57 46,-17-64-1457,-11-31-5415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36.0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91 24575,'4'1'0,"-1"0"0,1 0 0,-1 1 0,0-1 0,0 1 0,1-1 0,4 5 0,2 0 0,-4-3 0,-1 1 0,0 0 0,1 0 0,-2 0 0,1 1 0,-1 0 0,1 0 0,-1 0 0,3 6 0,31 54 0,-34-56 0,5 11 0,-1 0 0,9 34 0,-13-37 0,0-1 0,2 0 0,0 0 0,1-1 0,13 24 0,-7-19 0,-8-12 0,0 0 0,0 0 0,1-1 0,7 8 0,-11-13 0,-1-1 0,1 1 0,0-1 0,-1 0 0,1 1 0,0-1 0,0 0 0,0 0 0,0 0 0,0-1 0,0 1 0,1 0 0,-1-1 0,0 1 0,0-1 0,0 0 0,1 0 0,-1 0 0,0 0 0,0 0 0,0 0 0,4-1 0,-4 0 0,0 0 0,0 0 0,0 0 0,0 0 0,0-1 0,0 1 0,0-1 0,-1 1 0,1-1 0,0 0 0,-1 1 0,1-1 0,-1 0 0,0 0 0,1 0 0,-1 0 0,0 0 0,0 0 0,0-1 0,-1 1 0,1 0 0,0 0 0,-1-4 0,3-7 0,-1 0 0,-1-25 0,0 33 0,-3-219 133,-1 60-1631,3 137-5328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42.7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262 1675 24575,'5'0'0,"0"-1"0,0 0 0,0 0 0,0 0 0,0 0 0,0-1 0,-1 0 0,1 0 0,0 0 0,-1 0 0,1-1 0,-1 0 0,0 0 0,0 0 0,0 0 0,0-1 0,-1 1 0,1-1 0,3-5 0,5-9 0,0-1 0,-1 0 0,11-25 0,-4 7 0,-8 19 0,39-82 0,-43 85 0,-1 0 0,0 0 0,-1-1 0,-1 1 0,1-17 0,-2 20 0,0 0 0,0 0 0,1 0 0,1 0 0,0 1 0,1 0 0,8-16 0,-3 5 0,0-1 0,-2 0 0,-1-1 0,0 0 0,5-40 0,-7 10 0,-2-81 0,-2 45 0,-4-72 0,1 146 0,0 1 0,-1 0 0,0 0 0,-1 0 0,-1 0 0,0 1 0,-1 0 0,-1 0 0,-12-20 0,4 12 0,-15-31 0,-8-11 0,33 57 0,-2 0 0,1 1 0,-1-1 0,0 2 0,0-1 0,0 1 0,-9-5 0,-21-16 0,29 19 0,1 0 0,-2 1 0,1 0 0,-1 0 0,0 1 0,0 0 0,-1 1 0,1 0 0,-1 0 0,-15-3 0,1 2 0,13 4 0,0-1 0,0-1 0,0 1 0,1-2 0,-1 0 0,1 0 0,0-1 0,0 0 0,-9-7 0,13 7 0,-1-1 0,0 1 0,0 1 0,0-1 0,-15-5 0,21 9 0,-1 0 0,1 1 0,-1-1 0,1 1 0,-1 0 0,0-1 0,1 1 0,-1 0 0,1 0 0,-1 0 0,1 0 0,-1 0 0,0 1 0,1-1 0,-1 0 0,1 1 0,-1-1 0,1 1 0,-1 0 0,1-1 0,0 1 0,-1 0 0,1 0 0,0 0 0,-1 0 0,1 0 0,0 0 0,0 0 0,0 0 0,0 0 0,0 1 0,0-1 0,0 0 0,0 1 0,1-1 0,-1 1 0,1-1 0,-2 3 0,-1 6 0,0 0 0,1 0 0,0 0 0,0 1 0,0 18 0,5 58 0,0-35 0,-2-42 0,0 0 0,0 1 0,1-1 0,1 0 0,-1 1 0,2-1 0,-1-1 0,2 1 0,-1 0 0,9 12 0,6 15 0,7 14 0,-20-41 2,0 1-1,7 18 0,11 19 57,-22-45-188,0 0 0,0 0 1,1 0-1,0 0 0,-1 0 1,1 0-1,0-1 0,0 1 0,1-1 1,5 4-1,11 2-6696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43.7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98 24575,'0'0'0,"1"-1"0,-1 0 0,0 0 0,0 0 0,1 0 0,-1 0 0,1 0 0,-1 0 0,1 1 0,-1-1 0,1 0 0,-1 0 0,1 1 0,0-1 0,-1 0 0,1 1 0,0-1 0,0 0 0,0 1 0,-1-1 0,1 1 0,2-1 0,25-10 0,-14 6 0,16-7 0,1 2 0,56-11 0,-58 14 0,14 0 0,0 3 0,0 1 0,80 5 0,-36 0 0,-62-1 0,-1 0 0,0 2 0,1 1 0,-1 1 0,-1 1 0,42 17 0,-42-15-1365,-2-2-5461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46.1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1 448 24575,'-1'-48'0,"3"-58"0,-1 100 0,1 0 0,-1 0 0,1 0 0,0 0 0,1 1 0,-1-1 0,1 1 0,0-1 0,7-7 0,-5 6 0,-1 0 0,0-1 0,0 0 0,4-8 0,-2-4 0,-1 1 0,2 0 0,0 1 0,1-1 0,15-24 0,-20 39 0,0 0 0,-1 1 0,1-1 0,1 1 0,-1 0 0,1 0 0,-1 0 0,1 0 0,0 0 0,6-3 0,-7 5 0,1 0 0,-1 0 0,0 0 0,0 1 0,1-1 0,-1 1 0,1-1 0,-1 1 0,0 0 0,1 1 0,-1-1 0,0 1 0,1-1 0,-1 1 0,0 0 0,4 2 0,-3-1 0,0 0 0,0 0 0,-1 1 0,0-1 0,1 1 0,-1 0 0,0 0 0,0 0 0,-1 1 0,1-1 0,0 0 0,-1 1 0,0 0 0,0 0 0,2 5 0,1 3 0,-1-1 0,0 1 0,-1 0 0,2 14 0,-2-12 0,0 0 0,1-1 0,1 1 0,10 19 0,3 11 0,-13-28 0,0 1 0,-1-1 0,-1 1 0,2 35 0,-7 71 0,0-53 0,1 533-1365,1-576-5461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52.1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1427 2485 24575,'3'0'0,"0"0"0,0-1 0,0 1 0,0-1 0,0 0 0,0 0 0,0 0 0,0-1 0,0 1 0,-1-1 0,1 1 0,0-1 0,-1 0 0,0 0 0,1 0 0,-1 0 0,0-1 0,4-4 0,3-5 0,-1-2 0,12-23 0,-4 8 0,24-49 0,-28 53 0,1-1 0,23-32 0,-28 46 0,-1-1 0,-1 0 0,0 0 0,-1-1 0,0 1 0,-1-1 0,-1 0 0,3-22 0,-1 12 0,12-41 0,-7 37 0,2-1 0,0 1 0,2 1 0,19-28 0,-21 37 0,-1-1 0,-1-1 0,0 0 0,-2 0 0,0-1 0,-2 0 0,0 0 0,-1-1 0,-1 0 0,-1 1 0,-1-1 0,-2-41 0,-3-255 0,3 307 0,0-1 0,-1 1 0,0-1 0,-1 1 0,-6-19 0,7 25 0,-1 1 0,0-1 0,0 1 0,-1-1 0,1 1 0,-1 0 0,0 0 0,0 0 0,0 1 0,-1-1 0,1 1 0,-1-1 0,0 1 0,0 1 0,-7-5 0,-1 0 0,6 5 0,0-1 0,1 1 0,-1-2 0,1 1 0,0 0 0,0-1 0,0 0 0,0 0 0,1-1 0,-1 1 0,1-1 0,1 0 0,-1 0 0,-5-10 0,7 10 0,-1 0 0,0 1 0,0-1 0,-1 0 0,1 1 0,-1 0 0,0 0 0,0 0 0,-6-4 0,-4-1 0,-26-14 0,29 17 0,0 0 0,0 0 0,1-1 0,0 0 0,-10-10 0,-1-5 0,17 16 0,-1 0 0,0 1 0,0 0 0,0 0 0,-1 0 0,1 1 0,-1-1 0,0 1 0,-1 1 0,1-1 0,-12-3 0,10 5 0,0-1 0,0 1 0,0-1 0,1-1 0,-1 1 0,1-1 0,-1 0 0,2-1 0,-1 0 0,0 0 0,1-1 0,-6-5 0,3 2 0,-1 1 0,1 1 0,-1-1 0,-18-8 0,17 10 0,1-1 0,0 0 0,0 0 0,-12-12 0,6 5 0,0 1 0,-1 1 0,0 0 0,-1 1 0,-1 0 0,-33-12 0,28 12 0,-1-1 0,1-1 0,-27-20 0,43 27 0,0 1 0,0 1 0,-1-1 0,0 1 0,0 1 0,0 0 0,-13-3 0,-33-13 0,50 16 0,0 0 0,1 0 0,-1-1 0,1 1 0,-1-1 0,1 0 0,-4-5 0,5 5 0,0 0 0,-1 0 0,0 1 0,0-1 0,0 1 0,0 0 0,-1 0 0,1 0 0,-8-3 0,-22-4 0,24 7 0,0 0 0,0 0 0,1 0 0,-1-2 0,1 1 0,0-1 0,0 0 0,-14-12 0,16 10 0,0-1 0,0 1 0,-1 1 0,0 0 0,-1 0 0,1 0 0,-1 1 0,0 0 0,0 1 0,-1 0 0,1 0 0,-1 1 0,0 1 0,-11-3 0,-32-4 0,1-3 0,0-2 0,-68-27 0,84 28 0,25 10 0,0 0 0,0-2 0,0 1 0,0-2 0,-10-6 0,18 11 0,1-1 0,0 1 0,-1-1 0,1 1 0,-1 0 0,1 0 0,-1 0 0,0 0 0,0 1 0,1-1 0,-1 1 0,-4-1 0,6 1 0,0 0 0,1 0 0,-1 1 0,0-1 0,1 0 0,-1 0 0,0 0 0,1 1 0,-1-1 0,1 0 0,-1 1 0,0-1 0,1 0 0,-1 1 0,1-1 0,-1 1 0,1-1 0,-1 1 0,1-1 0,0 1 0,-1 0 0,0 1 0,1 0 0,-1-1 0,1 1 0,-1-1 0,1 1 0,0 0 0,0-1 0,0 1 0,0 0 0,0-1 0,0 1 0,1 3 0,2 3 0,0 1 0,0-1 0,1 0 0,0 0 0,1 0 0,-1 0 0,1-1 0,7 7 0,9 16 0,75 111 0,-79-105 0,-15-30 0,0 0 0,0 0 0,1-1 0,0 1 0,0-1 0,1 0 0,0 0 0,5 6 0,23 18 0,26 26 0,-53-49 0,0 0 0,0 0 0,-1 1 0,1 0 0,-2-1 0,1 2 0,4 11 0,-4-5 0,-2-7 0,0 0 0,1 0 0,-1-1 0,1 1 0,0-1 0,8 11 0,13 24 61,-21-34-265,0 0 0,0-1 1,1 1-1,0-1 0,1 0 1,9 10-1,2-4-6622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52.9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0 349 24575,'0'-3'0,"0"0"0,1-1 0,-1 1 0,1 0 0,-1 0 0,1 0 0,0 0 0,0 0 0,0 0 0,1 0 0,-1 0 0,1 0 0,-1 1 0,1-1 0,0 0 0,0 1 0,0 0 0,1-1 0,-1 1 0,0 0 0,1 0 0,0 0 0,3-2 0,5-1 0,1 0 0,0 0 0,0 1 0,20-4 0,0-1 0,50-11 0,-63 17 0,-1-1 0,1 0 0,-1-2 0,0 0 0,28-15 0,-33 13 0,1 0 0,1 1 0,-1 0 0,1 1 0,0 0 0,0 2 0,24-5 0,-25 7 0,-1-1 0,1-1 0,0 0 0,-1-1 0,0 0 0,0-1 0,0-1 0,14-9 0,-16 9 0,0 2 0,1-1 0,0 1 0,0 1 0,0 0 0,1 1 0,17-3 0,4 3 0,48 1 0,0 0 0,-54-1 67,31-7 0,12-2-1566,-44 9-5327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55.0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35 24575,'2'-1'0,"1"1"0,-1-1 0,1 0 0,-1 1 0,1-1 0,-1 0 0,0-1 0,4-1 0,13-6 0,1 4 0,0 1 0,1 1 0,32-1 0,66 6 0,-45 0 0,-60-2 0,0 1 0,0 0 0,-1 1 0,27 7 0,-33-7 0,-1 0 0,0 1 0,0-1 0,-1 1 0,1 1 0,0-1 0,-1 1 0,0 0 0,0 0 0,0 1 0,0-1 0,6 9 0,-5-4 0,10 13 0,14 26 0,-25-40 0,-1 1 0,0 0 0,-1 0 0,1 0 0,-2 0 0,3 18 0,10 59 0,-8-53 0,-2 0 0,1 35 0,-6 278 0,-1-151 0,1-188 0,0 0 0,0 0 0,-1 0 0,0 0 0,-3 9 0,3-13 0,0 0 0,0 0 0,-1-1 0,1 1 0,-1 0 0,0-1 0,1 1 0,-1-1 0,0 1 0,-1-1 0,1 0 0,0 0 0,-1 0 0,-3 2 0,1-1 0,0 0 0,0 1 0,1 0 0,0-1 0,-8 9 0,12-11 0,-1 0 0,1-1 0,-1 1 0,1 0 0,-1 0 0,1 0 0,0-1 0,-1 1 0,1 0 0,0 0 0,0 0 0,-1 0 0,1 0 0,0 0 0,0-1 0,0 1 0,0 0 0,1 2 0,-1-2 0,1 0 0,-1 0 0,1 0 0,-1-1 0,1 1 0,0 0 0,0 0 0,-1 0 0,1-1 0,0 1 0,0 0 0,0-1 0,0 1 0,0 0 0,0-1 0,0 0 0,0 1 0,0-1 0,2 1 0,16 3 0,1 0 0,0-2 0,-1 0 0,1-1 0,0-1 0,26-3 0,7 0 0,75 2-1365,-100 1-5461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4:02.0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 2035 24575,'-1'-3'0,"1"1"0,-1-1 0,0 1 0,1-1 0,-1 1 0,0 0 0,-1-1 0,-2-3 0,-5-13 0,3-10 0,1 0 0,2-1 0,1 1 0,1-1 0,3-38 0,0 8 0,-2-258 0,1 309 0,-1-1 0,1 0 0,1 1 0,0-1 0,0 1 0,1-1 0,0 1 0,0 0 0,1 0 0,7-11 0,-6 9 0,0 0 0,0-1 0,-2 1 0,1-1 0,-1 0 0,2-21 0,-3-71 0,-1 13 0,2 70 0,9-37 0,-7 38 0,-1 0 0,2-22 0,-6 33 0,1 0 0,0 0 0,1 0 0,-1 0 0,2 0 0,-1 0 0,1 1 0,1-1 0,-1 1 0,2 0 0,-1 0 0,1 0 0,6-7 0,-3 3 0,1 0 0,12-24 0,-18 29 0,0 0 0,0 0 0,1 1 0,1-1 0,-1 1 0,1 0 0,0 0 0,0 0 0,1 1 0,-1 0 0,1 0 0,0 0 0,14-7 0,6-2 0,-1-1 0,0-1 0,24-21 0,35-22 0,-67 49 0,2 1 0,20-7 0,-18 8 0,26-14 0,-26 8 0,-1 0 0,24-21 0,-26 19 0,38-24 0,-48 35 0,0 1 0,1 0 0,-1 0 0,1 1 0,0 0 0,0 1 0,0 0 0,14-2 0,35 3 0,-38 1 0,33-5 0,-46 4 0,0 0 0,0-1 0,0 0 0,0-1 0,0 0 0,0 0 0,-1 0 0,8-5 0,7-8 0,-10 9 0,0-1 0,0 1 0,0 1 0,15-6 0,-2 2 0,134-46 0,-128 47 0,-9 2 0,0 1 0,0 1 0,1 1 0,24-2 0,306 5 0,-164 3 0,1239-2-1365,-1400 0-5461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4:02.8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24575,'8'0'0,"-1"0"0,0 1 0,0 0 0,0 0 0,1 0 0,-1 1 0,0 0 0,9 5 0,-6-2 0,0 1 0,0 1 0,0 0 0,11 10 0,-17-14 0,7 8 0,1-1 0,0-1 0,1 0 0,0-1 0,16 8 0,-6-6 0,0-2 0,26 7 0,-35-10 0,0 0 0,0 1 0,21 12 0,15 7 0,2 4 0,-43-23 0,1 0 0,0-1 0,0 0 0,0-1 0,13 4 0,-2-1 0,0 0 0,0 2 0,20 10 0,-27-13 0,0 0 0,1-2 0,0 0 0,28 4 0,-30-5 0,-8-2 0,-1 0 0,0 0 0,0 1 0,0-1 0,0 1 0,0 0 0,0 1 0,0-1 0,-1 1 0,1-1 0,-1 1 0,0 0 0,0 0 0,0 0 0,0 1 0,0-1 0,-1 1 0,1 0 0,-1-1 0,0 1 0,0 0 0,-1 0 0,3 8 0,1 8 0,0 0 0,-1 0 0,1 38 0,-2-30 0,-1-16 0,0 0 0,1 0 0,1 0 0,0-1 0,1 1 0,0-1 0,1 0 0,8 12 0,17 35 0,-27-46 0,0 1 0,0-1 0,-1 1 0,-1 0 0,0 0 0,0 14 0,-2 2 0,-4 47 0,3-68 0,1-1 0,-2 1 0,1-1 0,-1 0 0,0 0 0,-1 1 0,1-2 0,-1 1 0,-1 0 0,1 0 0,-1-1 0,-1 0 0,1 0 0,-1 0 0,0-1 0,0 1 0,-12 8 0,1-2 0,0 0 0,0-2 0,-2 0 0,1-1 0,-1 0 0,0-2 0,-1 0 0,0-1 0,0-1 0,-24 3 0,16-1-1365,6 0-5461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4:08.3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35 24575,'1'-1'0,"-1"-1"0,0 1 0,1 0 0,-1 0 0,0 0 0,1 0 0,-1 0 0,1 0 0,0 0 0,-1 1 0,1-1 0,0 0 0,0 0 0,-1 0 0,1 1 0,0-1 0,0 0 0,0 1 0,0-1 0,0 1 0,0-1 0,0 1 0,0-1 0,0 1 0,0 0 0,0-1 0,2 1 0,33-7 0,-32 7 0,45-4 0,-1 1 0,78 7 0,-121-3 0,0 0 0,0 0 0,0 1 0,0 0 0,-1-1 0,1 2 0,0-1 0,-1 0 0,1 1 0,-1 0 0,0 0 0,7 7 0,3 4 0,25 34 0,-7-10 0,-27-31 0,-1-1 0,0 0 0,0 1 0,0 0 0,-1 0 0,0 0 0,-1 0 0,1 1 0,-1-1 0,-1 1 0,1-1 0,0 13 0,0-6 0,-1-7 0,2 0 0,-1 1 0,1-2 0,0 1 0,0 0 0,1-1 0,0 1 0,0-1 0,10 11 0,-8-10 0,1 2 0,-2-1 0,1 1 0,6 14 0,-7-7 0,0 1 0,4 32 0,3 9 0,-7-34 0,-1-1 0,1 29 0,-1-11 0,-2-35 0,-1 0 0,1 0 0,0 0 0,0 0 0,1 0 0,0-1 0,0 0 0,6 10 0,-4-9 0,-1 1 0,1 1 0,-2-1 0,5 11 0,-4-2 0,0 0 0,-2 0 0,1 1 0,-1 19 0,-5 70 0,1-38 0,2-44 0,0-3 0,-1 0 0,-4 26 0,4-40 0,-1 0 0,1-1 0,-2 1 0,1 0 0,-1-1 0,0 1 0,0-1 0,-1 0 0,0 0 0,-7 9 0,6-10 0,0 1 0,-1-1 0,1 0 0,-1 0 0,0-1 0,-1 0 0,1 0 0,-1 0 0,1-1 0,-1 0 0,-8 2 0,1-1 0,0-1 0,1-1 0,-2-1 0,-27 0 0,24-1 0,6 0 0,-1 0 0,-20 3 0,29-2 0,0 0 0,0 0 0,0 0 0,0 0 0,0 1 0,0 0 0,0 0 0,0 0 0,1 0 0,-1 1 0,-4 4 0,7-6 0,0-1 0,1 0 0,-1 1 0,1-1 0,-1 1 0,1-1 0,-1 1 0,1-1 0,-1 1 0,1 0 0,0-1 0,-1 1 0,1-1 0,0 1 0,0 0 0,-1-1 0,1 1 0,0 0 0,0-1 0,0 1 0,0 0 0,0 0 0,0-1 0,0 1 0,0 0 0,0-1 0,0 2 0,1-1 0,-1-1 0,1 1 0,0 0 0,-1 0 0,1-1 0,0 1 0,0 0 0,0-1 0,0 1 0,-1-1 0,1 1 0,0-1 0,0 1 0,0-1 0,0 0 0,1 1 0,7 1 0,0-1 0,0 0 0,11 0 0,-18-1 0,18-1 0,0 0 0,-1-2 0,1 0 0,29-10 0,-8 3 0,7-3 0,-27 7 0,0 1 0,0 1 0,26-2 0,-23 4 0,47-12 0,-46 9 0,45-6 0,100 10 0,-163 2 0,-12-2 0,-45 0 0,-1 2 0,-86 13 0,99-6-682,-52 3-1,63-10-6143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4:12.3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69 582 24575,'-1'-7'0,"0"0"0,0 0 0,-1 1 0,1-1 0,-2 1 0,1-1 0,-1 1 0,0 0 0,0 0 0,-5-7 0,3 4 0,0 0 0,0 0 0,-5-17 0,5 5 0,1 1 0,1-1 0,0-32 0,5-67 0,1 39 0,-3 68 0,-1 4 0,1-1 0,1 1 0,0 0 0,0 0 0,5-18 0,-5 25 0,0-1 0,0 1 0,0-1 0,1 1 0,0-1 0,-1 1 0,1 0 0,0 0 0,0 0 0,0 0 0,0 0 0,1 0 0,-1 0 0,0 1 0,1-1 0,-1 1 0,1 0 0,0-1 0,-1 1 0,1 1 0,0-1 0,-1 0 0,6 0 0,23-3 0,0 2 0,1 2 0,48 4 0,2 0 0,-31-5 0,-28 0 0,1 0 0,-1 2 0,29 4 0,-46-4 0,-1 0 0,1 1 0,-1-1 0,1 1 0,-1 0 0,0 1 0,0-1 0,0 1 0,0 0 0,0 0 0,-1 0 0,1 1 0,-1 0 0,0 0 0,0 0 0,0 0 0,0 1 0,3 5 0,29 63 0,-17-34 0,-14-28-227,-1 0-1,0 0 1,-1 0-1,0 1 1,2 14-1,-2-1-6598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4:18.1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24575,'3'3'0,"0"1"0,-1-1 0,0 0 0,0 1 0,0 0 0,0-1 0,0 1 0,-1 0 0,1 0 0,-1 0 0,1 6 0,10 25 0,9-3 0,-16-26 0,-1 1 0,0-1 0,0 1 0,0 0 0,0 1 0,-1-1 0,-1 1 0,4 13 0,0 19 0,6 30 0,-6-44 0,3 49 0,-5-36 0,-3-32 0,1 0 0,0 0 0,1-1 0,-1 1 0,1-1 0,0 0 0,1 0 0,-1 0 0,1 0 0,1-1 0,8 10 0,-7-9 0,-1 0 0,0 0 0,-1 1 0,1-1 0,-1 1 0,-1 0 0,1 0 0,-1 1 0,4 11 0,-3 5 0,-1-8 0,0-1 0,10 29 0,-12-41 0,1 1 0,-1-1 0,1 0 0,0 1 0,0-1 0,0 0 0,0 0 0,1-1 0,-1 1 0,1 0 0,-1-1 0,1 0 0,0 1 0,0-1 0,0 0 0,0-1 0,7 4 0,5-1 0,-1-2 0,1 1 0,0-1 0,0-1 0,0-1 0,0 0 0,15-3 0,-10 2 0,1 0 0,32 4 0,-46-2 0,0 0 0,0 1 0,0-1 0,-1 2 0,1-1 0,0 1 0,-1 0 0,0 0 0,0 1 0,0 0 0,8 7 0,21 20 0,-17-14 0,23 18 0,-33-30 0,-1 1 0,0 0 0,0 0 0,-1 1 0,0 0 0,0 0 0,-1 0 0,0 1 0,0 0 0,-1 0 0,7 15 0,-7-9 0,0 1 0,0 0 0,-1 0 0,-1 1 0,-1-1 0,0 19 0,-1 6 0,-4 112 0,3-146 0,0 0 0,-1 0 0,0-1 0,0 1 0,-1-1 0,0 1 0,0-1 0,0 0 0,0 0 0,-1 0 0,0-1 0,0 1 0,0-1 0,0 0 0,-1 0 0,-6 4 0,-2 1 0,0 0 0,-1 0 0,-1-1 0,-27 10 0,19-12-92,0-1-1,0-1 0,0-1 1,-1-1-1,1-1 0,-39-3 1,38 1-625,-3 0-6109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4:18.9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1 100 24575,'0'-2'0,"1"1"0,-1-1 0,1 1 0,0-1 0,0 1 0,-1 0 0,1-1 0,0 1 0,0 0 0,0 0 0,1-1 0,-1 1 0,0 0 0,0 0 0,1 0 0,-1 1 0,2-2 0,26-15 0,-27 16 0,11-4 0,-1 0 0,2 1 0,-1 0 0,0 1 0,19-1 0,29-8 0,-34 5 0,1 2 0,-1 1 0,39-1 0,86 6 0,-56 1 0,634-2-1365,-703 0-5461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09:19.3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0 223 24575,'319'0'0,"-313"0"0,-1 0 0,1 0 0,0-1 0,-1 1 0,1-1 0,-1 0 0,1-1 0,-1 1 0,1-1 0,-1 0 0,0-1 0,0 1 0,0-1 0,0 0 0,-1 0 0,7-6 0,4-2 0,0 0 0,1 0 0,1 2 0,0 0 0,0 1 0,0 0 0,1 1 0,1 2 0,-1-1 0,33-3 0,-17 1 0,47-16 0,-22 5 0,-31 13 0,1 2 0,0 0 0,0 2 0,1 1 0,34 4 0,-31-2 0,0 0 0,-1-2 0,60-10 0,-34 2 0,1 2 0,-1 2 0,84 5 0,-78 1 0,-40 1 0,0 0 0,39 10 0,17 1 0,-68-11 0,1 1 0,-1-1 0,0 2 0,0 0 0,-1 0 0,1 1 0,12 7 0,22 9 0,-31-15 0,-1 0 0,1 1 0,15 11 0,-3 0 0,1-1 0,0-1 0,1-2 0,1-1 0,42 13 0,-52-20 0,-1 0 0,1 2 0,-2 0 0,1 1 0,-1 1 0,-1 0 0,1 2 0,-2 0 0,18 17 0,-25-22 0,0 0 0,0-1 0,1 0 0,0-1 0,0 0 0,0 0 0,0-1 0,1-1 0,18 5 0,-16-5 0,0 1 0,-1 0 0,0 1 0,0 0 0,0 1 0,20 12 0,87 60 0,-102-66 0,1 0 0,0 0 0,1-2 0,1-1 0,-1 0 0,2-1 0,37 9 0,-47-13 0,0 0 0,0 0 0,0 1 0,-1 1 0,0 0 0,0 0 0,-1 1 0,0 0 0,11 11 0,28 19 0,-17-18 0,55 23 0,-60-31 0,-1 1 0,-1 1 0,44 31 0,-49-30 0,1-1 0,0 0 0,0-1 0,1-2 0,1 0 0,-1-1 0,2-1 0,25 5 0,-27-8 0,37 14 0,-52-16 0,1 0 0,-1 0 0,0 1 0,0-1 0,0 1 0,-1 1 0,1-1 0,-1 1 0,7 8 0,-4-5 0,1 1 0,0-1 0,0 0 0,1-1 0,0 0 0,1-1 0,-1 0 0,20 8 0,-13-6 0,0 0 0,24 18 0,-22-13 0,0-2 0,1 0 0,1-1 0,24 9 0,-20-9 0,-19-7 0,-1 0 0,1 0 0,0 1 0,-1 0 0,0 0 0,0 0 0,0 1 0,-1 0 0,1 0 0,-1 0 0,4 6 0,25 27 0,-29-35 0,0 0 0,0 0 0,1 0 0,-1-1 0,1 0 0,0 0 0,-1 0 0,1 0 0,8 1 0,-8-3 0,-1 2 0,1-1 0,-1 0 0,1 1 0,-1 0 0,0 0 0,1 0 0,-1 1 0,0-1 0,6 7 0,-2 0 0,0 1 0,0 1 0,6 11 0,-10-14 0,1 1 0,1-2 0,-1 1 0,1-1 0,0 1 0,1-2 0,7 7 0,8 2 0,43 22 0,-51-30 0,1 0 0,-1 1 0,-1 0 0,0 1 0,0 1 0,0 0 0,20 23 0,-26-24 0,0-1 0,0 0 0,0 0 0,1 0 0,0-1 0,1-1 0,0 1 0,0-2 0,0 1 0,1-1 0,0 0 0,-1-1 0,16 4 0,-17-5 0,1 0 0,-1 1 0,1-1 0,-1 2 0,0-1 0,-1 1 0,1 0 0,-1 1 0,0 0 0,0 0 0,-1 1 0,1-1 0,-2 1 0,1 1 0,5 9 0,38 40 57,-37-44-342,0 0 1,-1 0 0,-1 1-1,11 18 1,-12-11-6542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09:20.3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359 12 24575,'0'0'0,"-1"-1"0,1 1 0,0 0 0,0-1 0,0 1 0,0 0 0,0-1 0,0 1 0,0-1 0,0 1 0,0 0 0,0-1 0,0 1 0,0 0 0,0-1 0,1 1 0,-1-1 0,0 1 0,0 0 0,0-1 0,0 1 0,1 0 0,-1 0 0,0-1 0,0 1 0,1 0 0,-1-1 0,0 1 0,0 0 0,1 0 0,-1 0 0,0-1 0,1 1 0,-1 0 0,0 0 0,1 0 0,-1 0 0,0-1 0,1 1 0,-1 0 0,1 0 0,-1 0 0,0 0 0,1 0 0,-1 0 0,0 0 0,1 0 0,-1 0 0,0 0 0,1 0 0,-1 1 0,1-1 0,-1 0 0,0 0 0,1 0 0,0 1 0,23 15 0,-14-8 0,34 18 0,-1 2 0,-2 3 0,69 63 0,-95-80 0,-2 1 0,0 1 0,15 24 0,-23-31 0,-1-1 0,0 1 0,-1-1 0,1 1 0,-2 0 0,1 0 0,-2 1 0,1-1 0,0 16 0,-2-20 0,0 1 0,0-1 0,0 0 0,1 0 0,0 1 0,0-1 0,0 0 0,1 0 0,0 0 0,0 0 0,0 0 0,0-1 0,1 1 0,0-1 0,-1 1 0,2-1 0,5 7 0,6 3 0,-1 1 0,16 24 0,-27-35 0,0 0 0,-1 0 0,1 0 0,-1 0 0,0 1 0,0-1 0,-1 1 0,1 0 0,-1-1 0,0 1 0,-1 0 0,1 0 0,-1 0 0,0-1 0,0 1 0,0 5 0,-1-7 0,0-1 0,0 1 0,0-1 0,0 0 0,-1 0 0,1 1 0,-1-1 0,1 0 0,-1 0 0,0 0 0,0 0 0,0-1 0,0 1 0,0-1 0,0 1 0,0-1 0,0 1 0,-1-1 0,1 0 0,0 0 0,-1 0 0,1-1 0,-1 1 0,1 0 0,-1-1 0,-2 1 0,-11 1 0,1-1 0,-1 0 0,-18-2 0,21 0 0,-470-4 0,466 4-124,0-1 0,0 0 0,0-2 0,1 0 0,-1 0 0,1-2-1,0 0 1,0 0 0,1-2 0,-29-18 0,23 13-6702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8:44.9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416 2172 24575,'-59'1'0,"-69"-3"0,125 2 0,0 0 0,0 0 0,0-1 0,0 0 0,0 1 0,0-1 0,1 0 0,-1-1 0,0 1 0,1 0 0,-1-1 0,0 1 0,1-1 0,0 0 0,-1 0 0,1 0 0,-3-4 0,0-1 0,1 1 0,1-1 0,0 0 0,0 0 0,-3-10 0,-10-22 0,-2 4 0,2 0 0,2-1 0,1 0 0,2-2 0,1 1 0,2-1 0,2 0 0,-3-62 0,8 78 0,-2 0 0,-8-35 0,5 32 0,-3-40 0,6-276 0,5 175 0,-2-120 0,1 273 0,-1 1 0,2 0 0,-1-1 0,2 1 0,0 0 0,4-13 0,-4 18 0,0 0 0,0 1 0,0 0 0,0 0 0,1 0 0,0 0 0,1 1 0,-1-1 0,1 1 0,0 0 0,0 0 0,8-4 0,-3 1 0,-1 3 0,-1 0 0,0-1 0,0-1 0,0 1 0,11-14 0,-13 12 0,1 1 0,0 0 0,0 0 0,1 1 0,-1 0 0,1 0 0,1 1 0,-1 0 0,1 1 0,0 0 0,0 0 0,0 0 0,0 1 0,20-3 0,-20 5 0,1-1 0,0-1 0,-1 1 0,1-2 0,-1 1 0,0-1 0,0-1 0,-1 1 0,1-1 0,10-9 0,-10 5 0,-1 1 0,1 0 0,1 1 0,-1 0 0,1 1 0,1 0 0,-1 0 0,1 1 0,0 0 0,0 1 0,23-5 0,95-21 0,-117 27 0,-1 0 0,1-2 0,-1 1 0,18-11 0,-19 10 0,0 0 0,0 0 0,0 1 0,1 0 0,-1 1 0,14-2 0,29 0 0,-33 4 0,0-1 0,29-7 0,-29 5 0,-14 3 0,0-1 0,1 1 0,-1-1 0,0 0 0,0-1 0,0 1 0,0-1 0,-1 0 0,1-1 0,6-4 0,-2 0 11,1 1 0,0 0 0,1 0 1,0 1-1,0 1 0,0 0 0,0 1 0,24-5 0,-14 3-744,31-13 1,-35 10-6094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8:45.8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 24575,'92'-1'0,"103"3"0,-184 0 0,-1 0 0,0 1 0,1 0 0,-1 0 0,0 1 0,15 9 0,-14-7 0,1-1 0,-1 0 0,1-1 0,18 4 0,-15-4 0,1 0 0,-1 0 0,0 1 0,0 1 0,26 14 0,-23-10 0,0 1 0,-1 0 0,-1 1 0,21 20 0,7 1 0,1 1 0,-42-31 0,0 0 0,0 0 0,-1 1 0,1-1 0,-1 1 0,1 0 0,-1 0 0,0 0 0,-1 0 0,3 7 0,0 10 0,-1 1 0,-1-1 0,-1 0 0,-3 40 0,0-23 0,2-30 0,0 0 0,-1 0 0,0 0 0,-1 0 0,0 0 0,0-1 0,0 1 0,-7 12 0,6-15 0,0 0 0,-1 0 0,1 0 0,-1 0 0,0-1 0,0 0 0,-1 1 0,1-2 0,-1 1 0,0 0 0,0-1 0,-8 4 0,-4 1 0,0 0 0,-1 1 0,2 1 0,-1 1 0,-19 16 0,8-1 0,21-17 0,-1-1 0,0-1 0,-1 0 0,0 0 0,0 0 0,0-1 0,-1-1 0,-17 8 0,-23 3-1365,30-8-5461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8:47.4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1 463 24575,'5'-1'0,"1"0"0,0 0 0,-1-1 0,1 1 0,-1-1 0,6-3 0,8-2 0,10-4 0,1-2 0,-2-1 0,0-1 0,28-21 0,-49 31 0,0 0 0,-1-1 0,0 0 0,0-1 0,9-12 0,-10 13 0,-1 0 0,1 0 0,0 1 0,0 0 0,1 0 0,-1 0 0,1 0 0,7-3 0,-3 2 0,-5 4 0,0 0 0,0 0 0,0-1 0,0 0 0,-1 0 0,0 0 0,1-1 0,-1 0 0,0 1 0,-1-1 0,1 0 0,4-8 0,0-1 0,-4 5 0,1 0 0,0 1 0,0 0 0,0 0 0,1 0 0,10-9 0,-7 9 0,8-8 0,1 1 0,22-12 0,-6 2 0,7-5 0,-38 27 0,1 1 0,-1-1 0,0 1 0,0 0 0,1 0 0,-1 0 0,0 0 0,1 1 0,-1-1 0,1 1 0,3 0 0,-5 0 0,0 0 0,-1 1 0,1-1 0,0 1 0,0 0 0,-1 0 0,1-1 0,-1 1 0,1 0 0,-1 0 0,1 1 0,-1-1 0,1 0 0,-1 0 0,0 1 0,0-1 0,0 1 0,0-1 0,0 1 0,0-1 0,0 1 0,0 0 0,0-1 0,-1 1 0,1 0 0,-1 0 0,1-1 0,-1 4 0,2 7 0,0-1 0,-1 1 0,-1 14 0,0-19 0,-5 573 0,5-358-1365,0-195-5461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9:35.5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1117 1950 24575,'0'-572'0,"1"566"0,-1 1 0,-1-1 0,1 1 0,-1-1 0,0 1 0,0-1 0,-1 1 0,1 0 0,-1-1 0,0 1 0,-1 0 0,1 0 0,-1 1 0,0-1 0,0 0 0,-1 1 0,1 0 0,-1 0 0,0 0 0,-7-6 0,5 5 0,1-1 0,0 0 0,0 0 0,1 0 0,-8-13 0,9 14 0,0-1 0,0 1 0,-1 0 0,1 0 0,-1 0 0,0 1 0,-1-1 0,1 1 0,-1 0 0,-6-4 0,-6-4 0,0-1 0,2-1 0,-1 0 0,2-1 0,-21-26 0,-21-22 0,50 57 0,2 0 0,-1 0 0,1-1 0,0 1 0,0-1 0,0-1 0,1 1 0,1 0 0,-4-10 0,5 10 0,-1 1 0,0 0 0,0 0 0,-1 0 0,1 0 0,-2 0 0,1 1 0,0-1 0,-1 1 0,0 0 0,0 0 0,-1 0 0,1 1 0,-8-6 0,1 3 0,6 4 0,-1-1 0,1 1 0,0-1 0,0 0 0,0 0 0,1 0 0,0-1 0,-1 0 0,1 0 0,-4-7 0,-9-15 0,-2 0 0,-1 0 0,-34-34 0,22 35 0,28 23 0,0 1 0,0-1 0,0 0 0,0 0 0,1 0 0,-1 0 0,1-1 0,0 0 0,0 1 0,1-1 0,-1 0 0,1-1 0,-4-5 0,-6-24 0,-2 1 0,-1 1 0,-26-41 0,26 46 0,-15-37 0,20 40 0,-2 0 0,-22-35 0,12 24 0,19 27 0,-1 1 0,0 0 0,-1 0 0,0 0 0,0 1 0,0-1 0,-1 1 0,0 0 0,0 1 0,0-1 0,-9-4 0,-118-45 0,132 54 0,-1 1 0,1 0 0,0-1 0,0 1 0,-1 0 0,1 0 0,0 0 0,-1 0 0,1 0 0,0 0 0,-1 0 0,1 0 0,0 0 0,-1 1 0,1-1 0,0 0 0,0 1 0,-1-1 0,1 1 0,0 0 0,0-1 0,0 1 0,0 0 0,0 0 0,0 0 0,0-1 0,0 1 0,0 0 0,0 0 0,0 1 0,0-1 0,1 0 0,-1 0 0,1 0 0,-1 0 0,1 1 0,-1-1 0,1 0 0,-1 0 0,1 1 0,0 1 0,-2 8 0,0-1 0,1 1 0,0 0 0,2 12 0,-1-15 0,0 27 0,5 129 0,-3-153 0,0-1 0,1 1 0,0-1 0,1 0 0,0 0 0,7 13 0,-5-12 0,0 1 0,-2-1 0,1 1 0,3 19 0,-2 28-1365,-5-33-5461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9:40.0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35 24575,'19'-1'0,"0"-1"0,0-1 0,26-7 0,-23 5 0,44-6 0,256 9 0,-165 4 0,-148-2 0,0-1 0,0 1 0,0 0 0,-1 0 0,1 1 0,0 1 0,0-1 0,-1 1 0,1 1 0,-1 0 0,10 4 0,33 19-1365,-28-15-5461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9:43.8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0 299 24575,'12'0'0,"-1"-1"0,0 0 0,0 0 0,0-1 0,0-1 0,-1 0 0,1 0 0,10-6 0,-14 6 0,0-1 0,0 0 0,0 0 0,-1-1 0,0 0 0,0 0 0,0 0 0,-1-1 0,0 0 0,0 0 0,0 0 0,4-9 0,-3 4 0,1 0 0,0 0 0,0 0 0,1 1 0,0 0 0,1 1 0,12-11 0,29-27 0,-34 31 0,30-23 0,-46 38 0,1 1 0,0-1 0,0 0 0,0 1 0,-1-1 0,1 1 0,0-1 0,0 1 0,0 0 0,0-1 0,0 1 0,0 0 0,0 0 0,0-1 0,0 1 0,0 0 0,0 0 0,0 0 0,0 0 0,0 0 0,0 0 0,0 1 0,0-1 0,-1 0 0,1 0 0,2 1 0,-2 0 0,0 1 0,0-1 0,0 0 0,0 0 0,0 1 0,0-1 0,0 0 0,0 1 0,0-1 0,-1 1 0,1-1 0,-1 1 0,1 0 0,0 2 0,1 8 0,-1 1 0,0-1 0,-1 18 0,0-24 0,-4 1273-1365,4-1251-5461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9:56.7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509 2162 24575,'0'-8'0,"-1"1"0,0 0 0,0 0 0,-1 0 0,1 0 0,-2 0 0,1 0 0,-1 1 0,0-1 0,0 1 0,-1-1 0,0 1 0,0 0 0,0 1 0,-1-1 0,0 1 0,0 0 0,-9-7 0,-7-4 0,-1 1 0,0 1 0,-40-18 0,53 27 0,-1-1 0,2 0 0,-1 0 0,1-1 0,0 0 0,0 0 0,0-1 0,1 0 0,1 0 0,-1 0 0,-9-18 0,6 4 0,0 1 0,1-1 0,1-1 0,-6-26 0,12 38 0,0 1 0,-1 0 0,0 0 0,-1 0 0,0 0 0,0 0 0,-1 1 0,-1 0 0,-12-17 0,13 20 0,0 0 0,0 0 0,0-1 0,1 0 0,0 0 0,0 0 0,1 0 0,0 0 0,-3-11 0,-1-10 0,-5-37 0,6 33 0,-17-129 0,14 105 0,3 1 0,3-2 0,3-60 0,0 84 0,0 19 0,1 0 0,1 0 0,0 0 0,1 0 0,0 0 0,1 0 0,0 1 0,1 0 0,1 0 0,0 0 0,15-22 0,-17 31 0,1 0 0,-1-1 0,1 1 0,0 1 0,0-1 0,9-4 0,-10 6 0,1 0 0,-1 0 0,-1 0 0,1-1 0,0 0 0,-1 0 0,1 0 0,-1 0 0,0 0 0,0-1 0,0 0 0,-1 1 0,4-7 0,-1-1 0,-1 0 0,2 0 0,-1 0 0,1 1 0,1 0 0,0 0 0,1 1 0,14-15 0,36-20 0,-45 35 0,-1 1 0,1-2 0,-2 0 0,0 0 0,13-15 0,-17 17 0,8-12 0,19-20 0,-28 34 0,1 0 0,-1 1 0,1 0 0,0 0 0,0 1 0,1-1 0,8-2 0,-8 3 0,-1 0 0,1-1 0,-1 1 0,7-7 0,-8 6 0,0 1 0,0-1 0,0 2 0,0-1 0,0 1 0,13-5 0,98-15 0,-85 17 0,-2 2 0,-15 2 0,0 0 0,21-7 0,-31 8 0,-1-1 0,0 0 0,1 0 0,-1 0 0,0 0 0,0-1 0,0 0 0,0 0 0,0 0 0,-1 0 0,6-7 0,-3 3 0,0 2 0,1-1 0,-1 1 0,1 0 0,0 0 0,0 1 0,0 0 0,1 0 0,0 0 0,-1 1 0,1 1 0,13-4 0,34-14 0,-15 2-151,1 1-1,0 2 0,1 2 0,0 2 1,1 2-1,0 2 0,0 1 1,75 1-1,-90 5-6674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9:57.7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 24575,'34'0'0,"-12"-1"0,1 1 0,23 4 0,-39-3 0,1 1 0,0 0 0,0 0 0,-1 1 0,1 0 0,-1 0 0,0 1 0,0 0 0,10 7 0,3 3 0,35 17 0,-37-22 0,-1 1 0,-1 0 0,26 21 0,-28-20 0,2 0 0,20 12 0,-19-13 0,30 24 0,-22-12 0,-10-8 0,0-1 0,34 22 0,-30-24 0,-9-6 0,1 1 0,-1 0 0,-1 0 0,1 1 0,-1 1 0,0 0 0,13 15 0,-11-10 0,1 0 0,16 14 0,-16-16 0,-1 0 0,0 1 0,11 15 0,-18-19 0,1-1 0,-1 1 0,-1 0 0,0 1 0,0-1 0,0 0 0,-1 1 0,0 0 0,0 9 0,0 13 0,-2 39 0,-1-42 0,1-21 0,0 0 0,0-1 0,-1 1 0,0 0 0,0 0 0,-1 0 0,1-1 0,-1 1 0,-1-1 0,0 1 0,0-1 0,0 0 0,0 0 0,-1 0 0,0-1 0,0 1 0,-1-1 0,1 0 0,-1 0 0,-10 7 0,7-5 0,-1-1 0,0 0 0,0 0 0,-1-1 0,1 0 0,-1-1 0,0 0 0,-1 0 0,1-1 0,-1-1 0,1 0 0,-1 0 0,0-1 0,-12 0 0,1 0-455,-1 2 0,-26 5 0,22-2-6371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0:04.0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0 291 24575,'0'-15'0,"1"0"0,0-1 0,1 1 0,6-26 0,-7 36 0,1 0 0,0 1 0,0-1 0,0 0 0,0 1 0,1-1 0,0 1 0,0 0 0,0 0 0,0 0 0,1 0 0,-1 1 0,1-1 0,0 1 0,0 0 0,0 0 0,1 0 0,4-2 0,47-17 0,-41 18 0,-1-2 0,1 0 0,-1-1 0,27-17 0,-33 19 0,1 0 0,0 0 0,0 0 0,0 1 0,1 0 0,0 1 0,-1 0 0,1 1 0,0 0 0,15-1 0,13 1 0,57 4 0,-35 1 0,-53-4 0,-1 1 0,1 1 0,0-1 0,0 1 0,-1 1 0,1-1 0,0 1 0,-1 0 0,0 0 0,1 1 0,-1 0 0,0 0 0,0 0 0,-1 1 0,1 0 0,-1 0 0,0 1 0,0-1 0,0 1 0,8 10 0,-7-7 0,0 0 0,0 0 0,0 1 0,-1 0 0,0 0 0,-1 0 0,0 1 0,-1-1 0,0 1 0,0 0 0,-1 0 0,2 12 0,9 79 0,-5-51 0,0 52 0,-8 311 0,-1-395 0,0 0 0,-1 0 0,-1 0 0,-1 0 0,-1-1 0,0 1 0,-9 18 0,9-25 0,-1-1 0,0 0 0,-1-1 0,0 1 0,-1-1 0,1-1 0,-2 1 0,1-1 0,-1-1 0,-1 0 0,-12 8 0,19-13 0,-1 0 0,1 0 0,0 0 0,0 1 0,0-1 0,-2 4 0,5-6 0,-1 1 0,1-1 0,0 1 0,-1-1 0,1 0 0,0 1 0,0-1 0,0 1 0,-1-1 0,1 0 0,0 1 0,0-1 0,0 1 0,0-1 0,0 1 0,0-1 0,0 1 0,0-1 0,0 1 0,0-1 0,0 1 0,0 0 0,1-1 0,-1 1 0,1 0 0,0-1 0,-1 1 0,1 0 0,-1-1 0,1 1 0,0-1 0,0 0 0,-1 1 0,1-1 0,0 1 0,0-1 0,-1 0 0,1 0 0,0 1 0,1-1 0,15 3 0,-1 0 0,1-1 0,-1-1 0,18-1 0,-16-1 0,-1 2 0,1 0 0,31 6 0,-7 1-260,1-2-1,0-1 1,86-4-1,-118-1-62,16 0-6503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1:05.9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705 1603 24575,'58'1'0,"70"-3"0,-116-1 0,0 1 0,0-2 0,-1 1 0,1-2 0,-1 1 0,14-9 0,15-6 0,-32 15 0,1-1 0,-1 0 0,0 0 0,-1-1 0,9-7 0,6-6 0,-17 15 0,0-1 0,0 0 0,-1 0 0,0 0 0,0-1 0,-1 1 0,0-1 0,0 0 0,0 0 0,0 0 0,-1-1 0,0 1 0,2-10 0,-2 5 0,2 1 0,0-1 0,9-18 0,-7 18 0,0-1 0,-1-1 0,-1 1 0,0 0 0,-1-1 0,0 0 0,-1 0 0,1-22 0,-1 17 0,0 12 0,-1-1 0,1 1 0,0 0 0,0 0 0,1 0 0,0 1 0,0-1 0,6-8 0,-4 7 0,-1 0 0,0-1 0,0 0 0,3-8 0,4-21 0,-1-1 0,-2 0 0,-2 0 0,-2-1 0,1-47 0,-5 73 0,0-11 0,-5-44 0,3 60 0,0 0 0,0 0 0,0 1 0,-1-1 0,0 1 0,0-1 0,-1 1 0,0 0 0,-7-9 0,-28-31 0,28 36 0,1 0 0,0-1 0,1-1 0,0 1 0,1-2 0,1 1 0,-8-20 0,13 30 0,1-1 0,-1 1 0,0-1 0,1 1 0,-2 0 0,1 0 0,0 0 0,-1 0 0,1 0 0,-1 0 0,0 1 0,-4-4 0,-3 0 0,0 0 0,-18-8 0,19 11 0,0-1 0,0-1 0,1 1 0,0-1 0,-9-8 0,-3-3 0,0 0 0,-1 2 0,-1 0 0,-44-19 0,58 28 0,1 1 0,0-1 0,0 0 0,-11-11 0,13 11 0,0 0 0,-1 0 0,0 1 0,1 0 0,-2 0 0,1 0 0,-11-4 0,-1 3 0,0 2 0,0 0 0,0 1 0,0 0 0,-1 2 0,-28 2 0,27 0 0,-1-2 0,0 0 0,1-1 0,-39-8 0,32 3 0,-44-3 0,32 4 0,32 4 0,0-1 0,0-1 0,0 1 0,0-1 0,0-1 0,1 1 0,0-1 0,0 0 0,0 0 0,-9-9 0,7 6 0,0 1 0,0 0 0,0 1 0,-1 0 0,-10-5 0,-144-47 0,163 57 0,-1 0 0,1 0 0,-1-1 0,1 1 0,-1 0 0,1 0 0,-1 0 0,0 0 0,1 0 0,-1-1 0,1 1 0,-1 0 0,1 0 0,-1 1 0,1-1 0,-1 0 0,0 0 0,1 0 0,-1 0 0,1 0 0,-1 1 0,1-1 0,-1 0 0,1 0 0,-1 1 0,1-1 0,-1 0 0,1 1 0,-1 0 0,0 0 0,1 0 0,0 0 0,-1 0 0,1 0 0,0 1 0,0-1 0,0 0 0,0 0 0,0 0 0,0 0 0,0 0 0,0 1 0,1 1 0,14 41 0,-13-38 0,7 14 0,2-1 0,0 0 0,20 26 0,11 18 0,-4-7 0,-29-44 0,0 0 0,-1 0 0,0 1 0,-1 0 0,0 1 0,5 16 0,1 23 0,-10-35 0,2 0 0,-1 0 0,2-1 0,1 1 0,11 21 0,72 115-1365,-80-137-5461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1:06.8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1 191 24575,'11'-1'0,"1"0"0,-1-2 0,0 1 0,0-1 0,0 0 0,-1-1 0,19-10 0,-16 8 0,0 1 0,0 0 0,0 0 0,23-3 0,-2 3 0,-11 3 0,-1-1 0,1-2 0,32-10 0,6-4 0,101-20 0,-130 33 0,50-12 0,-62 13-341,1 1 0,-1 0-1,27 0 1,-21 3-6485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1:08.0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0 177 24575,'3'0'0,"0"1"0,0-1 0,0 1 0,0-1 0,1 0 0,-1 0 0,5-2 0,0 2 0,-3 0 0,0 0 0,0 0 0,0-1 0,0 0 0,0 0 0,0 0 0,-1 0 0,1-1 0,0 0 0,-1 0 0,1 0 0,-1 0 0,0-1 0,0 1 0,0-1 0,0 0 0,0-1 0,-1 1 0,1-1 0,-1 1 0,0-1 0,0 0 0,0 0 0,3-8 0,-1 2 0,1 0 0,0 0 0,1 1 0,0 0 0,0 0 0,1 0 0,0 1 0,0 0 0,1 1 0,16-11 0,-24 17 0,1 0 0,-1 1 0,0-1 0,1 0 0,-1 1 0,1-1 0,-1 1 0,1 0 0,-1-1 0,1 1 0,0 0 0,-1 0 0,1 0 0,-1 0 0,1 0 0,-1 1 0,1-1 0,0 0 0,-1 1 0,3 0 0,-2 0 0,0 1 0,0-1 0,0 1 0,0-1 0,-1 1 0,1 0 0,0-1 0,-1 1 0,0 0 0,1 0 0,-1 0 0,2 3 0,1 6 0,0 1 0,0-1 0,-1 1 0,2 15 0,-4-23 0,6 31 0,2 14 0,-2 0 0,2 50 0,-10-40 0,2 38 0,0-86 0,0 0 0,1 0 0,0 0 0,1 0 0,1 0 0,6 15 0,-2-7 0,-1 0 0,0 0 0,-2 1 0,0 0 0,-1 0 0,-1 1 0,-1-1 0,-1 0 0,-2 29 0,0-18-1365,1-4-5461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1:26.1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544 2447 24575,'-5'0'0,"0"-1"0,0 0 0,0-1 0,0 1 0,0-1 0,1 0 0,-1 0 0,1-1 0,-1 0 0,1 1 0,0-1 0,-6-5 0,-25-15 0,27 18 0,-1 0 0,1-1 0,1 0 0,-11-9 0,-7-6 0,13 10 0,0 0 0,1-1 0,0 0 0,-14-23 0,8 13 0,5 4 0,1 0 0,0 0 0,1-1 0,1 0 0,1-1 0,1 0 0,1 0 0,-6-30 0,2 8 0,-15-41 0,2 13 0,19 58 0,-2 0 0,1 0 0,-2 0 0,0 1 0,0 0 0,-12-14 0,6 9 0,-15-28 0,21 30 0,1 0 0,0-1 0,1 0 0,1 0 0,0-1 0,1 1 0,-1-25 0,4-115 0,3 76 0,-3-366 0,0 436 0,1 1 0,-1-1 0,2 0 0,-1 1 0,1-1 0,1 1 0,-1 0 0,2-1 0,-1 1 0,1 1 0,0-1 0,0 0 0,1 1 0,0 0 0,1 0 0,-1 1 0,1-1 0,1 1 0,-1 0 0,1 1 0,0 0 0,0 0 0,9-5 0,-11 7 0,0-1 0,0 1 0,-1-1 0,1 0 0,-1-1 0,0 1 0,0-1 0,-1 0 0,1 0 0,-1 0 0,5-10 0,0-4 0,11-40 0,-19 58 0,1-2 0,0 0 0,0 0 0,1-1 0,-1 1 0,1 1 0,0-1 0,0 0 0,0 0 0,0 1 0,0-1 0,0 1 0,1-1 0,3-2 0,1 0 0,1 1 0,0-1 0,13-4 0,-14 7 0,0-1 0,-1-1 0,1 1 0,-1-1 0,1 0 0,-1 0 0,9-9 0,7-12 0,-13 15 0,-1 0 0,2 0 0,-1 1 0,1 0 0,1 1 0,0 0 0,0 0 0,16-7 0,-26 14 0,7-1 0,-1-1 0,0-1 0,0 1 0,0-1 0,-1 0 0,1 0 0,-1-1 0,0 0 0,10-11 0,-11 12 0,-1-1 0,1 1 0,0 0 0,0 0 0,1 0 0,-1 1 0,1-1 0,0 1 0,0 1 0,0-1 0,0 1 0,0 0 0,1 1 0,-1-1 0,8 0 0,0 0 0,-1-2 0,18-6 0,-24 7 0,-1-1 0,1-1 0,-1 1 0,0-1 0,0 0 0,-1 0 0,10-12 0,-10 12 0,0-1 0,0 0 0,1 1 0,0 0 0,0 0 0,0 1 0,0 0 0,14-7 0,80-15 0,29-5 0,-103 25 0,0 1 0,1 1 0,-1 1 0,52 1 0,-45 2 0,1-1 0,47-9 0,-32 2 0,94-4 0,52 12 0,-74 2 0,-27-2-1365,-66 0-5461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1:29.6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24575,'0'9'0,"1"1"0,0-1 0,1 0 0,0 1 0,0-1 0,1 0 0,0 0 0,1 0 0,0-1 0,0 1 0,1-1 0,0 0 0,1 0 0,-1-1 0,1 1 0,13 11 0,61 75 0,4 4 0,-65-77 0,21 31 0,-30-37 0,1 0 0,1-1 0,0 0 0,1-1 0,17 14 0,-13-13 0,-1 0 0,16 18 0,-17-16 0,1-1 0,17 14 0,-19-19 0,-1 0 0,-1 1 0,0 1 0,21 24 0,-28-28 0,0-1 0,0 1 0,-1 0 0,0 0 0,-1 0 0,0 0 0,0 1 0,-1 0 0,0-1 0,2 18 0,-1 19 0,-2 0 0,-6 54 0,5-95 0,-1 1 0,0-1 0,0 0 0,0 0 0,-1 0 0,0 0 0,1 0 0,-1 0 0,0-1 0,-1 1 0,-4 5 0,-2 1 0,0-2 0,-16 14 0,-10 8 0,5-2 0,-2-1 0,-1-2 0,-54 33 0,41-27 0,37-24 0,0 0 0,0-1 0,0 0 0,-1 0 0,0-1 0,0 0 0,-1-1 0,1 0 0,-21 4 0,24-8 0,0 1 0,0 0 0,0 0 0,0 1 0,0 0 0,0 0 0,1 1 0,-1 0 0,1 0 0,-1 1 0,1-1 0,0 1 0,-7 7 0,7-5-195,-1 0 0,0 0 0,0-1 0,-1 0 0,1 0 0,-15 6 0,0-4-6631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1:31.3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1 132 24575,'9'-1'0,"1"-1"0,-1 0 0,1 0 0,-1-1 0,0 0 0,0 0 0,0-1 0,10-6 0,-7 4 0,0 1 0,1 0 0,21-6 0,13 6 0,-40 5 0,1 0 0,-1-1 0,0 0 0,0 0 0,0 0 0,1-1 0,-1 0 0,-1 0 0,1-1 0,11-6 0,-8 3 0,1-1 0,0 2 0,0 0 0,0 0 0,0 1 0,1 0 0,0 1 0,0 0 0,0 1 0,0 0 0,0 1 0,0 1 0,14 0 0,-7 0 0,-1 1 0,0 0 0,0 2 0,0 0 0,22 6 0,-35-7 0,0-1 0,0 1 0,0 0 0,0 1 0,0-1 0,0 1 0,-1 0 0,1 0 0,-1 0 0,0 0 0,0 1 0,0 0 0,-1 0 0,1 0 0,-1 0 0,0 1 0,0-1 0,0 1 0,-1-1 0,1 1 0,-1 0 0,2 7 0,30 173 0,-31-173 0,0 1 0,1-1 0,0 0 0,12 21 0,-10-21 0,0 0 0,-1 0 0,-1 0 0,5 22 0,-4 13 0,-2 1 0,-5 78 0,-1-33 0,4-67 0,-1-10 0,0-1 0,-4 29 0,3-39 0,0 0 0,-1 0 0,1 0 0,-1 0 0,0-1 0,-1 1 0,1 0 0,-1-1 0,0 1 0,0-1 0,0 0 0,-5 5 0,-6 5 0,0 0 0,-1 0 0,0-2 0,-1 1 0,-1-2 0,0 0 0,-33 15 0,14-14 0,-40 10 0,152-20 0,-67-2 0,1-1 0,0 1 0,0 0 0,1 0 0,-1 1 0,0 1 0,0 0 0,0 0 0,0 1 0,13 5 0,-2 2 0,0-1 0,1-1 0,1-2 0,31 7 0,-41-11 0,0 2 0,0-1 0,0 1 0,-1 1 0,0 1 0,1-1 0,-2 2 0,1 0 0,11 9 0,-19-13 0,-1 0 0,1 0 0,-1 1 0,1-1 0,-1 1 0,0 0 0,-1 0 0,1 0 0,-1 0 0,1 1 0,-1-1 0,0 1 0,-1-1 0,1 1 0,-1 0 0,0 0 0,0-1 0,-1 1 0,1 0 0,-1 0 0,0 0 0,0 0 0,-1 0 0,0 0 0,1-1 0,-2 1 0,-1 6 0,-12 28 0,-35 65 0,47-99 0,0 0 0,-1-1 0,0 1 0,0-1 0,0 0 0,0 0 0,0 0 0,-1-1 0,0 1 0,-6 2 0,5-2 0,1-1 0,0 1 0,0-1 0,0 1 0,0 1 0,1-1 0,0 1 0,-7 8 0,6-3 0,-1-1 0,-1 0 0,0 0 0,0 0 0,-1-1 0,0 0 0,0-1 0,-1 1 0,0-1 0,0-1 0,-1 0 0,-10 5 0,10-5 0,1 0 0,-1 1 0,1 0 0,-9 10 0,8-8 0,0-1 0,0 0 0,-12 7 0,17-12-73,-9 6-142,0-2 0,-1 1-1,0-2 1,0 0-1,-16 4 1,7-6-6611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2:13.2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67 0 24575,'-2'1'0,"1"-1"0,-1 1 0,1 0 0,-1-1 0,1 1 0,0 0 0,-1 0 0,1 0 0,0 0 0,-1 0 0,1 0 0,0 0 0,0 1 0,0-1 0,0 0 0,0 0 0,-1 3 0,-15 26 0,17-28 0,-5 9 0,0 0 0,2 0 0,-1 1 0,2-1 0,-1 1 0,-1 24 0,5 76 0,1-60 0,-1 488 0,-1-524 0,1 0 0,1 0 0,0-1 0,1 1 0,0-1 0,2 0 0,0 0 0,8 18 0,-3-17 0,1-1 0,0-1 0,17 18 0,-13-15 0,20 28 0,67 97 0,-84-117 0,35 34 0,-31-36 0,25 34 0,-35-42 0,1 0 0,1-1 0,0-1 0,23 17 0,19 18 0,-28-21 0,-7-6 0,0-1 0,44 32 0,-44-38 0,-10-6 0,0-1 0,1 0 0,0 0 0,22 8 0,-20-10 0,-1 2 0,0-1 0,-1 2 0,0 0 0,23 18 0,-24-16 0,1-1 0,0 0 0,1-1 0,-1-1 0,26 11 0,-12-8 0,-1 2 0,27 15 0,-30-14 0,0-1 0,47 16 0,-63-26 0,4 0 0,-1 1 0,0 0 0,0 0 0,0 1 0,-1 0 0,1 1 0,-1 0 0,0 0 0,9 8 0,-4-2 0,1 0 0,1-1 0,-1-1 0,1 0 0,1-1 0,0 0 0,17 5 0,6 3 0,-25-8 0,0 0 0,-1 0 0,0 1 0,20 19 0,13 10 0,113 67 0,-144-94 13,0 1 0,-1 0 0,13 15 0,5 4-1430,-10-12-5409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2:14.5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24575,'7'6'0,"0"0"0,1-1 0,-1 1 0,1-1 0,1-1 0,-1 0 0,1 0 0,-1-1 0,16 4 0,-15-4 0,0 0 0,1 0 0,-1 1 0,0 0 0,-1 1 0,1 0 0,-1 0 0,13 11 0,5 13 0,-20-21 0,1-1 0,0 0 0,1 0 0,-1 0 0,14 8 0,-8-6 0,-1 0 0,1 0 0,-2 1 0,1 1 0,-1 0 0,-1 1 0,0 0 0,-1 0 0,0 1 0,8 16 0,-4-9 0,0-1 0,27 30 0,-23-30 0,27 41 0,-16-7 0,-19-35 0,1 0 0,1 0 0,18 23 0,-19-29 0,0 0 0,-1 1 0,-1 0 0,0 0 0,-1 1 0,0 0 0,-1 0 0,7 25 0,-13-36 0,1-1 0,-1 1 0,-1 0 0,1-1 0,0 1 0,0 0 0,-1-1 0,0 1 0,1-1 0,-1 1 0,0-1 0,0 1 0,-1-1 0,1 0 0,0 0 0,-1 1 0,1-1 0,-1 0 0,0 0 0,0 0 0,0-1 0,0 1 0,0 0 0,0-1 0,-3 2 0,-6 5 0,-1-1 0,-1-1 0,-18 7 0,25-10 0,-11 3 0,-1-1 0,-18 3 0,20-4 0,0 0 0,1 0 0,-20 9 0,9 0-120,6-3-87,0 0-1,-1-2 1,0 0-1,0-1 0,-31 6 1,27-11-6619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06.2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1402 2 24575,'-81'-1'0,"-91"3"0,144 2 0,-41 11 0,34-7 0,31-6 0,0-1 0,0 1 0,0-1 0,1 1 0,-1 0 0,0 0 0,1 1 0,0-1 0,0 1 0,0 0 0,0 0 0,0 0 0,0 0 0,1 0 0,-5 7 0,5-6 0,-1 0 0,0 0 0,-1 0 0,1 0 0,0-1 0,-1 1 0,0-1 0,0 0 0,0 0 0,-8 4 0,-7 1 0,-1 0 0,0-2 0,0 0 0,0-1 0,-30 4 0,35-7 0,0 1 0,1 0 0,0 1 0,0 1 0,0 0 0,0 1 0,1 0 0,0 1 0,0 1 0,1 0 0,-15 13 0,10-10 0,1-1 0,-1 0 0,-30 11 0,-6 4 0,17-8 0,19-9 0,0 0 0,-16 12 0,3-1 0,23-16 0,1 1 0,0 0 0,-1 0 0,1 1 0,1-1 0,-1 1 0,1 1 0,0-1 0,0 1 0,0 0 0,-4 8 0,3-3 0,2-4 0,1 0 0,-2 1 0,1-1 0,-1-1 0,0 1 0,0-1 0,-10 10 0,-2-4 0,2 1 0,-1 1 0,2 1 0,0 0 0,1 1 0,0 0 0,-19 34 0,25-37 0,1 0 0,0 1 0,1-1 0,0 1 0,1 0 0,1 0 0,1 1 0,-2 23 0,1 34 0,8 79 0,-4-145 6,0 0-1,1 0 1,-1 0 0,2 0-1,-1 0 1,1-1-1,-1 1 1,1-1 0,1 1-1,-1-1 1,1 0-1,0 0 1,0-1 0,1 1-1,9 7 1,5 3-260,2-1 1,36 19 0,-36-22-442,0 1-6131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07.5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28 24575,'1'1'0,"0"-1"0,0 0 0,0 1 0,0-1 0,0 1 0,0-1 0,0 1 0,0-1 0,0 1 0,0 0 0,0-1 0,0 1 0,-1 0 0,1 0 0,0 0 0,0 0 0,0 1 0,15 22 0,-8-11 0,-2-7 0,-1 1 0,2-1 0,-1-1 0,9 7 0,18 15 0,-21-13 0,25 20 0,-31-30 0,1 1 0,-1-1 0,1-1 0,0 1 0,0-1 0,0-1 0,8 3 0,5 2 0,-1 0 0,21 12 0,12 4 0,-48-21 0,1 1 0,-1-1 0,0 0 0,0 1 0,6 5 0,10 7 0,-20-15 0,1 0 0,-1 0 0,0 0 0,1 0 0,-1 0 0,0 0 0,0 0 0,1 1 0,-1-1 0,0 0 0,1 0 0,-1-1 0,0 1 0,0 0 0,1 0 0,-1 0 0,0 0 0,1 0 0,-1 0 0,0 0 0,0 0 0,1-1 0,-1 1 0,0 0 0,0 0 0,1 0 0,-1 0 0,0-1 0,0 1 0,0 0 0,1 0 0,-1-1 0,0 1 0,0 0 0,0 0 0,0-1 0,0 1 0,1 0 0,-1-1 0,0 1 0,0 0 0,0 0 0,0-1 0,0 1 0,0 0 0,0-1 0,0 1 0,0 0 0,0-1 0,1-18 0,-1 17 0,-5-251-1365,5 225-5461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09.0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1209 24575,'510'0'0,"-502"0"0,1 0 0,-1-1 0,1 0 0,-1-1 0,0 0 0,0 0 0,1-1 0,-2 0 0,1 0 0,10-6 0,-6 1 0,0-1 0,0 0 0,-1 0 0,0-1 0,10-13 0,3-3 0,-10 13 0,-2-1 0,0-1 0,20-29 0,-23 29 0,1 0 0,18-20 0,5-6 0,-29 35 0,-1-2 0,1 1 0,-1 0 0,0-1 0,-1 1 0,0-1 0,0 0 0,-1 0 0,0 0 0,1-12 0,-2 13 0,0 0 0,1 0 0,-1 0 0,2 1 0,-1-1 0,1 0 0,0 1 0,0-1 0,1 1 0,0 0 0,0-1 0,1 1 0,6-9 0,-2 6 0,-3 5 0,0-1 0,0 0 0,-1 0 0,1 0 0,-1-1 0,-1 0 0,1 0 0,-1 0 0,0 0 0,0 0 0,-1 0 0,0-1 0,2-10 0,1-8 0,1-1 0,1 1 0,18-46 0,-19 57 0,-2 0 0,0 0 0,0 0 0,-1-1 0,1-28 0,-5-78 0,-1 61 0,3 33 0,-1 15 0,1-1 0,-2 1 0,0 0 0,-4-24 0,4 33 0,0 1 0,1-1 0,-1 1 0,-1-1 0,1 1 0,0-1 0,0 1 0,-1 0 0,1 0 0,-1 0 0,0 0 0,0 0 0,0 0 0,0 0 0,0 1 0,0-1 0,0 0 0,0 1 0,-1 0 0,1 0 0,-1 0 0,1 0 0,-1 0 0,1 0 0,-1 0 0,1 1 0,-1-1 0,-3 1 0,3 0 0,0 0 0,-1 0 0,1 1 0,0 0 0,0-1 0,0 1 0,-1 0 0,1 0 0,0 1 0,0-1 0,1 0 0,-1 1 0,0 0 0,0 0 0,1 0 0,-4 3 0,-5 5 0,0 1 0,-11 15 0,8-9 0,-50 62 63,-29 31-1491,74-90-5398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09.5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24575,'14'0'0,"0"0"0,0 1 0,0 1 0,-1 0 0,18 5 0,-25-5 0,0 1 0,0-1 0,0 1 0,0 1 0,0-1 0,-1 1 0,1 0 0,-1 0 0,0 0 0,0 1 0,-1 0 0,0 0 0,5 6 0,5 11 0,0 1 0,-1 0 0,10 29 0,-14-35 0,-1-1 0,19 26 0,-17-29 0,-1 0 0,-1 1 0,0 0 0,5 16 0,7 32-1365,-10-35-5461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16.6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2 349 24575,'0'-28'0,"-1"11"0,1 0 0,0 0 0,1 0 0,1 0 0,1 1 0,0-1 0,1 0 0,10-23 0,-2 10 0,-6 14 0,1 1 0,15-26 0,-20 37 0,0 1 0,1 0 0,-1 0 0,1 0 0,0 0 0,0 0 0,0 1 0,0-1 0,0 1 0,0 0 0,1 0 0,-1 0 0,1 0 0,-1 1 0,1-1 0,7-1 0,-8 3 0,0 0 0,0 0 0,0 0 0,0 1 0,0-1 0,0 1 0,0 0 0,0-1 0,0 1 0,0 1 0,0-1 0,-1 0 0,1 1 0,0-1 0,-1 1 0,1 0 0,-1 0 0,0 0 0,0 0 0,0 0 0,0 1 0,0-1 0,0 0 0,0 1 0,-1 0 0,2 3 0,5 8 0,-1 0 0,0 1 0,6 23 0,20 78 0,15 87 0,-34-148 0,-9-37 0,0 1 0,2 21 0,-4-22 0,1 1 0,0-1 0,2-1 0,8 22 0,-6-21 0,-2 1 0,0-1 0,6 34 0,-9-11-682,-2 44-1,-2-57-6143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34.8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24575,'5'-1'0,"1"1"0,-1 0 0,0 0 0,1 1 0,-1-1 0,0 1 0,1 0 0,-1 1 0,0-1 0,0 1 0,0 0 0,0 0 0,0 1 0,0-1 0,-1 1 0,1 0 0,-1 1 0,0-1 0,4 5 0,2 0 0,0 1 0,0-2 0,1 0 0,-1 0 0,2-1 0,-1 0 0,1-1 0,-1 0 0,19 4 0,4 3 0,-24-7 0,1 0 0,-2 1 0,16 10 0,12 7 0,-25-17 0,24 13 0,35 25 0,-61-37 0,1 2 0,-1-1 0,0 1 0,-1 1 0,0-1 0,-1 2 0,10 14 0,58 108 0,-65-113 0,-1 1 0,-2 0 0,1 0 0,-2 1 0,-1 0 0,-1 0 0,4 33 0,13 43 0,-21-94 0,2 3 0,1 1 0,-1-1 0,1 0 0,0 0 0,1 0 0,0-1 0,5 7 0,17 23 0,-14-12 0,-2 0 0,0 1 0,-1 0 0,-2 1 0,7 33 0,19 57 46,-17-64-1457,-11-31-5415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36.0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91 24575,'4'1'0,"-1"0"0,1 0 0,-1 1 0,0-1 0,0 1 0,1-1 0,4 5 0,2 0 0,-4-3 0,-1 1 0,0 0 0,1 0 0,-2 0 0,1 1 0,-1 0 0,1 0 0,-1 0 0,3 6 0,31 54 0,-34-56 0,5 11 0,-1 0 0,9 34 0,-13-37 0,0-1 0,2 0 0,0 0 0,1-1 0,13 24 0,-7-19 0,-8-12 0,0 0 0,0 0 0,1-1 0,7 8 0,-11-13 0,-1-1 0,1 1 0,0-1 0,-1 0 0,1 1 0,0-1 0,0 0 0,0 0 0,0 0 0,0-1 0,0 1 0,1 0 0,-1-1 0,0 1 0,0-1 0,0 0 0,1 0 0,-1 0 0,0 0 0,0 0 0,0 0 0,4-1 0,-4 0 0,0 0 0,0 0 0,0 0 0,0 0 0,0-1 0,0 1 0,0-1 0,-1 1 0,1-1 0,0 0 0,-1 1 0,1-1 0,-1 0 0,0 0 0,1 0 0,-1 0 0,0 0 0,0 0 0,0-1 0,-1 1 0,1 0 0,0 0 0,-1-4 0,3-7 0,-1 0 0,-1-25 0,0 33 0,-3-219 133,-1 60-1631,3 137-5328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42.7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262 1675 24575,'5'0'0,"0"-1"0,0 0 0,0 0 0,0 0 0,0 0 0,0-1 0,-1 0 0,1 0 0,0 0 0,-1 0 0,1-1 0,-1 0 0,0 0 0,0 0 0,0 0 0,0-1 0,-1 1 0,1-1 0,3-5 0,5-9 0,0-1 0,-1 0 0,11-25 0,-4 7 0,-8 19 0,39-82 0,-43 85 0,-1 0 0,0 0 0,-1-1 0,-1 1 0,1-17 0,-2 20 0,0 0 0,0 0 0,1 0 0,1 0 0,0 1 0,1 0 0,8-16 0,-3 5 0,0-1 0,-2 0 0,-1-1 0,0 0 0,5-40 0,-7 10 0,-2-81 0,-2 45 0,-4-72 0,1 146 0,0 1 0,-1 0 0,0 0 0,-1 0 0,-1 0 0,0 1 0,-1 0 0,-1 0 0,-12-20 0,4 12 0,-15-31 0,-8-11 0,33 57 0,-2 0 0,1 1 0,-1-1 0,0 2 0,0-1 0,0 1 0,-9-5 0,-21-16 0,29 19 0,1 0 0,-2 1 0,1 0 0,-1 0 0,0 1 0,0 0 0,-1 1 0,1 0 0,-1 0 0,-15-3 0,1 2 0,13 4 0,0-1 0,0-1 0,0 1 0,1-2 0,-1 0 0,1 0 0,0-1 0,0 0 0,-9-7 0,13 7 0,-1-1 0,0 1 0,0 1 0,0-1 0,-15-5 0,21 9 0,-1 0 0,1 1 0,-1-1 0,1 1 0,-1 0 0,0-1 0,1 1 0,-1 0 0,1 0 0,-1 0 0,1 0 0,-1 0 0,0 1 0,1-1 0,-1 0 0,1 1 0,-1-1 0,1 1 0,-1 0 0,1-1 0,0 1 0,-1 0 0,1 0 0,0 0 0,-1 0 0,1 0 0,0 0 0,0 0 0,0 0 0,0 0 0,0 1 0,0-1 0,0 0 0,0 1 0,1-1 0,-1 1 0,1-1 0,-2 3 0,-1 6 0,0 0 0,1 0 0,0 0 0,0 1 0,0 18 0,5 58 0,0-35 0,-2-42 0,0 0 0,0 1 0,1-1 0,1 0 0,-1 1 0,2-1 0,-1-1 0,2 1 0,-1 0 0,9 12 0,6 15 0,7 14 0,-20-41 2,0 1-1,7 18 0,11 19 57,-22-45-188,0 0 0,0 0 1,1 0-1,0 0 0,-1 0 1,1 0-1,0-1 0,0 1 0,1-1 1,5 4-1,11 2-6696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43.7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98 24575,'0'0'0,"1"-1"0,-1 0 0,0 0 0,0 0 0,1 0 0,-1 0 0,1 0 0,-1 0 0,1 1 0,-1-1 0,1 0 0,-1 0 0,1 1 0,0-1 0,-1 0 0,1 1 0,0-1 0,0 0 0,0 1 0,-1-1 0,1 1 0,2-1 0,25-10 0,-14 6 0,16-7 0,1 2 0,56-11 0,-58 14 0,14 0 0,0 3 0,0 1 0,80 5 0,-36 0 0,-62-1 0,-1 0 0,0 2 0,1 1 0,-1 1 0,-1 1 0,42 17 0,-42-15-1365,-2-2-5461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46.1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1 448 24575,'-1'-48'0,"3"-58"0,-1 100 0,1 0 0,-1 0 0,1 0 0,0 0 0,1 1 0,-1-1 0,1 1 0,0-1 0,7-7 0,-5 6 0,-1 0 0,0-1 0,0 0 0,4-8 0,-2-4 0,-1 1 0,2 0 0,0 1 0,1-1 0,15-24 0,-20 39 0,0 0 0,-1 1 0,1-1 0,1 1 0,-1 0 0,1 0 0,-1 0 0,1 0 0,0 0 0,6-3 0,-7 5 0,1 0 0,-1 0 0,0 0 0,0 1 0,1-1 0,-1 1 0,1-1 0,-1 1 0,0 0 0,1 1 0,-1-1 0,0 1 0,1-1 0,-1 1 0,0 0 0,4 2 0,-3-1 0,0 0 0,0 0 0,-1 1 0,0-1 0,1 1 0,-1 0 0,0 0 0,0 0 0,-1 1 0,1-1 0,0 0 0,-1 1 0,0 0 0,0 0 0,2 5 0,1 3 0,-1-1 0,0 1 0,-1 0 0,2 14 0,-2-12 0,0 0 0,1-1 0,1 1 0,10 19 0,3 11 0,-13-28 0,0 1 0,-1-1 0,-1 1 0,2 35 0,-7 71 0,0-53 0,1 533-1365,1-576-5461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52.1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1427 2485 24575,'3'0'0,"0"0"0,0-1 0,0 1 0,0-1 0,0 0 0,0 0 0,0 0 0,0-1 0,0 1 0,-1-1 0,1 1 0,0-1 0,-1 0 0,0 0 0,1 0 0,-1 0 0,0-1 0,4-4 0,3-5 0,-1-2 0,12-23 0,-4 8 0,24-49 0,-28 53 0,1-1 0,23-32 0,-28 46 0,-1-1 0,-1 0 0,0 0 0,-1-1 0,0 1 0,-1-1 0,-1 0 0,3-22 0,-1 12 0,12-41 0,-7 37 0,2-1 0,0 1 0,2 1 0,19-28 0,-21 37 0,-1-1 0,-1-1 0,0 0 0,-2 0 0,0-1 0,-2 0 0,0 0 0,-1-1 0,-1 0 0,-1 1 0,-1-1 0,-2-41 0,-3-255 0,3 307 0,0-1 0,-1 1 0,0-1 0,-1 1 0,-6-19 0,7 25 0,-1 1 0,0-1 0,0 1 0,-1-1 0,1 1 0,-1 0 0,0 0 0,0 0 0,0 1 0,-1-1 0,1 1 0,-1-1 0,0 1 0,0 1 0,-7-5 0,-1 0 0,6 5 0,0-1 0,1 1 0,-1-2 0,1 1 0,0 0 0,0-1 0,0 0 0,0 0 0,1-1 0,-1 1 0,1-1 0,1 0 0,-1 0 0,-5-10 0,7 10 0,-1 0 0,0 1 0,0-1 0,-1 0 0,1 1 0,-1 0 0,0 0 0,0 0 0,-6-4 0,-4-1 0,-26-14 0,29 17 0,0 0 0,0 0 0,1-1 0,0 0 0,-10-10 0,-1-5 0,17 16 0,-1 0 0,0 1 0,0 0 0,0 0 0,-1 0 0,1 1 0,-1-1 0,0 1 0,-1 1 0,1-1 0,-12-3 0,10 5 0,0-1 0,0 1 0,0-1 0,1-1 0,-1 1 0,1-1 0,-1 0 0,2-1 0,-1 0 0,0 0 0,1-1 0,-6-5 0,3 2 0,-1 1 0,1 1 0,-1-1 0,-18-8 0,17 10 0,1-1 0,0 0 0,0 0 0,-12-12 0,6 5 0,0 1 0,-1 1 0,0 0 0,-1 1 0,-1 0 0,-33-12 0,28 12 0,-1-1 0,1-1 0,-27-20 0,43 27 0,0 1 0,0 1 0,-1-1 0,0 1 0,0 1 0,0 0 0,-13-3 0,-33-13 0,50 16 0,0 0 0,1 0 0,-1-1 0,1 1 0,-1-1 0,1 0 0,-4-5 0,5 5 0,0 0 0,-1 0 0,0 1 0,0-1 0,0 1 0,0 0 0,-1 0 0,1 0 0,-8-3 0,-22-4 0,24 7 0,0 0 0,0 0 0,1 0 0,-1-2 0,1 1 0,0-1 0,0 0 0,-14-12 0,16 10 0,0-1 0,0 1 0,-1 1 0,0 0 0,-1 0 0,1 0 0,-1 1 0,0 0 0,0 1 0,-1 0 0,1 0 0,-1 1 0,0 1 0,-11-3 0,-32-4 0,1-3 0,0-2 0,-68-27 0,84 28 0,25 10 0,0 0 0,0-2 0,0 1 0,0-2 0,-10-6 0,18 11 0,1-1 0,0 1 0,-1-1 0,1 1 0,-1 0 0,1 0 0,-1 0 0,0 0 0,0 1 0,1-1 0,-1 1 0,-4-1 0,6 1 0,0 0 0,1 0 0,-1 1 0,0-1 0,1 0 0,-1 0 0,0 0 0,1 1 0,-1-1 0,1 0 0,-1 1 0,0-1 0,1 0 0,-1 1 0,1-1 0,-1 1 0,1-1 0,-1 1 0,1-1 0,0 1 0,-1 0 0,0 1 0,1 0 0,-1-1 0,1 1 0,-1-1 0,1 1 0,0 0 0,0-1 0,0 1 0,0 0 0,0-1 0,0 1 0,1 3 0,2 3 0,0 1 0,0-1 0,1 0 0,0 0 0,1 0 0,-1 0 0,1-1 0,7 7 0,9 16 0,75 111 0,-79-105 0,-15-30 0,0 0 0,0 0 0,1-1 0,0 1 0,0-1 0,1 0 0,0 0 0,5 6 0,23 18 0,26 26 0,-53-49 0,0 0 0,0 0 0,-1 1 0,1 0 0,-2-1 0,1 2 0,4 11 0,-4-5 0,-2-7 0,0 0 0,1 0 0,-1-1 0,1 1 0,0-1 0,8 11 0,13 24 61,-21-34-265,0 0 0,0-1 1,1 1-1,0-1 0,1 0 1,9 10-1,2-4-6622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52.9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0 349 24575,'0'-3'0,"0"0"0,1-1 0,-1 1 0,1 0 0,-1 0 0,1 0 0,0 0 0,0 0 0,0 0 0,1 0 0,-1 0 0,1 0 0,-1 1 0,1-1 0,0 0 0,0 1 0,0 0 0,1-1 0,-1 1 0,0 0 0,1 0 0,0 0 0,3-2 0,5-1 0,1 0 0,0 0 0,0 1 0,20-4 0,0-1 0,50-11 0,-63 17 0,-1-1 0,1 0 0,-1-2 0,0 0 0,28-15 0,-33 13 0,1 0 0,1 1 0,-1 0 0,1 1 0,0 0 0,0 2 0,24-5 0,-25 7 0,-1-1 0,1-1 0,0 0 0,-1-1 0,0 0 0,0-1 0,0-1 0,14-9 0,-16 9 0,0 2 0,1-1 0,0 1 0,0 1 0,0 0 0,1 1 0,17-3 0,4 3 0,48 1 0,0 0 0,-54-1 67,31-7 0,12-2-1566,-44 9-5327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55.0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35 24575,'2'-1'0,"1"1"0,-1-1 0,1 0 0,-1 1 0,1-1 0,-1 0 0,0-1 0,4-1 0,13-6 0,1 4 0,0 1 0,1 1 0,32-1 0,66 6 0,-45 0 0,-60-2 0,0 1 0,0 0 0,-1 1 0,27 7 0,-33-7 0,-1 0 0,0 1 0,0-1 0,-1 1 0,1 1 0,0-1 0,-1 1 0,0 0 0,0 0 0,0 1 0,0-1 0,6 9 0,-5-4 0,10 13 0,14 26 0,-25-40 0,-1 1 0,0 0 0,-1 0 0,1 0 0,-2 0 0,3 18 0,10 59 0,-8-53 0,-2 0 0,1 35 0,-6 278 0,-1-151 0,1-188 0,0 0 0,0 0 0,-1 0 0,0 0 0,-3 9 0,3-13 0,0 0 0,0 0 0,-1-1 0,1 1 0,-1 0 0,0-1 0,1 1 0,-1-1 0,0 1 0,-1-1 0,1 0 0,0 0 0,-1 0 0,-3 2 0,1-1 0,0 0 0,0 1 0,1 0 0,0-1 0,-8 9 0,12-11 0,-1 0 0,1-1 0,-1 1 0,1 0 0,-1 0 0,1 0 0,0-1 0,-1 1 0,1 0 0,0 0 0,0 0 0,-1 0 0,1 0 0,0 0 0,0-1 0,0 1 0,0 0 0,1 2 0,-1-2 0,1 0 0,-1 0 0,1 0 0,-1-1 0,1 1 0,0 0 0,0 0 0,-1 0 0,1-1 0,0 1 0,0 0 0,0-1 0,0 1 0,0 0 0,0-1 0,0 0 0,0 1 0,0-1 0,2 1 0,16 3 0,1 0 0,0-2 0,-1 0 0,1-1 0,0-1 0,26-3 0,7 0 0,75 2-1365,-100 1-5461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4:02.0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 2035 24575,'-1'-3'0,"1"1"0,-1-1 0,0 1 0,1-1 0,-1 1 0,0 0 0,-1-1 0,-2-3 0,-5-13 0,3-10 0,1 0 0,2-1 0,1 1 0,1-1 0,3-38 0,0 8 0,-2-258 0,1 309 0,-1-1 0,1 0 0,1 1 0,0-1 0,0 1 0,1-1 0,0 1 0,0 0 0,1 0 0,7-11 0,-6 9 0,0 0 0,0-1 0,-2 1 0,1-1 0,-1 0 0,2-21 0,-3-71 0,-1 13 0,2 70 0,9-37 0,-7 38 0,-1 0 0,2-22 0,-6 33 0,1 0 0,0 0 0,1 0 0,-1 0 0,2 0 0,-1 0 0,1 1 0,1-1 0,-1 1 0,2 0 0,-1 0 0,1 0 0,6-7 0,-3 3 0,1 0 0,12-24 0,-18 29 0,0 0 0,0 0 0,1 1 0,1-1 0,-1 1 0,1 0 0,0 0 0,0 0 0,1 1 0,-1 0 0,1 0 0,0 0 0,14-7 0,6-2 0,-1-1 0,0-1 0,24-21 0,35-22 0,-67 49 0,2 1 0,20-7 0,-18 8 0,26-14 0,-26 8 0,-1 0 0,24-21 0,-26 19 0,38-24 0,-48 35 0,0 1 0,1 0 0,-1 0 0,1 1 0,0 0 0,0 1 0,0 0 0,14-2 0,35 3 0,-38 1 0,33-5 0,-46 4 0,0 0 0,0-1 0,0 0 0,0-1 0,0 0 0,0 0 0,-1 0 0,8-5 0,7-8 0,-10 9 0,0-1 0,0 1 0,0 1 0,15-6 0,-2 2 0,134-46 0,-128 47 0,-9 2 0,0 1 0,0 1 0,1 1 0,24-2 0,306 5 0,-164 3 0,1239-2-1365,-1400 0-5461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4:02.8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24575,'8'0'0,"-1"0"0,0 1 0,0 0 0,0 0 0,1 0 0,-1 1 0,0 0 0,9 5 0,-6-2 0,0 1 0,0 1 0,0 0 0,11 10 0,-17-14 0,7 8 0,1-1 0,0-1 0,1 0 0,0-1 0,16 8 0,-6-6 0,0-2 0,26 7 0,-35-10 0,0 0 0,0 1 0,21 12 0,15 7 0,2 4 0,-43-23 0,1 0 0,0-1 0,0 0 0,0-1 0,13 4 0,-2-1 0,0 0 0,0 2 0,20 10 0,-27-13 0,0 0 0,1-2 0,0 0 0,28 4 0,-30-5 0,-8-2 0,-1 0 0,0 0 0,0 1 0,0-1 0,0 1 0,0 0 0,0 1 0,0-1 0,-1 1 0,1-1 0,-1 1 0,0 0 0,0 0 0,0 0 0,0 1 0,0-1 0,-1 1 0,1 0 0,-1-1 0,0 1 0,0 0 0,-1 0 0,3 8 0,1 8 0,0 0 0,-1 0 0,1 38 0,-2-30 0,-1-16 0,0 0 0,1 0 0,1 0 0,0-1 0,1 1 0,0-1 0,1 0 0,8 12 0,17 35 0,-27-46 0,0 1 0,0-1 0,-1 1 0,-1 0 0,0 0 0,0 14 0,-2 2 0,-4 47 0,3-68 0,1-1 0,-2 1 0,1-1 0,-1 0 0,0 0 0,-1 1 0,1-2 0,-1 1 0,-1 0 0,1 0 0,-1-1 0,-1 0 0,1 0 0,-1 0 0,0-1 0,0 1 0,-12 8 0,1-2 0,0 0 0,0-2 0,-2 0 0,1-1 0,-1 0 0,0-2 0,-1 0 0,0-1 0,0-1 0,-24 3 0,16-1-1365,6 0-5461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4:08.3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35 24575,'1'-1'0,"-1"-1"0,0 1 0,1 0 0,-1 0 0,0 0 0,1 0 0,-1 0 0,1 0 0,0 0 0,-1 1 0,1-1 0,0 0 0,0 0 0,-1 0 0,1 1 0,0-1 0,0 0 0,0 1 0,0-1 0,0 1 0,0-1 0,0 1 0,0-1 0,0 1 0,0 0 0,0-1 0,2 1 0,33-7 0,-32 7 0,45-4 0,-1 1 0,78 7 0,-121-3 0,0 0 0,0 0 0,0 1 0,0 0 0,-1-1 0,1 2 0,0-1 0,-1 0 0,1 1 0,-1 0 0,0 0 0,7 7 0,3 4 0,25 34 0,-7-10 0,-27-31 0,-1-1 0,0 0 0,0 1 0,0 0 0,-1 0 0,0 0 0,-1 0 0,1 1 0,-1-1 0,-1 1 0,1-1 0,0 13 0,0-6 0,-1-7 0,2 0 0,-1 1 0,1-2 0,0 1 0,0 0 0,1-1 0,0 1 0,0-1 0,10 11 0,-8-10 0,1 2 0,-2-1 0,1 1 0,6 14 0,-7-7 0,0 1 0,4 32 0,3 9 0,-7-34 0,-1-1 0,1 29 0,-1-11 0,-2-35 0,-1 0 0,1 0 0,0 0 0,0 0 0,1 0 0,0-1 0,0 0 0,6 10 0,-4-9 0,-1 1 0,1 1 0,-2-1 0,5 11 0,-4-2 0,0 0 0,-2 0 0,1 1 0,-1 19 0,-5 70 0,1-38 0,2-44 0,0-3 0,-1 0 0,-4 26 0,4-40 0,-1 0 0,1-1 0,-2 1 0,1 0 0,-1-1 0,0 1 0,0-1 0,-1 0 0,0 0 0,-7 9 0,6-10 0,0 1 0,-1-1 0,1 0 0,-1 0 0,0-1 0,-1 0 0,1 0 0,-1 0 0,1-1 0,-1 0 0,-8 2 0,1-1 0,0-1 0,1-1 0,-2-1 0,-27 0 0,24-1 0,6 0 0,-1 0 0,-20 3 0,29-2 0,0 0 0,0 0 0,0 0 0,0 0 0,0 1 0,0 0 0,0 0 0,0 0 0,1 0 0,-1 1 0,-4 4 0,7-6 0,0-1 0,1 0 0,-1 1 0,1-1 0,-1 1 0,1-1 0,-1 1 0,1-1 0,-1 1 0,1 0 0,0-1 0,-1 1 0,1-1 0,0 1 0,0 0 0,-1-1 0,1 1 0,0 0 0,0-1 0,0 1 0,0 0 0,0 0 0,0-1 0,0 1 0,0 0 0,0-1 0,0 2 0,1-1 0,-1-1 0,1 1 0,0 0 0,-1 0 0,1-1 0,0 1 0,0 0 0,0-1 0,0 1 0,-1-1 0,1 1 0,0-1 0,0 1 0,0-1 0,0 0 0,1 1 0,7 1 0,0-1 0,0 0 0,11 0 0,-18-1 0,18-1 0,0 0 0,-1-2 0,1 0 0,29-10 0,-8 3 0,7-3 0,-27 7 0,0 1 0,0 1 0,26-2 0,-23 4 0,47-12 0,-46 9 0,45-6 0,100 10 0,-163 2 0,-12-2 0,-45 0 0,-1 2 0,-86 13 0,99-6-682,-52 3-1,63-10-6143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4:12.3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69 582 24575,'-1'-7'0,"0"0"0,0 0 0,-1 1 0,1-1 0,-2 1 0,1-1 0,-1 1 0,0 0 0,0 0 0,-5-7 0,3 4 0,0 0 0,0 0 0,-5-17 0,5 5 0,1 1 0,1-1 0,0-32 0,5-67 0,1 39 0,-3 68 0,-1 4 0,1-1 0,1 1 0,0 0 0,0 0 0,5-18 0,-5 25 0,0-1 0,0 1 0,0-1 0,1 1 0,0-1 0,-1 1 0,1 0 0,0 0 0,0 0 0,0 0 0,0 0 0,1 0 0,-1 0 0,0 1 0,1-1 0,-1 1 0,1 0 0,0-1 0,-1 1 0,1 1 0,0-1 0,-1 0 0,6 0 0,23-3 0,0 2 0,1 2 0,48 4 0,2 0 0,-31-5 0,-28 0 0,1 0 0,-1 2 0,29 4 0,-46-4 0,-1 0 0,1 1 0,-1-1 0,1 1 0,-1 0 0,0 1 0,0-1 0,0 1 0,0 0 0,0 0 0,-1 0 0,1 1 0,-1 0 0,0 0 0,0 0 0,0 0 0,0 1 0,3 5 0,29 63 0,-17-34 0,-14-28-227,-1 0-1,0 0 1,-1 0-1,0 1 1,2 14-1,-2-1-6598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4:18.1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24575,'3'3'0,"0"1"0,-1-1 0,0 0 0,0 1 0,0 0 0,0-1 0,0 1 0,-1 0 0,1 0 0,-1 0 0,1 6 0,10 25 0,9-3 0,-16-26 0,-1 1 0,0-1 0,0 1 0,0 0 0,0 1 0,-1-1 0,-1 1 0,4 13 0,0 19 0,6 30 0,-6-44 0,3 49 0,-5-36 0,-3-32 0,1 0 0,0 0 0,1-1 0,-1 1 0,1-1 0,0 0 0,1 0 0,-1 0 0,1 0 0,1-1 0,8 10 0,-7-9 0,-1 0 0,0 0 0,-1 1 0,1-1 0,-1 1 0,-1 0 0,1 0 0,-1 1 0,4 11 0,-3 5 0,-1-8 0,0-1 0,10 29 0,-12-41 0,1 1 0,-1-1 0,1 0 0,0 1 0,0-1 0,0 0 0,0 0 0,1-1 0,-1 1 0,1 0 0,-1-1 0,1 0 0,0 1 0,0-1 0,0 0 0,0-1 0,7 4 0,5-1 0,-1-2 0,1 1 0,0-1 0,0-1 0,0-1 0,0 0 0,15-3 0,-10 2 0,1 0 0,32 4 0,-46-2 0,0 0 0,0 1 0,0-1 0,-1 2 0,1-1 0,0 1 0,-1 0 0,0 0 0,0 1 0,0 0 0,8 7 0,21 20 0,-17-14 0,23 18 0,-33-30 0,-1 1 0,0 0 0,0 0 0,-1 1 0,0 0 0,0 0 0,-1 0 0,0 1 0,0 0 0,-1 0 0,7 15 0,-7-9 0,0 1 0,0 0 0,-1 0 0,-1 1 0,-1-1 0,0 19 0,-1 6 0,-4 112 0,3-146 0,0 0 0,-1 0 0,0-1 0,0 1 0,-1-1 0,0 1 0,0-1 0,0 0 0,0 0 0,-1 0 0,0-1 0,0 1 0,0-1 0,0 0 0,-1 0 0,-6 4 0,-2 1 0,0 0 0,-1 0 0,-1-1 0,-27 10 0,19-12-92,0-1-1,0-1 0,0-1 1,-1-1-1,1-1 0,-39-3 1,38 1-625,-3 0-6109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4:18.9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1 100 24575,'0'-2'0,"1"1"0,-1-1 0,1 1 0,0-1 0,0 1 0,-1 0 0,1-1 0,0 1 0,0 0 0,0 0 0,1-1 0,-1 1 0,0 0 0,0 0 0,1 0 0,-1 1 0,2-2 0,26-15 0,-27 16 0,11-4 0,-1 0 0,2 1 0,-1 0 0,0 1 0,19-1 0,29-8 0,-34 5 0,1 2 0,-1 1 0,39-1 0,86 6 0,-56 1 0,634-2-1365,-703 0-5461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09:26.0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0 131 24575,'82'1'0,"91"-3"0,-81-13 0,-62 9 0,41-4 0,19 8 0,-59 2 0,-1-1 0,1-1 0,-1-1 0,1-2 0,43-12 0,113-33 0,-171 46 0,26-3 0,-1 2 0,1 3 0,82 4 0,-36 0 0,261-2 0,-316 2 0,-1 1 0,49 12 0,-37-7 0,17 6 0,-32-7 0,40 5 0,65 9 0,-77-11 0,101 23 0,-132-28 0,-1 1 0,0 2 0,0 0 0,-1 2 0,-1 0 0,1 2 0,39 27 0,-49-29 0,1-1 0,-1-1 0,2 0 0,-1-1 0,25 8 0,-27-9 0,1 0 0,-1 0 0,-1 1 0,1 1 0,-1 0 0,-1 1 0,14 12 0,-9-7 0,0-1 0,31 18 0,-10-11 0,1-2 0,47 16 0,-76-32 0,0 1 0,-1 0 0,0 0 0,1 1 0,-1 0 0,-1 1 0,1 0 0,-1 0 0,0 0 0,0 1 0,11 12 0,2 5 0,1-1 0,1-1 0,1-1 0,1-1 0,0-1 0,2-1 0,34 18 0,-17-10 0,-2 2 0,41 35 0,-22-21 0,-38-27 0,31 25 0,-31-21 0,1-1 0,35 19 0,-37-24 0,0 1 0,0 1 0,31 29 0,-21-15 0,45 32 0,-9-3 0,3 3 0,-34-29 0,-29-24 0,-1-1 0,1 0 0,0-1 0,0 1 0,15 7 0,-14-8 0,0 0 0,0 0 0,-1 0 0,1 1 0,5 7 0,-5-5 0,1-1 0,17 13 0,0-6 0,-16-9 0,-1 0 0,0 0 0,-1 0 0,1 1 0,-1 1 0,0 0 0,11 12 0,-14-14-273,-1 1 0,1-1 0,0-1 0,8 7 0,3 0-6553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09:27.3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203 0 24575,'12'0'0,"0"1"0,0 0 0,0 0 0,-1 1 0,1 0 0,13 6 0,-18-6 0,0 1 0,0 1 0,-1-1 0,1 1 0,-1 1 0,0-1 0,0 1 0,-1 0 0,0 0 0,0 1 0,5 6 0,8 8 0,1 0 0,34 28 0,-29-28 0,31 34 0,-51-48 0,0-1 0,0 1 0,0 0 0,-1 0 0,0 0 0,0 1 0,0-1 0,-1 1 0,2 9 0,-1 3 0,0 0 0,-1 20 0,0-9 0,-1-24 0,0 0 0,1 0 0,-1 0 0,1 0 0,1-1 0,-1 1 0,1-1 0,0 1 0,0-1 0,7 7 0,-6-6 0,-1-1 0,1 0 0,-1 1 0,0-1 0,0 1 0,-1 0 0,0 0 0,2 7 0,-4-12 0,0 1 0,0-1 0,0 0 0,0 1 0,0-1 0,0 0 0,-1 0 0,1 1 0,0-1 0,-1 0 0,1 0 0,-1 0 0,0 1 0,1-1 0,-1 0 0,0 0 0,0 0 0,1 0 0,-1 0 0,0 0 0,0-1 0,0 1 0,0 0 0,0 0 0,-1-1 0,1 1 0,0 0 0,0-1 0,0 1 0,0-1 0,-1 0 0,1 1 0,0-1 0,-1 0 0,-1 0 0,-7 2 0,0 0 0,0-1 0,-14-1 0,17 0 0,-224-4 0,210 2 0,-1 0 0,1-2 0,-29-7 0,2 0 0,40 9 10,1 0 0,-1-1 0,0 0 0,1 0-1,-1-1 1,1 0 0,-11-7 0,-1-4-308,-21-21 0,22 19-550,2 2-5978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09:28.7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2352 2 24575,'-81'-2'0,"-92"5"0,155-1 0,0 2 0,0 0 0,1 1 0,-32 14 0,-25 7 0,31-13 0,-44 21 0,-34 11 0,107-42 0,-1 2 0,1 0 0,-1 1 0,1 0 0,1 1 0,-17 11 0,-61 37 0,60-37 0,-44 31 0,-12 9 0,3-2 0,74-49 0,0-1 0,0 0 0,-1-1 0,-13 5 0,11-5 0,1 0 0,0 1 0,-12 8 0,-85 56 0,78-47 0,-4 3 0,-32 31 0,53-45 0,0 0 0,-22 13 0,25-19 0,1 1 0,0 0 0,0 0 0,1 1 0,0 0 0,0 1 0,-13 18 0,10-11 0,0-1 0,-2 0 0,0-1 0,0 0 0,-1-1 0,-1-1 0,-28 18 0,28-19 0,0 1 0,2 1 0,-23 23 0,-8 8 0,18-21 0,15-14 0,0 1 0,0 0 0,1 1 0,0 1 0,1 0 0,0 0 0,-10 19 0,1 8 0,8-16 0,-22 35 0,27-50 0,-1 0 0,0 0 0,-9 7 0,11-11 0,0 1 0,-1 0 0,2 0 0,-1 1 0,1 0 0,-1-1 0,2 2 0,-1-1 0,-3 8 0,-2 10 0,1 1 0,1 0 0,1 0 0,1 1 0,-2 33 0,4-29 0,-1 1 0,-2-1 0,-12 40 0,9-40 0,1 1 0,2 0 0,-3 33 0,8-1-1365,1-35-5461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09:29.7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24575,'0'447'0,"1"-437"0,0 0 0,0 0 0,1-1 0,0 1 0,0 0 0,1 0 0,1-1 0,-1 0 0,2 0 0,-1 0 0,1 0 0,12 15 0,5 12 0,-16-25 0,1 0 0,0 0 0,1-1 0,0 0 0,14 14 0,2-4 0,-5-4 0,25 27 0,-33-31 0,1 0 0,0-1 0,1 0 0,0-1 0,1-1 0,0 0 0,1-1 0,0 0 0,0-1 0,21 6 0,-27-9 0,0 0 0,-1 0 0,1 1 0,13 10 0,21 11 0,10 3 0,-37-19 0,1-1 0,20 8 0,-30-14 0,-1 1 0,1 0 0,-1-1 0,0 2 0,8 6 0,-8-7 0,-1 1 0,1-1 0,-1 0 0,1-1 0,1 1 0,11 4 0,-13-7 0,1 1 0,0-1 0,0 0 0,0 0 0,0-1 0,0 1 0,0-1 0,0-1 0,0 1 0,0-1 0,0 0 0,0 0 0,0-1 0,0 0 0,0 0 0,-1 0 0,1-1 0,8-5 0,-6 2 0,-1 1 0,-1-1 0,1 0 0,-1-1 0,0 1 0,-1-1 0,1-1 0,-1 1 0,-1-1 0,1 0 0,-1 0 0,3-11 0,13-50 0,-18 56 0,2-1 0,-1 1 0,2 0 0,-1 1 0,2-1 0,0 1 0,9-15 0,10-8 0,-2-2 0,22-45 0,-36 63 0,-1-2 0,0 1 0,-2-1 0,0 0 0,-2 0 0,3-28 0,-5 35 0,1 0 0,0 0 0,1 1 0,0-1 0,1 1 0,0 0 0,1 0 0,1 0 0,0 1 0,1 0 0,0 1 0,17-18 0,-22 25-151,2 0-1,-1 0 0,0 1 0,1 0 1,-1 0-1,1 0 0,0 1 1,5-3-1,13-2-6674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09:30.9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130 0 24575,'-1'3'0,"0"0"0,1 0 0,-1 0 0,0 0 0,-1 0 0,1 0 0,-1 0 0,-1 2 0,-5 10 0,-81 216 0,84-214 0,0 0 0,2 0 0,0 0 0,-1 29 0,5 73 0,0-54 0,0 30-1365,-1-68-5461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8:44.9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416 2172 24575,'-59'1'0,"-69"-3"0,125 2 0,0 0 0,0 0 0,0-1 0,0 0 0,0 1 0,0-1 0,1 0 0,-1-1 0,0 1 0,1 0 0,-1-1 0,0 1 0,1-1 0,0 0 0,-1 0 0,1 0 0,-3-4 0,0-1 0,1 1 0,1-1 0,0 0 0,0 0 0,-3-10 0,-10-22 0,-2 4 0,2 0 0,2-1 0,1 0 0,2-2 0,1 1 0,2-1 0,2 0 0,-3-62 0,8 78 0,-2 0 0,-8-35 0,5 32 0,-3-40 0,6-276 0,5 175 0,-2-120 0,1 273 0,-1 1 0,2 0 0,-1-1 0,2 1 0,0 0 0,4-13 0,-4 18 0,0 0 0,0 1 0,0 0 0,0 0 0,1 0 0,0 0 0,1 1 0,-1-1 0,1 1 0,0 0 0,0 0 0,8-4 0,-3 1 0,-1 3 0,-1 0 0,0-1 0,0-1 0,0 1 0,11-14 0,-13 12 0,1 1 0,0 0 0,0 0 0,1 1 0,-1 0 0,1 0 0,1 1 0,-1 0 0,1 1 0,0 0 0,0 0 0,0 0 0,0 1 0,20-3 0,-20 5 0,1-1 0,0-1 0,-1 1 0,1-2 0,-1 1 0,0-1 0,0-1 0,-1 1 0,1-1 0,10-9 0,-10 5 0,-1 1 0,1 0 0,1 1 0,-1 0 0,1 1 0,1 0 0,-1 0 0,1 1 0,0 0 0,0 1 0,23-5 0,95-21 0,-117 27 0,-1 0 0,1-2 0,-1 1 0,18-11 0,-19 10 0,0 0 0,0 0 0,0 1 0,1 0 0,-1 1 0,14-2 0,29 0 0,-33 4 0,0-1 0,29-7 0,-29 5 0,-14 3 0,0-1 0,1 1 0,-1-1 0,0 0 0,0-1 0,0 1 0,0-1 0,-1 0 0,1-1 0,6-4 0,-2 0 11,1 1 0,0 0 0,1 0 1,0 1-1,0 1 0,0 0 0,0 1 0,24-5 0,-14 3-744,31-13 1,-35 10-6094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8:45.8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 24575,'92'-1'0,"103"3"0,-184 0 0,-1 0 0,0 1 0,1 0 0,-1 0 0,0 1 0,15 9 0,-14-7 0,1-1 0,-1 0 0,1-1 0,18 4 0,-15-4 0,1 0 0,-1 0 0,0 1 0,0 1 0,26 14 0,-23-10 0,0 1 0,-1 0 0,-1 1 0,21 20 0,7 1 0,1 1 0,-42-31 0,0 0 0,0 0 0,-1 1 0,1-1 0,-1 1 0,1 0 0,-1 0 0,0 0 0,-1 0 0,3 7 0,0 10 0,-1 1 0,-1-1 0,-1 0 0,-3 40 0,0-23 0,2-30 0,0 0 0,-1 0 0,0 0 0,-1 0 0,0 0 0,0-1 0,0 1 0,-7 12 0,6-15 0,0 0 0,-1 0 0,1 0 0,-1 0 0,0-1 0,0 0 0,-1 1 0,1-2 0,-1 1 0,0 0 0,0-1 0,-8 4 0,-4 1 0,0 0 0,-1 1 0,2 1 0,-1 1 0,-19 16 0,8-1 0,21-17 0,-1-1 0,0-1 0,-1 0 0,0 0 0,0 0 0,0-1 0,-1-1 0,-17 8 0,-23 3-1365,30-8-5461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8:47.4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1 463 24575,'5'-1'0,"1"0"0,0 0 0,-1-1 0,1 1 0,-1-1 0,6-3 0,8-2 0,10-4 0,1-2 0,-2-1 0,0-1 0,28-21 0,-49 31 0,0 0 0,-1-1 0,0 0 0,0-1 0,9-12 0,-10 13 0,-1 0 0,1 0 0,0 1 0,0 0 0,1 0 0,-1 0 0,1 0 0,7-3 0,-3 2 0,-5 4 0,0 0 0,0 0 0,0-1 0,0 0 0,-1 0 0,0 0 0,1-1 0,-1 0 0,0 1 0,-1-1 0,1 0 0,4-8 0,0-1 0,-4 5 0,1 0 0,0 1 0,0 0 0,0 0 0,1 0 0,10-9 0,-7 9 0,8-8 0,1 1 0,22-12 0,-6 2 0,7-5 0,-38 27 0,1 1 0,-1-1 0,0 1 0,0 0 0,1 0 0,-1 0 0,0 0 0,1 1 0,-1-1 0,1 1 0,3 0 0,-5 0 0,0 0 0,-1 1 0,1-1 0,0 1 0,0 0 0,-1 0 0,1-1 0,-1 1 0,1 0 0,-1 0 0,1 1 0,-1-1 0,1 0 0,-1 0 0,0 1 0,0-1 0,0 1 0,0-1 0,0 1 0,0-1 0,0 1 0,0 0 0,0-1 0,-1 1 0,1 0 0,-1 0 0,1-1 0,-1 4 0,2 7 0,0-1 0,-1 1 0,-1 14 0,0-19 0,-5 573 0,5-358-1365,0-195-5461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9:35.5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1117 1950 24575,'0'-572'0,"1"566"0,-1 1 0,-1-1 0,1 1 0,-1-1 0,0 1 0,0-1 0,-1 1 0,1 0 0,-1-1 0,0 1 0,-1 0 0,1 0 0,-1 1 0,0-1 0,0 0 0,-1 1 0,1 0 0,-1 0 0,0 0 0,-7-6 0,5 5 0,1-1 0,0 0 0,0 0 0,1 0 0,-8-13 0,9 14 0,0-1 0,0 1 0,-1 0 0,1 0 0,-1 0 0,0 1 0,-1-1 0,1 1 0,-1 0 0,-6-4 0,-6-4 0,0-1 0,2-1 0,-1 0 0,2-1 0,-21-26 0,-21-22 0,50 57 0,2 0 0,-1 0 0,1-1 0,0 1 0,0-1 0,0-1 0,1 1 0,1 0 0,-4-10 0,5 10 0,-1 1 0,0 0 0,0 0 0,-1 0 0,1 0 0,-2 0 0,1 1 0,0-1 0,-1 1 0,0 0 0,0 0 0,-1 0 0,1 1 0,-8-6 0,1 3 0,6 4 0,-1-1 0,1 1 0,0-1 0,0 0 0,0 0 0,1 0 0,0-1 0,-1 0 0,1 0 0,-4-7 0,-9-15 0,-2 0 0,-1 0 0,-34-34 0,22 35 0,28 23 0,0 1 0,0-1 0,0 0 0,0 0 0,1 0 0,-1 0 0,1-1 0,0 0 0,0 1 0,1-1 0,-1 0 0,1-1 0,-4-5 0,-6-24 0,-2 1 0,-1 1 0,-26-41 0,26 46 0,-15-37 0,20 40 0,-2 0 0,-22-35 0,12 24 0,19 27 0,-1 1 0,0 0 0,-1 0 0,0 0 0,0 1 0,0-1 0,-1 1 0,0 0 0,0 1 0,0-1 0,-9-4 0,-118-45 0,132 54 0,-1 1 0,1 0 0,0-1 0,0 1 0,-1 0 0,1 0 0,0 0 0,-1 0 0,1 0 0,0 0 0,-1 0 0,1 0 0,0 0 0,-1 1 0,1-1 0,0 0 0,0 1 0,-1-1 0,1 1 0,0 0 0,0-1 0,0 1 0,0 0 0,0 0 0,0 0 0,0-1 0,0 1 0,0 0 0,0 0 0,0 1 0,0-1 0,1 0 0,-1 0 0,1 0 0,-1 0 0,1 1 0,-1-1 0,1 0 0,-1 0 0,1 1 0,0 1 0,-2 8 0,0-1 0,1 1 0,0 0 0,2 12 0,-1-15 0,0 27 0,5 129 0,-3-153 0,0-1 0,1 1 0,0-1 0,1 0 0,0 0 0,7 13 0,-5-12 0,0 1 0,-2-1 0,1 1 0,3 19 0,-2 28-1365,-5-33-5461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9:40.0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35 24575,'19'-1'0,"0"-1"0,0-1 0,26-7 0,-23 5 0,44-6 0,256 9 0,-165 4 0,-148-2 0,0-1 0,0 1 0,0 0 0,-1 0 0,1 1 0,0 1 0,0-1 0,-1 1 0,1 1 0,-1 0 0,10 4 0,33 19-1365,-28-15-5461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9:43.8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0 299 24575,'12'0'0,"-1"-1"0,0 0 0,0 0 0,0-1 0,0-1 0,-1 0 0,1 0 0,10-6 0,-14 6 0,0-1 0,0 0 0,0 0 0,-1-1 0,0 0 0,0 0 0,0 0 0,-1-1 0,0 0 0,0 0 0,0 0 0,4-9 0,-3 4 0,1 0 0,0 0 0,0 0 0,1 1 0,0 0 0,1 1 0,12-11 0,29-27 0,-34 31 0,30-23 0,-46 38 0,1 1 0,0-1 0,0 0 0,0 1 0,-1-1 0,1 1 0,0-1 0,0 1 0,0 0 0,0-1 0,0 1 0,0 0 0,0 0 0,0-1 0,0 1 0,0 0 0,0 0 0,0 0 0,0 0 0,0 0 0,0 0 0,0 1 0,0-1 0,-1 0 0,1 0 0,2 1 0,-2 0 0,0 1 0,0-1 0,0 0 0,0 0 0,0 1 0,0-1 0,0 0 0,0 1 0,0-1 0,-1 1 0,1-1 0,-1 1 0,1 0 0,0 2 0,1 8 0,-1 1 0,0-1 0,-1 18 0,0-24 0,-4 1273-1365,4-1251-5461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9:56.7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509 2162 24575,'0'-8'0,"-1"1"0,0 0 0,0 0 0,-1 0 0,1 0 0,-2 0 0,1 0 0,-1 1 0,0-1 0,0 1 0,-1-1 0,0 1 0,0 0 0,0 1 0,-1-1 0,0 1 0,0 0 0,-9-7 0,-7-4 0,-1 1 0,0 1 0,-40-18 0,53 27 0,-1-1 0,2 0 0,-1 0 0,1-1 0,0 0 0,0 0 0,0-1 0,1 0 0,1 0 0,-1 0 0,-9-18 0,6 4 0,0 1 0,1-1 0,1-1 0,-6-26 0,12 38 0,0 1 0,-1 0 0,0 0 0,-1 0 0,0 0 0,0 0 0,-1 1 0,-1 0 0,-12-17 0,13 20 0,0 0 0,0 0 0,0-1 0,1 0 0,0 0 0,0 0 0,1 0 0,0 0 0,-3-11 0,-1-10 0,-5-37 0,6 33 0,-17-129 0,14 105 0,3 1 0,3-2 0,3-60 0,0 84 0,0 19 0,1 0 0,1 0 0,0 0 0,1 0 0,0 0 0,1 0 0,0 1 0,1 0 0,1 0 0,0 0 0,15-22 0,-17 31 0,1 0 0,-1-1 0,1 1 0,0 1 0,0-1 0,9-4 0,-10 6 0,1 0 0,-1 0 0,-1 0 0,1-1 0,0 0 0,-1 0 0,1 0 0,-1 0 0,0 0 0,0-1 0,0 0 0,-1 1 0,4-7 0,-1-1 0,-1 0 0,2 0 0,-1 0 0,1 1 0,1 0 0,0 0 0,1 1 0,14-15 0,36-20 0,-45 35 0,-1 1 0,1-2 0,-2 0 0,0 0 0,13-15 0,-17 17 0,8-12 0,19-20 0,-28 34 0,1 0 0,-1 1 0,1 0 0,0 0 0,0 1 0,1-1 0,8-2 0,-8 3 0,-1 0 0,1-1 0,-1 1 0,7-7 0,-8 6 0,0 1 0,0-1 0,0 2 0,0-1 0,0 1 0,13-5 0,98-15 0,-85 17 0,-2 2 0,-15 2 0,0 0 0,21-7 0,-31 8 0,-1-1 0,0 0 0,1 0 0,-1 0 0,0 0 0,0-1 0,0 0 0,0 0 0,0 0 0,-1 0 0,6-7 0,-3 3 0,0 2 0,1-1 0,-1 1 0,1 0 0,0 0 0,0 1 0,0 0 0,1 0 0,0 0 0,-1 1 0,1 1 0,13-4 0,34-14 0,-15 2-151,1 1-1,0 2 0,1 2 0,0 2 1,1 2-1,0 2 0,0 1 1,75 1-1,-90 5-6674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9:57.7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 24575,'34'0'0,"-12"-1"0,1 1 0,23 4 0,-39-3 0,1 1 0,0 0 0,0 0 0,-1 1 0,1 0 0,-1 0 0,0 1 0,0 0 0,10 7 0,3 3 0,35 17 0,-37-22 0,-1 1 0,-1 0 0,26 21 0,-28-20 0,2 0 0,20 12 0,-19-13 0,30 24 0,-22-12 0,-10-8 0,0-1 0,34 22 0,-30-24 0,-9-6 0,1 1 0,-1 0 0,-1 0 0,1 1 0,-1 1 0,0 0 0,13 15 0,-11-10 0,1 0 0,16 14 0,-16-16 0,-1 0 0,0 1 0,11 15 0,-18-19 0,1-1 0,-1 1 0,-1 0 0,0 1 0,0-1 0,0 0 0,-1 1 0,0 0 0,0 9 0,0 13 0,-2 39 0,-1-42 0,1-21 0,0 0 0,0-1 0,-1 1 0,0 0 0,0 0 0,-1 0 0,1-1 0,-1 1 0,-1-1 0,0 1 0,0-1 0,0 0 0,0 0 0,-1 0 0,0-1 0,0 1 0,-1-1 0,1 0 0,-1 0 0,-10 7 0,7-5 0,-1-1 0,0 0 0,0 0 0,-1-1 0,1 0 0,-1-1 0,0 0 0,-1 0 0,1-1 0,-1-1 0,1 0 0,-1 0 0,0-1 0,-12 0 0,1 0-455,-1 2 0,-26 5 0,22-2-6371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0:04.0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0 291 24575,'0'-15'0,"1"0"0,0-1 0,1 1 0,6-26 0,-7 36 0,1 0 0,0 1 0,0-1 0,0 0 0,0 1 0,1-1 0,0 1 0,0 0 0,0 0 0,0 0 0,1 0 0,-1 1 0,1-1 0,0 1 0,0 0 0,0 0 0,1 0 0,4-2 0,47-17 0,-41 18 0,-1-2 0,1 0 0,-1-1 0,27-17 0,-33 19 0,1 0 0,0 0 0,0 0 0,0 1 0,1 0 0,0 1 0,-1 0 0,1 1 0,0 0 0,15-1 0,13 1 0,57 4 0,-35 1 0,-53-4 0,-1 1 0,1 1 0,0-1 0,0 1 0,-1 1 0,1-1 0,0 1 0,-1 0 0,0 0 0,1 1 0,-1 0 0,0 0 0,0 0 0,-1 1 0,1 0 0,-1 0 0,0 1 0,0-1 0,0 1 0,8 10 0,-7-7 0,0 0 0,0 0 0,0 1 0,-1 0 0,0 0 0,-1 0 0,0 1 0,-1-1 0,0 1 0,0 0 0,-1 0 0,2 12 0,9 79 0,-5-51 0,0 52 0,-8 311 0,-1-395 0,0 0 0,-1 0 0,-1 0 0,-1 0 0,-1-1 0,0 1 0,-9 18 0,9-25 0,-1-1 0,0 0 0,-1-1 0,0 1 0,-1-1 0,1-1 0,-2 1 0,1-1 0,-1-1 0,-1 0 0,-12 8 0,19-13 0,-1 0 0,1 0 0,0 0 0,0 1 0,0-1 0,-2 4 0,5-6 0,-1 1 0,1-1 0,0 1 0,-1-1 0,1 0 0,0 1 0,0-1 0,0 1 0,-1-1 0,1 0 0,0 1 0,0-1 0,0 1 0,0-1 0,0 1 0,0-1 0,0 1 0,0-1 0,0 1 0,0-1 0,0 1 0,0 0 0,1-1 0,-1 1 0,1 0 0,0-1 0,-1 1 0,1 0 0,-1-1 0,1 1 0,0-1 0,0 0 0,-1 1 0,1-1 0,0 1 0,0-1 0,-1 0 0,1 0 0,0 1 0,1-1 0,15 3 0,-1 0 0,1-1 0,-1-1 0,18-1 0,-16-1 0,-1 2 0,1 0 0,31 6 0,-7 1-260,1-2-1,0-1 1,86-4-1,-118-1-62,16 0-6503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1:05.9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705 1603 24575,'58'1'0,"70"-3"0,-116-1 0,0 1 0,0-2 0,-1 1 0,1-2 0,-1 1 0,14-9 0,15-6 0,-32 15 0,1-1 0,-1 0 0,0 0 0,-1-1 0,9-7 0,6-6 0,-17 15 0,0-1 0,0 0 0,-1 0 0,0 0 0,0-1 0,-1 1 0,0-1 0,0 0 0,0 0 0,0 0 0,-1-1 0,0 1 0,2-10 0,-2 5 0,2 1 0,0-1 0,9-18 0,-7 18 0,0-1 0,-1-1 0,-1 1 0,0 0 0,-1-1 0,0 0 0,-1 0 0,1-22 0,-1 17 0,0 12 0,-1-1 0,1 1 0,0 0 0,0 0 0,1 0 0,0 1 0,0-1 0,6-8 0,-4 7 0,-1 0 0,0-1 0,0 0 0,3-8 0,4-21 0,-1-1 0,-2 0 0,-2 0 0,-2-1 0,1-47 0,-5 73 0,0-11 0,-5-44 0,3 60 0,0 0 0,0 0 0,0 1 0,-1-1 0,0 1 0,0-1 0,-1 1 0,0 0 0,-7-9 0,-28-31 0,28 36 0,1 0 0,0-1 0,1-1 0,0 1 0,1-2 0,1 1 0,-8-20 0,13 30 0,1-1 0,-1 1 0,0-1 0,1 1 0,-2 0 0,1 0 0,0 0 0,-1 0 0,1 0 0,-1 0 0,0 1 0,-4-4 0,-3 0 0,0 0 0,-18-8 0,19 11 0,0-1 0,0-1 0,1 1 0,0-1 0,-9-8 0,-3-3 0,0 0 0,-1 2 0,-1 0 0,-44-19 0,58 28 0,1 1 0,0-1 0,0 0 0,-11-11 0,13 11 0,0 0 0,-1 0 0,0 1 0,1 0 0,-2 0 0,1 0 0,-11-4 0,-1 3 0,0 2 0,0 0 0,0 1 0,0 0 0,-1 2 0,-28 2 0,27 0 0,-1-2 0,0 0 0,1-1 0,-39-8 0,32 3 0,-44-3 0,32 4 0,32 4 0,0-1 0,0-1 0,0 1 0,0-1 0,0-1 0,1 1 0,0-1 0,0 0 0,0 0 0,-9-9 0,7 6 0,0 1 0,0 0 0,0 1 0,-1 0 0,-10-5 0,-144-47 0,163 57 0,-1 0 0,1 0 0,-1-1 0,1 1 0,-1 0 0,1 0 0,-1 0 0,0 0 0,1 0 0,-1-1 0,1 1 0,-1 0 0,1 0 0,-1 1 0,1-1 0,-1 0 0,0 0 0,1 0 0,-1 0 0,1 0 0,-1 1 0,1-1 0,-1 0 0,1 0 0,-1 1 0,1-1 0,-1 0 0,1 1 0,-1 0 0,0 0 0,1 0 0,0 0 0,-1 0 0,1 0 0,0 1 0,0-1 0,0 0 0,0 0 0,0 0 0,0 0 0,0 0 0,0 1 0,1 1 0,14 41 0,-13-38 0,7 14 0,2-1 0,0 0 0,20 26 0,11 18 0,-4-7 0,-29-44 0,0 0 0,-1 0 0,0 1 0,-1 0 0,0 1 0,5 16 0,1 23 0,-10-35 0,2 0 0,-1 0 0,2-1 0,1 1 0,11 21 0,72 115-1365,-80-137-5461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1:06.8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1 191 24575,'11'-1'0,"1"0"0,-1-2 0,0 1 0,0-1 0,0 0 0,-1-1 0,19-10 0,-16 8 0,0 1 0,0 0 0,0 0 0,23-3 0,-2 3 0,-11 3 0,-1-1 0,1-2 0,32-10 0,6-4 0,101-20 0,-130 33 0,50-12 0,-62 13-341,1 1 0,-1 0-1,27 0 1,-21 3-6485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1:08.0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0 177 24575,'3'0'0,"0"1"0,0-1 0,0 1 0,0-1 0,1 0 0,-1 0 0,5-2 0,0 2 0,-3 0 0,0 0 0,0 0 0,0-1 0,0 0 0,0 0 0,0 0 0,-1 0 0,1-1 0,0 0 0,-1 0 0,1 0 0,-1 0 0,0-1 0,0 1 0,0-1 0,0 0 0,0-1 0,-1 1 0,1-1 0,-1 1 0,0-1 0,0 0 0,0 0 0,3-8 0,-1 2 0,1 0 0,0 0 0,1 1 0,0 0 0,0 0 0,1 0 0,0 1 0,0 0 0,1 1 0,16-11 0,-24 17 0,1 0 0,-1 1 0,0-1 0,1 0 0,-1 1 0,1-1 0,-1 1 0,1 0 0,-1-1 0,1 1 0,0 0 0,-1 0 0,1 0 0,-1 0 0,1 0 0,-1 1 0,1-1 0,0 0 0,-1 1 0,3 0 0,-2 0 0,0 1 0,0-1 0,0 1 0,0-1 0,-1 1 0,1 0 0,0-1 0,-1 1 0,0 0 0,1 0 0,-1 0 0,2 3 0,1 6 0,0 1 0,0-1 0,-1 1 0,2 15 0,-4-23 0,6 31 0,2 14 0,-2 0 0,2 50 0,-10-40 0,2 38 0,0-86 0,0 0 0,1 0 0,0 0 0,1 0 0,1 0 0,6 15 0,-2-7 0,-1 0 0,0 0 0,-2 1 0,0 0 0,-1 0 0,-1 1 0,-1-1 0,-1 0 0,-2 29 0,0-18-1365,1-4-5461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1:26.1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544 2447 24575,'-5'0'0,"0"-1"0,0 0 0,0-1 0,0 1 0,0-1 0,1 0 0,-1 0 0,1-1 0,-1 0 0,1 1 0,0-1 0,-6-5 0,-25-15 0,27 18 0,-1 0 0,1-1 0,1 0 0,-11-9 0,-7-6 0,13 10 0,0 0 0,1-1 0,0 0 0,-14-23 0,8 13 0,5 4 0,1 0 0,0 0 0,1-1 0,1 0 0,1-1 0,1 0 0,1 0 0,-6-30 0,2 8 0,-15-41 0,2 13 0,19 58 0,-2 0 0,1 0 0,-2 0 0,0 1 0,0 0 0,-12-14 0,6 9 0,-15-28 0,21 30 0,1 0 0,0-1 0,1 0 0,1 0 0,0-1 0,1 1 0,-1-25 0,4-115 0,3 76 0,-3-366 0,0 436 0,1 1 0,-1-1 0,2 0 0,-1 1 0,1-1 0,1 1 0,-1 0 0,2-1 0,-1 1 0,1 1 0,0-1 0,0 0 0,1 1 0,0 0 0,1 0 0,-1 1 0,1-1 0,1 1 0,-1 0 0,1 1 0,0 0 0,0 0 0,9-5 0,-11 7 0,0-1 0,0 1 0,-1-1 0,1 0 0,-1-1 0,0 1 0,0-1 0,-1 0 0,1 0 0,-1 0 0,5-10 0,0-4 0,11-40 0,-19 58 0,1-2 0,0 0 0,0 0 0,1-1 0,-1 1 0,1 1 0,0-1 0,0 0 0,0 0 0,0 1 0,0-1 0,0 1 0,1-1 0,3-2 0,1 0 0,1 1 0,0-1 0,13-4 0,-14 7 0,0-1 0,-1-1 0,1 1 0,-1-1 0,1 0 0,-1 0 0,9-9 0,7-12 0,-13 15 0,-1 0 0,2 0 0,-1 1 0,1 0 0,1 1 0,0 0 0,0 0 0,16-7 0,-26 14 0,7-1 0,-1-1 0,0-1 0,0 1 0,0-1 0,-1 0 0,1 0 0,-1-1 0,0 0 0,10-11 0,-11 12 0,-1-1 0,1 1 0,0 0 0,0 0 0,1 0 0,-1 1 0,1-1 0,0 1 0,0 1 0,0-1 0,0 1 0,0 0 0,1 1 0,-1-1 0,8 0 0,0 0 0,-1-2 0,18-6 0,-24 7 0,-1-1 0,1-1 0,-1 1 0,0-1 0,0 0 0,-1 0 0,10-12 0,-10 12 0,0-1 0,0 0 0,1 1 0,0 0 0,0 0 0,0 1 0,0 0 0,14-7 0,80-15 0,29-5 0,-103 25 0,0 1 0,1 1 0,-1 1 0,52 1 0,-45 2 0,1-1 0,47-9 0,-32 2 0,94-4 0,52 12 0,-74 2 0,-27-2-1365,-66 0-5461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1:29.6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24575,'0'9'0,"1"1"0,0-1 0,1 0 0,0 1 0,0-1 0,1 0 0,0 0 0,1 0 0,0-1 0,0 1 0,1-1 0,0 0 0,1 0 0,-1-1 0,1 1 0,13 11 0,61 75 0,4 4 0,-65-77 0,21 31 0,-30-37 0,1 0 0,1-1 0,0 0 0,1-1 0,17 14 0,-13-13 0,-1 0 0,16 18 0,-17-16 0,1-1 0,17 14 0,-19-19 0,-1 0 0,-1 1 0,0 1 0,21 24 0,-28-28 0,0-1 0,0 1 0,-1 0 0,0 0 0,-1 0 0,0 0 0,0 1 0,-1 0 0,0-1 0,2 18 0,-1 19 0,-2 0 0,-6 54 0,5-95 0,-1 1 0,0-1 0,0 0 0,0 0 0,-1 0 0,0 0 0,1 0 0,-1 0 0,0-1 0,-1 1 0,-4 5 0,-2 1 0,0-2 0,-16 14 0,-10 8 0,5-2 0,-2-1 0,-1-2 0,-54 33 0,41-27 0,37-24 0,0 0 0,0-1 0,0 0 0,-1 0 0,0-1 0,0 0 0,-1-1 0,1 0 0,-21 4 0,24-8 0,0 1 0,0 0 0,0 0 0,0 1 0,0 0 0,0 0 0,1 1 0,-1 0 0,1 0 0,-1 1 0,1-1 0,0 1 0,-7 7 0,7-5-195,-1 0 0,0 0 0,0-1 0,-1 0 0,1 0 0,-15 6 0,0-4-6631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1:31.3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1 132 24575,'9'-1'0,"1"-1"0,-1 0 0,1 0 0,-1-1 0,0 0 0,0 0 0,0-1 0,10-6 0,-7 4 0,0 1 0,1 0 0,21-6 0,13 6 0,-40 5 0,1 0 0,-1-1 0,0 0 0,0 0 0,0 0 0,1-1 0,-1 0 0,-1 0 0,1-1 0,11-6 0,-8 3 0,1-1 0,0 2 0,0 0 0,0 0 0,0 1 0,1 0 0,0 1 0,0 0 0,0 1 0,0 0 0,0 1 0,0 1 0,14 0 0,-7 0 0,-1 1 0,0 0 0,0 2 0,0 0 0,22 6 0,-35-7 0,0-1 0,0 1 0,0 0 0,0 1 0,0-1 0,0 1 0,-1 0 0,1 0 0,-1 0 0,0 0 0,0 1 0,0 0 0,-1 0 0,1 0 0,-1 0 0,0 1 0,0-1 0,0 1 0,-1-1 0,1 1 0,-1 0 0,2 7 0,30 173 0,-31-173 0,0 1 0,1-1 0,0 0 0,12 21 0,-10-21 0,0 0 0,-1 0 0,-1 0 0,5 22 0,-4 13 0,-2 1 0,-5 78 0,-1-33 0,4-67 0,-1-10 0,0-1 0,-4 29 0,3-39 0,0 0 0,-1 0 0,1 0 0,-1 0 0,0-1 0,-1 1 0,1 0 0,-1-1 0,0 1 0,0-1 0,0 0 0,-5 5 0,-6 5 0,0 0 0,-1 0 0,0-2 0,-1 1 0,-1-2 0,0 0 0,-33 15 0,14-14 0,-40 10 0,152-20 0,-67-2 0,1-1 0,0 1 0,0 0 0,1 0 0,-1 1 0,0 1 0,0 0 0,0 0 0,0 1 0,13 5 0,-2 2 0,0-1 0,1-1 0,1-2 0,31 7 0,-41-11 0,0 2 0,0-1 0,0 1 0,-1 1 0,0 1 0,1-1 0,-2 2 0,1 0 0,11 9 0,-19-13 0,-1 0 0,1 0 0,-1 1 0,1-1 0,-1 1 0,0 0 0,-1 0 0,1 0 0,-1 0 0,1 1 0,-1-1 0,0 1 0,-1-1 0,1 1 0,-1 0 0,0 0 0,0-1 0,-1 1 0,1 0 0,-1 0 0,0 0 0,0 0 0,-1 0 0,0 0 0,1-1 0,-2 1 0,-1 6 0,-12 28 0,-35 65 0,47-99 0,0 0 0,-1-1 0,0 1 0,0-1 0,0 0 0,0 0 0,0 0 0,-1-1 0,0 1 0,-6 2 0,5-2 0,1-1 0,0 1 0,0-1 0,0 1 0,0 1 0,1-1 0,0 1 0,-7 8 0,6-3 0,-1-1 0,-1 0 0,0 0 0,0 0 0,-1-1 0,0 0 0,0-1 0,-1 1 0,0-1 0,0-1 0,-1 0 0,-10 5 0,10-5 0,1 0 0,-1 1 0,1 0 0,-9 10 0,8-8 0,0-1 0,0 0 0,-12 7 0,17-12-73,-9 6-142,0-2 0,-1 1-1,0-2 1,0 0-1,-16 4 1,7-6-6611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2:13.2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67 0 24575,'-2'1'0,"1"-1"0,-1 1 0,1 0 0,-1-1 0,1 1 0,0 0 0,-1 0 0,1 0 0,0 0 0,-1 0 0,1 0 0,0 0 0,0 1 0,0-1 0,0 0 0,0 0 0,-1 3 0,-15 26 0,17-28 0,-5 9 0,0 0 0,2 0 0,-1 1 0,2-1 0,-1 1 0,-1 24 0,5 76 0,1-60 0,-1 488 0,-1-524 0,1 0 0,1 0 0,0-1 0,1 1 0,0-1 0,2 0 0,0 0 0,8 18 0,-3-17 0,1-1 0,0-1 0,17 18 0,-13-15 0,20 28 0,67 97 0,-84-117 0,35 34 0,-31-36 0,25 34 0,-35-42 0,1 0 0,1-1 0,0-1 0,23 17 0,19 18 0,-28-21 0,-7-6 0,0-1 0,44 32 0,-44-38 0,-10-6 0,0-1 0,1 0 0,0 0 0,22 8 0,-20-10 0,-1 2 0,0-1 0,-1 2 0,0 0 0,23 18 0,-24-16 0,1-1 0,0 0 0,1-1 0,-1-1 0,26 11 0,-12-8 0,-1 2 0,27 15 0,-30-14 0,0-1 0,47 16 0,-63-26 0,4 0 0,-1 1 0,0 0 0,0 0 0,0 1 0,-1 0 0,1 1 0,-1 0 0,0 0 0,9 8 0,-4-2 0,1 0 0,1-1 0,-1-1 0,1 0 0,1-1 0,0 0 0,17 5 0,6 3 0,-25-8 0,0 0 0,-1 0 0,0 1 0,20 19 0,13 10 0,113 67 0,-144-94 13,0 1 0,-1 0 0,13 15 0,5 4-1430,-10-12-5409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2:14.5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24575,'7'6'0,"0"0"0,1-1 0,-1 1 0,1-1 0,1-1 0,-1 0 0,1 0 0,-1-1 0,16 4 0,-15-4 0,0 0 0,1 0 0,-1 1 0,0 0 0,-1 1 0,1 0 0,-1 0 0,13 11 0,5 13 0,-20-21 0,1-1 0,0 0 0,1 0 0,-1 0 0,14 8 0,-8-6 0,-1 0 0,1 0 0,-2 1 0,1 1 0,-1 0 0,-1 1 0,0 0 0,-1 0 0,0 1 0,8 16 0,-4-9 0,0-1 0,27 30 0,-23-30 0,27 41 0,-16-7 0,-19-35 0,1 0 0,1 0 0,18 23 0,-19-29 0,0 0 0,-1 1 0,-1 0 0,0 0 0,-1 1 0,0 0 0,-1 0 0,7 25 0,-13-36 0,1-1 0,-1 1 0,-1 0 0,1-1 0,0 1 0,0 0 0,-1-1 0,0 1 0,1-1 0,-1 1 0,0-1 0,0 1 0,-1-1 0,1 0 0,0 0 0,-1 1 0,1-1 0,-1 0 0,0 0 0,0 0 0,0-1 0,0 1 0,0 0 0,0-1 0,-3 2 0,-6 5 0,-1-1 0,-1-1 0,-18 7 0,25-10 0,-11 3 0,-1-1 0,-18 3 0,20-4 0,0 0 0,1 0 0,-20 9 0,9 0-120,6-3-87,0 0-1,-1-2 1,0 0-1,0-1 0,-31 6 1,27-11-6619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06.2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1402 2 24575,'-81'-1'0,"-91"3"0,144 2 0,-41 11 0,34-7 0,31-6 0,0-1 0,0 1 0,0-1 0,1 1 0,-1 0 0,0 0 0,1 1 0,0-1 0,0 1 0,0 0 0,0 0 0,0 0 0,0 0 0,1 0 0,-5 7 0,5-6 0,-1 0 0,0 0 0,-1 0 0,1 0 0,0-1 0,-1 1 0,0-1 0,0 0 0,0 0 0,-8 4 0,-7 1 0,-1 0 0,0-2 0,0 0 0,0-1 0,-30 4 0,35-7 0,0 1 0,1 0 0,0 1 0,0 1 0,0 0 0,0 1 0,1 0 0,0 1 0,0 1 0,1 0 0,-15 13 0,10-10 0,1-1 0,-1 0 0,-30 11 0,-6 4 0,17-8 0,19-9 0,0 0 0,-16 12 0,3-1 0,23-16 0,1 1 0,0 0 0,-1 0 0,1 1 0,1-1 0,-1 1 0,1 1 0,0-1 0,0 1 0,0 0 0,-4 8 0,3-3 0,2-4 0,1 0 0,-2 1 0,1-1 0,-1-1 0,0 1 0,0-1 0,-10 10 0,-2-4 0,2 1 0,-1 1 0,2 1 0,0 0 0,1 1 0,0 0 0,-19 34 0,25-37 0,1 0 0,0 1 0,1-1 0,0 1 0,1 0 0,1 0 0,1 1 0,-2 23 0,1 34 0,8 79 0,-4-145 6,0 0-1,1 0 1,-1 0 0,2 0-1,-1 0 1,1-1-1,-1 1 1,1-1 0,1 1-1,-1-1 1,1 0-1,0 0 1,0-1 0,1 1-1,9 7 1,5 3-260,2-1 1,36 19 0,-36-22-442,0 1-6131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07.5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28 24575,'1'1'0,"0"-1"0,0 0 0,0 1 0,0-1 0,0 1 0,0-1 0,0 1 0,0-1 0,0 1 0,0 0 0,0-1 0,0 1 0,-1 0 0,1 0 0,0 0 0,0 0 0,0 1 0,15 22 0,-8-11 0,-2-7 0,-1 1 0,2-1 0,-1-1 0,9 7 0,18 15 0,-21-13 0,25 20 0,-31-30 0,1 1 0,-1-1 0,1-1 0,0 1 0,0-1 0,0-1 0,8 3 0,5 2 0,-1 0 0,21 12 0,12 4 0,-48-21 0,1 1 0,-1-1 0,0 0 0,0 1 0,6 5 0,10 7 0,-20-15 0,1 0 0,-1 0 0,0 0 0,1 0 0,-1 0 0,0 0 0,0 0 0,1 1 0,-1-1 0,0 0 0,1 0 0,-1-1 0,0 1 0,0 0 0,1 0 0,-1 0 0,0 0 0,1 0 0,-1 0 0,0 0 0,0 0 0,1-1 0,-1 1 0,0 0 0,0 0 0,1 0 0,-1 0 0,0-1 0,0 1 0,0 0 0,1 0 0,-1-1 0,0 1 0,0 0 0,0 0 0,0-1 0,0 1 0,1 0 0,-1-1 0,0 1 0,0 0 0,0 0 0,0-1 0,0 1 0,0 0 0,0-1 0,0 1 0,0 0 0,0-1 0,1-18 0,-1 17 0,-5-251-1365,5 225-5461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09.0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1209 24575,'510'0'0,"-502"0"0,1 0 0,-1-1 0,1 0 0,-1-1 0,0 0 0,0 0 0,1-1 0,-2 0 0,1 0 0,10-6 0,-6 1 0,0-1 0,0 0 0,-1 0 0,0-1 0,10-13 0,3-3 0,-10 13 0,-2-1 0,0-1 0,20-29 0,-23 29 0,1 0 0,18-20 0,5-6 0,-29 35 0,-1-2 0,1 1 0,-1 0 0,0-1 0,-1 1 0,0-1 0,0 0 0,-1 0 0,0 0 0,1-12 0,-2 13 0,0 0 0,1 0 0,-1 0 0,2 1 0,-1-1 0,1 0 0,0 1 0,0-1 0,1 1 0,0 0 0,0-1 0,1 1 0,6-9 0,-2 6 0,-3 5 0,0-1 0,0 0 0,-1 0 0,1 0 0,-1-1 0,-1 0 0,1 0 0,-1 0 0,0 0 0,0 0 0,-1 0 0,0-1 0,2-10 0,1-8 0,1-1 0,1 1 0,18-46 0,-19 57 0,-2 0 0,0 0 0,0 0 0,-1-1 0,1-28 0,-5-78 0,-1 61 0,3 33 0,-1 15 0,1-1 0,-2 1 0,0 0 0,-4-24 0,4 33 0,0 1 0,1-1 0,-1 1 0,-1-1 0,1 1 0,0-1 0,0 1 0,-1 0 0,1 0 0,-1 0 0,0 0 0,0 0 0,0 0 0,0 0 0,0 1 0,0-1 0,0 0 0,0 1 0,-1 0 0,1 0 0,-1 0 0,1 0 0,-1 0 0,1 0 0,-1 0 0,1 1 0,-1-1 0,-3 1 0,3 0 0,0 0 0,-1 0 0,1 1 0,0 0 0,0-1 0,0 1 0,-1 0 0,1 0 0,0 1 0,0-1 0,1 0 0,-1 1 0,0 0 0,0 0 0,1 0 0,-4 3 0,-5 5 0,0 1 0,-11 15 0,8-9 0,-50 62 63,-29 31-1491,74-90-5398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09.5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24575,'14'0'0,"0"0"0,0 1 0,0 1 0,-1 0 0,18 5 0,-25-5 0,0 1 0,0-1 0,0 1 0,0 1 0,0-1 0,-1 1 0,1 0 0,-1 0 0,0 0 0,0 1 0,-1 0 0,0 0 0,5 6 0,5 11 0,0 1 0,-1 0 0,10 29 0,-14-35 0,-1-1 0,19 26 0,-17-29 0,-1 0 0,-1 1 0,0 0 0,5 16 0,7 32-1365,-10-35-5461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16.6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2 349 24575,'0'-28'0,"-1"11"0,1 0 0,0 0 0,1 0 0,1 0 0,1 1 0,0-1 0,1 0 0,10-23 0,-2 10 0,-6 14 0,1 1 0,15-26 0,-20 37 0,0 1 0,1 0 0,-1 0 0,1 0 0,0 0 0,0 0 0,0 1 0,0-1 0,0 1 0,0 0 0,1 0 0,-1 0 0,1 0 0,-1 1 0,1-1 0,7-1 0,-8 3 0,0 0 0,0 0 0,0 0 0,0 1 0,0-1 0,0 1 0,0 0 0,0-1 0,0 1 0,0 1 0,0-1 0,-1 0 0,1 1 0,0-1 0,-1 1 0,1 0 0,-1 0 0,0 0 0,0 0 0,0 0 0,0 1 0,0-1 0,0 0 0,0 1 0,-1 0 0,2 3 0,5 8 0,-1 0 0,0 1 0,6 23 0,20 78 0,15 87 0,-34-148 0,-9-37 0,0 1 0,2 21 0,-4-22 0,1 1 0,0-1 0,2-1 0,8 22 0,-6-21 0,-2 1 0,0-1 0,6 34 0,-9-11-682,-2 44-1,-2-57-6143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34.8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24575,'5'-1'0,"1"1"0,-1 0 0,0 0 0,1 1 0,-1-1 0,0 1 0,1 0 0,-1 1 0,0-1 0,0 1 0,0 0 0,0 0 0,0 1 0,0-1 0,-1 1 0,1 0 0,-1 1 0,0-1 0,4 5 0,2 0 0,0 1 0,0-2 0,1 0 0,-1 0 0,2-1 0,-1 0 0,1-1 0,-1 0 0,19 4 0,4 3 0,-24-7 0,1 0 0,-2 1 0,16 10 0,12 7 0,-25-17 0,24 13 0,35 25 0,-61-37 0,1 2 0,-1-1 0,0 1 0,-1 1 0,0-1 0,-1 2 0,10 14 0,58 108 0,-65-113 0,-1 1 0,-2 0 0,1 0 0,-2 1 0,-1 0 0,-1 0 0,4 33 0,13 43 0,-21-94 0,2 3 0,1 1 0,-1-1 0,1 0 0,0 0 0,1 0 0,0-1 0,5 7 0,17 23 0,-14-12 0,-2 0 0,0 1 0,-1 0 0,-2 1 0,7 33 0,19 57 46,-17-64-1457,-11-31-5415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36.0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91 24575,'4'1'0,"-1"0"0,1 0 0,-1 1 0,0-1 0,0 1 0,1-1 0,4 5 0,2 0 0,-4-3 0,-1 1 0,0 0 0,1 0 0,-2 0 0,1 1 0,-1 0 0,1 0 0,-1 0 0,3 6 0,31 54 0,-34-56 0,5 11 0,-1 0 0,9 34 0,-13-37 0,0-1 0,2 0 0,0 0 0,1-1 0,13 24 0,-7-19 0,-8-12 0,0 0 0,0 0 0,1-1 0,7 8 0,-11-13 0,-1-1 0,1 1 0,0-1 0,-1 0 0,1 1 0,0-1 0,0 0 0,0 0 0,0 0 0,0-1 0,0 1 0,1 0 0,-1-1 0,0 1 0,0-1 0,0 0 0,1 0 0,-1 0 0,0 0 0,0 0 0,0 0 0,4-1 0,-4 0 0,0 0 0,0 0 0,0 0 0,0 0 0,0-1 0,0 1 0,0-1 0,-1 1 0,1-1 0,0 0 0,-1 1 0,1-1 0,-1 0 0,0 0 0,1 0 0,-1 0 0,0 0 0,0 0 0,0-1 0,-1 1 0,1 0 0,0 0 0,-1-4 0,3-7 0,-1 0 0,-1-25 0,0 33 0,-3-219 133,-1 60-1631,3 137-5328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42.7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262 1675 24575,'5'0'0,"0"-1"0,0 0 0,0 0 0,0 0 0,0 0 0,0-1 0,-1 0 0,1 0 0,0 0 0,-1 0 0,1-1 0,-1 0 0,0 0 0,0 0 0,0 0 0,0-1 0,-1 1 0,1-1 0,3-5 0,5-9 0,0-1 0,-1 0 0,11-25 0,-4 7 0,-8 19 0,39-82 0,-43 85 0,-1 0 0,0 0 0,-1-1 0,-1 1 0,1-17 0,-2 20 0,0 0 0,0 0 0,1 0 0,1 0 0,0 1 0,1 0 0,8-16 0,-3 5 0,0-1 0,-2 0 0,-1-1 0,0 0 0,5-40 0,-7 10 0,-2-81 0,-2 45 0,-4-72 0,1 146 0,0 1 0,-1 0 0,0 0 0,-1 0 0,-1 0 0,0 1 0,-1 0 0,-1 0 0,-12-20 0,4 12 0,-15-31 0,-8-11 0,33 57 0,-2 0 0,1 1 0,-1-1 0,0 2 0,0-1 0,0 1 0,-9-5 0,-21-16 0,29 19 0,1 0 0,-2 1 0,1 0 0,-1 0 0,0 1 0,0 0 0,-1 1 0,1 0 0,-1 0 0,-15-3 0,1 2 0,13 4 0,0-1 0,0-1 0,0 1 0,1-2 0,-1 0 0,1 0 0,0-1 0,0 0 0,-9-7 0,13 7 0,-1-1 0,0 1 0,0 1 0,0-1 0,-15-5 0,21 9 0,-1 0 0,1 1 0,-1-1 0,1 1 0,-1 0 0,0-1 0,1 1 0,-1 0 0,1 0 0,-1 0 0,1 0 0,-1 0 0,0 1 0,1-1 0,-1 0 0,1 1 0,-1-1 0,1 1 0,-1 0 0,1-1 0,0 1 0,-1 0 0,1 0 0,0 0 0,-1 0 0,1 0 0,0 0 0,0 0 0,0 0 0,0 0 0,0 1 0,0-1 0,0 0 0,0 1 0,1-1 0,-1 1 0,1-1 0,-2 3 0,-1 6 0,0 0 0,1 0 0,0 0 0,0 1 0,0 18 0,5 58 0,0-35 0,-2-42 0,0 0 0,0 1 0,1-1 0,1 0 0,-1 1 0,2-1 0,-1-1 0,2 1 0,-1 0 0,9 12 0,6 15 0,7 14 0,-20-41 2,0 1-1,7 18 0,11 19 57,-22-45-188,0 0 0,0 0 1,1 0-1,0 0 0,-1 0 1,1 0-1,0-1 0,0 1 0,1-1 1,5 4-1,11 2-6696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43.7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98 24575,'0'0'0,"1"-1"0,-1 0 0,0 0 0,0 0 0,1 0 0,-1 0 0,1 0 0,-1 0 0,1 1 0,-1-1 0,1 0 0,-1 0 0,1 1 0,0-1 0,-1 0 0,1 1 0,0-1 0,0 0 0,0 1 0,-1-1 0,1 1 0,2-1 0,25-10 0,-14 6 0,16-7 0,1 2 0,56-11 0,-58 14 0,14 0 0,0 3 0,0 1 0,80 5 0,-36 0 0,-62-1 0,-1 0 0,0 2 0,1 1 0,-1 1 0,-1 1 0,42 17 0,-42-15-1365,-2-2-5461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46.1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1 448 24575,'-1'-48'0,"3"-58"0,-1 100 0,1 0 0,-1 0 0,1 0 0,0 0 0,1 1 0,-1-1 0,1 1 0,0-1 0,7-7 0,-5 6 0,-1 0 0,0-1 0,0 0 0,4-8 0,-2-4 0,-1 1 0,2 0 0,0 1 0,1-1 0,15-24 0,-20 39 0,0 0 0,-1 1 0,1-1 0,1 1 0,-1 0 0,1 0 0,-1 0 0,1 0 0,0 0 0,6-3 0,-7 5 0,1 0 0,-1 0 0,0 0 0,0 1 0,1-1 0,-1 1 0,1-1 0,-1 1 0,0 0 0,1 1 0,-1-1 0,0 1 0,1-1 0,-1 1 0,0 0 0,4 2 0,-3-1 0,0 0 0,0 0 0,-1 1 0,0-1 0,1 1 0,-1 0 0,0 0 0,0 0 0,-1 1 0,1-1 0,0 0 0,-1 1 0,0 0 0,0 0 0,2 5 0,1 3 0,-1-1 0,0 1 0,-1 0 0,2 14 0,-2-12 0,0 0 0,1-1 0,1 1 0,10 19 0,3 11 0,-13-28 0,0 1 0,-1-1 0,-1 1 0,2 35 0,-7 71 0,0-53 0,1 533-1365,1-576-5461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52.1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1427 2485 24575,'3'0'0,"0"0"0,0-1 0,0 1 0,0-1 0,0 0 0,0 0 0,0 0 0,0-1 0,0 1 0,-1-1 0,1 1 0,0-1 0,-1 0 0,0 0 0,1 0 0,-1 0 0,0-1 0,4-4 0,3-5 0,-1-2 0,12-23 0,-4 8 0,24-49 0,-28 53 0,1-1 0,23-32 0,-28 46 0,-1-1 0,-1 0 0,0 0 0,-1-1 0,0 1 0,-1-1 0,-1 0 0,3-22 0,-1 12 0,12-41 0,-7 37 0,2-1 0,0 1 0,2 1 0,19-28 0,-21 37 0,-1-1 0,-1-1 0,0 0 0,-2 0 0,0-1 0,-2 0 0,0 0 0,-1-1 0,-1 0 0,-1 1 0,-1-1 0,-2-41 0,-3-255 0,3 307 0,0-1 0,-1 1 0,0-1 0,-1 1 0,-6-19 0,7 25 0,-1 1 0,0-1 0,0 1 0,-1-1 0,1 1 0,-1 0 0,0 0 0,0 0 0,0 1 0,-1-1 0,1 1 0,-1-1 0,0 1 0,0 1 0,-7-5 0,-1 0 0,6 5 0,0-1 0,1 1 0,-1-2 0,1 1 0,0 0 0,0-1 0,0 0 0,0 0 0,1-1 0,-1 1 0,1-1 0,1 0 0,-1 0 0,-5-10 0,7 10 0,-1 0 0,0 1 0,0-1 0,-1 0 0,1 1 0,-1 0 0,0 0 0,0 0 0,-6-4 0,-4-1 0,-26-14 0,29 17 0,0 0 0,0 0 0,1-1 0,0 0 0,-10-10 0,-1-5 0,17 16 0,-1 0 0,0 1 0,0 0 0,0 0 0,-1 0 0,1 1 0,-1-1 0,0 1 0,-1 1 0,1-1 0,-12-3 0,10 5 0,0-1 0,0 1 0,0-1 0,1-1 0,-1 1 0,1-1 0,-1 0 0,2-1 0,-1 0 0,0 0 0,1-1 0,-6-5 0,3 2 0,-1 1 0,1 1 0,-1-1 0,-18-8 0,17 10 0,1-1 0,0 0 0,0 0 0,-12-12 0,6 5 0,0 1 0,-1 1 0,0 0 0,-1 1 0,-1 0 0,-33-12 0,28 12 0,-1-1 0,1-1 0,-27-20 0,43 27 0,0 1 0,0 1 0,-1-1 0,0 1 0,0 1 0,0 0 0,-13-3 0,-33-13 0,50 16 0,0 0 0,1 0 0,-1-1 0,1 1 0,-1-1 0,1 0 0,-4-5 0,5 5 0,0 0 0,-1 0 0,0 1 0,0-1 0,0 1 0,0 0 0,-1 0 0,1 0 0,-8-3 0,-22-4 0,24 7 0,0 0 0,0 0 0,1 0 0,-1-2 0,1 1 0,0-1 0,0 0 0,-14-12 0,16 10 0,0-1 0,0 1 0,-1 1 0,0 0 0,-1 0 0,1 0 0,-1 1 0,0 0 0,0 1 0,-1 0 0,1 0 0,-1 1 0,0 1 0,-11-3 0,-32-4 0,1-3 0,0-2 0,-68-27 0,84 28 0,25 10 0,0 0 0,0-2 0,0 1 0,0-2 0,-10-6 0,18 11 0,1-1 0,0 1 0,-1-1 0,1 1 0,-1 0 0,1 0 0,-1 0 0,0 0 0,0 1 0,1-1 0,-1 1 0,-4-1 0,6 1 0,0 0 0,1 0 0,-1 1 0,0-1 0,1 0 0,-1 0 0,0 0 0,1 1 0,-1-1 0,1 0 0,-1 1 0,0-1 0,1 0 0,-1 1 0,1-1 0,-1 1 0,1-1 0,-1 1 0,1-1 0,0 1 0,-1 0 0,0 1 0,1 0 0,-1-1 0,1 1 0,-1-1 0,1 1 0,0 0 0,0-1 0,0 1 0,0 0 0,0-1 0,0 1 0,1 3 0,2 3 0,0 1 0,0-1 0,1 0 0,0 0 0,1 0 0,-1 0 0,1-1 0,7 7 0,9 16 0,75 111 0,-79-105 0,-15-30 0,0 0 0,0 0 0,1-1 0,0 1 0,0-1 0,1 0 0,0 0 0,5 6 0,23 18 0,26 26 0,-53-49 0,0 0 0,0 0 0,-1 1 0,1 0 0,-2-1 0,1 2 0,4 11 0,-4-5 0,-2-7 0,0 0 0,1 0 0,-1-1 0,1 1 0,0-1 0,8 11 0,13 24 61,-21-34-265,0 0 0,0-1 1,1 1-1,0-1 0,1 0 1,9 10-1,2-4-6622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52.9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0 349 24575,'0'-3'0,"0"0"0,1-1 0,-1 1 0,1 0 0,-1 0 0,1 0 0,0 0 0,0 0 0,0 0 0,1 0 0,-1 0 0,1 0 0,-1 1 0,1-1 0,0 0 0,0 1 0,0 0 0,1-1 0,-1 1 0,0 0 0,1 0 0,0 0 0,3-2 0,5-1 0,1 0 0,0 0 0,0 1 0,20-4 0,0-1 0,50-11 0,-63 17 0,-1-1 0,1 0 0,-1-2 0,0 0 0,28-15 0,-33 13 0,1 0 0,1 1 0,-1 0 0,1 1 0,0 0 0,0 2 0,24-5 0,-25 7 0,-1-1 0,1-1 0,0 0 0,-1-1 0,0 0 0,0-1 0,0-1 0,14-9 0,-16 9 0,0 2 0,1-1 0,0 1 0,0 1 0,0 0 0,1 1 0,17-3 0,4 3 0,48 1 0,0 0 0,-54-1 67,31-7 0,12-2-1566,-44 9-5327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55.0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35 24575,'2'-1'0,"1"1"0,-1-1 0,1 0 0,-1 1 0,1-1 0,-1 0 0,0-1 0,4-1 0,13-6 0,1 4 0,0 1 0,1 1 0,32-1 0,66 6 0,-45 0 0,-60-2 0,0 1 0,0 0 0,-1 1 0,27 7 0,-33-7 0,-1 0 0,0 1 0,0-1 0,-1 1 0,1 1 0,0-1 0,-1 1 0,0 0 0,0 0 0,0 1 0,0-1 0,6 9 0,-5-4 0,10 13 0,14 26 0,-25-40 0,-1 1 0,0 0 0,-1 0 0,1 0 0,-2 0 0,3 18 0,10 59 0,-8-53 0,-2 0 0,1 35 0,-6 278 0,-1-151 0,1-188 0,0 0 0,0 0 0,-1 0 0,0 0 0,-3 9 0,3-13 0,0 0 0,0 0 0,-1-1 0,1 1 0,-1 0 0,0-1 0,1 1 0,-1-1 0,0 1 0,-1-1 0,1 0 0,0 0 0,-1 0 0,-3 2 0,1-1 0,0 0 0,0 1 0,1 0 0,0-1 0,-8 9 0,12-11 0,-1 0 0,1-1 0,-1 1 0,1 0 0,-1 0 0,1 0 0,0-1 0,-1 1 0,1 0 0,0 0 0,0 0 0,-1 0 0,1 0 0,0 0 0,0-1 0,0 1 0,0 0 0,1 2 0,-1-2 0,1 0 0,-1 0 0,1 0 0,-1-1 0,1 1 0,0 0 0,0 0 0,-1 0 0,1-1 0,0 1 0,0 0 0,0-1 0,0 1 0,0 0 0,0-1 0,0 0 0,0 1 0,0-1 0,2 1 0,16 3 0,1 0 0,0-2 0,-1 0 0,1-1 0,0-1 0,26-3 0,7 0 0,75 2-1365,-100 1-5461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4:02.0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 2035 24575,'-1'-3'0,"1"1"0,-1-1 0,0 1 0,1-1 0,-1 1 0,0 0 0,-1-1 0,-2-3 0,-5-13 0,3-10 0,1 0 0,2-1 0,1 1 0,1-1 0,3-38 0,0 8 0,-2-258 0,1 309 0,-1-1 0,1 0 0,1 1 0,0-1 0,0 1 0,1-1 0,0 1 0,0 0 0,1 0 0,7-11 0,-6 9 0,0 0 0,0-1 0,-2 1 0,1-1 0,-1 0 0,2-21 0,-3-71 0,-1 13 0,2 70 0,9-37 0,-7 38 0,-1 0 0,2-22 0,-6 33 0,1 0 0,0 0 0,1 0 0,-1 0 0,2 0 0,-1 0 0,1 1 0,1-1 0,-1 1 0,2 0 0,-1 0 0,1 0 0,6-7 0,-3 3 0,1 0 0,12-24 0,-18 29 0,0 0 0,0 0 0,1 1 0,1-1 0,-1 1 0,1 0 0,0 0 0,0 0 0,1 1 0,-1 0 0,1 0 0,0 0 0,14-7 0,6-2 0,-1-1 0,0-1 0,24-21 0,35-22 0,-67 49 0,2 1 0,20-7 0,-18 8 0,26-14 0,-26 8 0,-1 0 0,24-21 0,-26 19 0,38-24 0,-48 35 0,0 1 0,1 0 0,-1 0 0,1 1 0,0 0 0,0 1 0,0 0 0,14-2 0,35 3 0,-38 1 0,33-5 0,-46 4 0,0 0 0,0-1 0,0 0 0,0-1 0,0 0 0,0 0 0,-1 0 0,8-5 0,7-8 0,-10 9 0,0-1 0,0 1 0,0 1 0,15-6 0,-2 2 0,134-46 0,-128 47 0,-9 2 0,0 1 0,0 1 0,1 1 0,24-2 0,306 5 0,-164 3 0,1239-2-1365,-1400 0-5461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4:02.8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24575,'8'0'0,"-1"0"0,0 1 0,0 0 0,0 0 0,1 0 0,-1 1 0,0 0 0,9 5 0,-6-2 0,0 1 0,0 1 0,0 0 0,11 10 0,-17-14 0,7 8 0,1-1 0,0-1 0,1 0 0,0-1 0,16 8 0,-6-6 0,0-2 0,26 7 0,-35-10 0,0 0 0,0 1 0,21 12 0,15 7 0,2 4 0,-43-23 0,1 0 0,0-1 0,0 0 0,0-1 0,13 4 0,-2-1 0,0 0 0,0 2 0,20 10 0,-27-13 0,0 0 0,1-2 0,0 0 0,28 4 0,-30-5 0,-8-2 0,-1 0 0,0 0 0,0 1 0,0-1 0,0 1 0,0 0 0,0 1 0,0-1 0,-1 1 0,1-1 0,-1 1 0,0 0 0,0 0 0,0 0 0,0 1 0,0-1 0,-1 1 0,1 0 0,-1-1 0,0 1 0,0 0 0,-1 0 0,3 8 0,1 8 0,0 0 0,-1 0 0,1 38 0,-2-30 0,-1-16 0,0 0 0,1 0 0,1 0 0,0-1 0,1 1 0,0-1 0,1 0 0,8 12 0,17 35 0,-27-46 0,0 1 0,0-1 0,-1 1 0,-1 0 0,0 0 0,0 14 0,-2 2 0,-4 47 0,3-68 0,1-1 0,-2 1 0,1-1 0,-1 0 0,0 0 0,-1 1 0,1-2 0,-1 1 0,-1 0 0,1 0 0,-1-1 0,-1 0 0,1 0 0,-1 0 0,0-1 0,0 1 0,-12 8 0,1-2 0,0 0 0,0-2 0,-2 0 0,1-1 0,-1 0 0,0-2 0,-1 0 0,0-1 0,0-1 0,-24 3 0,16-1-1365,6 0-5461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4:08.3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35 24575,'1'-1'0,"-1"-1"0,0 1 0,1 0 0,-1 0 0,0 0 0,1 0 0,-1 0 0,1 0 0,0 0 0,-1 1 0,1-1 0,0 0 0,0 0 0,-1 0 0,1 1 0,0-1 0,0 0 0,0 1 0,0-1 0,0 1 0,0-1 0,0 1 0,0-1 0,0 1 0,0 0 0,0-1 0,2 1 0,33-7 0,-32 7 0,45-4 0,-1 1 0,78 7 0,-121-3 0,0 0 0,0 0 0,0 1 0,0 0 0,-1-1 0,1 2 0,0-1 0,-1 0 0,1 1 0,-1 0 0,0 0 0,7 7 0,3 4 0,25 34 0,-7-10 0,-27-31 0,-1-1 0,0 0 0,0 1 0,0 0 0,-1 0 0,0 0 0,-1 0 0,1 1 0,-1-1 0,-1 1 0,1-1 0,0 13 0,0-6 0,-1-7 0,2 0 0,-1 1 0,1-2 0,0 1 0,0 0 0,1-1 0,0 1 0,0-1 0,10 11 0,-8-10 0,1 2 0,-2-1 0,1 1 0,6 14 0,-7-7 0,0 1 0,4 32 0,3 9 0,-7-34 0,-1-1 0,1 29 0,-1-11 0,-2-35 0,-1 0 0,1 0 0,0 0 0,0 0 0,1 0 0,0-1 0,0 0 0,6 10 0,-4-9 0,-1 1 0,1 1 0,-2-1 0,5 11 0,-4-2 0,0 0 0,-2 0 0,1 1 0,-1 19 0,-5 70 0,1-38 0,2-44 0,0-3 0,-1 0 0,-4 26 0,4-40 0,-1 0 0,1-1 0,-2 1 0,1 0 0,-1-1 0,0 1 0,0-1 0,-1 0 0,0 0 0,-7 9 0,6-10 0,0 1 0,-1-1 0,1 0 0,-1 0 0,0-1 0,-1 0 0,1 0 0,-1 0 0,1-1 0,-1 0 0,-8 2 0,1-1 0,0-1 0,1-1 0,-2-1 0,-27 0 0,24-1 0,6 0 0,-1 0 0,-20 3 0,29-2 0,0 0 0,0 0 0,0 0 0,0 0 0,0 1 0,0 0 0,0 0 0,0 0 0,1 0 0,-1 1 0,-4 4 0,7-6 0,0-1 0,1 0 0,-1 1 0,1-1 0,-1 1 0,1-1 0,-1 1 0,1-1 0,-1 1 0,1 0 0,0-1 0,-1 1 0,1-1 0,0 1 0,0 0 0,-1-1 0,1 1 0,0 0 0,0-1 0,0 1 0,0 0 0,0 0 0,0-1 0,0 1 0,0 0 0,0-1 0,0 2 0,1-1 0,-1-1 0,1 1 0,0 0 0,-1 0 0,1-1 0,0 1 0,0 0 0,0-1 0,0 1 0,-1-1 0,1 1 0,0-1 0,0 1 0,0-1 0,0 0 0,1 1 0,7 1 0,0-1 0,0 0 0,11 0 0,-18-1 0,18-1 0,0 0 0,-1-2 0,1 0 0,29-10 0,-8 3 0,7-3 0,-27 7 0,0 1 0,0 1 0,26-2 0,-23 4 0,47-12 0,-46 9 0,45-6 0,100 10 0,-163 2 0,-12-2 0,-45 0 0,-1 2 0,-86 13 0,99-6-682,-52 3-1,63-10-6143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4:12.3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69 582 24575,'-1'-7'0,"0"0"0,0 0 0,-1 1 0,1-1 0,-2 1 0,1-1 0,-1 1 0,0 0 0,0 0 0,-5-7 0,3 4 0,0 0 0,0 0 0,-5-17 0,5 5 0,1 1 0,1-1 0,0-32 0,5-67 0,1 39 0,-3 68 0,-1 4 0,1-1 0,1 1 0,0 0 0,0 0 0,5-18 0,-5 25 0,0-1 0,0 1 0,0-1 0,1 1 0,0-1 0,-1 1 0,1 0 0,0 0 0,0 0 0,0 0 0,0 0 0,1 0 0,-1 0 0,0 1 0,1-1 0,-1 1 0,1 0 0,0-1 0,-1 1 0,1 1 0,0-1 0,-1 0 0,6 0 0,23-3 0,0 2 0,1 2 0,48 4 0,2 0 0,-31-5 0,-28 0 0,1 0 0,-1 2 0,29 4 0,-46-4 0,-1 0 0,1 1 0,-1-1 0,1 1 0,-1 0 0,0 1 0,0-1 0,0 1 0,0 0 0,0 0 0,-1 0 0,1 1 0,-1 0 0,0 0 0,0 0 0,0 0 0,0 1 0,3 5 0,29 63 0,-17-34 0,-14-28-227,-1 0-1,0 0 1,-1 0-1,0 1 1,2 14-1,-2-1-6598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4:18.1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24575,'3'3'0,"0"1"0,-1-1 0,0 0 0,0 1 0,0 0 0,0-1 0,0 1 0,-1 0 0,1 0 0,-1 0 0,1 6 0,10 25 0,9-3 0,-16-26 0,-1 1 0,0-1 0,0 1 0,0 0 0,0 1 0,-1-1 0,-1 1 0,4 13 0,0 19 0,6 30 0,-6-44 0,3 49 0,-5-36 0,-3-32 0,1 0 0,0 0 0,1-1 0,-1 1 0,1-1 0,0 0 0,1 0 0,-1 0 0,1 0 0,1-1 0,8 10 0,-7-9 0,-1 0 0,0 0 0,-1 1 0,1-1 0,-1 1 0,-1 0 0,1 0 0,-1 1 0,4 11 0,-3 5 0,-1-8 0,0-1 0,10 29 0,-12-41 0,1 1 0,-1-1 0,1 0 0,0 1 0,0-1 0,0 0 0,0 0 0,1-1 0,-1 1 0,1 0 0,-1-1 0,1 0 0,0 1 0,0-1 0,0 0 0,0-1 0,7 4 0,5-1 0,-1-2 0,1 1 0,0-1 0,0-1 0,0-1 0,0 0 0,15-3 0,-10 2 0,1 0 0,32 4 0,-46-2 0,0 0 0,0 1 0,0-1 0,-1 2 0,1-1 0,0 1 0,-1 0 0,0 0 0,0 1 0,0 0 0,8 7 0,21 20 0,-17-14 0,23 18 0,-33-30 0,-1 1 0,0 0 0,0 0 0,-1 1 0,0 0 0,0 0 0,-1 0 0,0 1 0,0 0 0,-1 0 0,7 15 0,-7-9 0,0 1 0,0 0 0,-1 0 0,-1 1 0,-1-1 0,0 19 0,-1 6 0,-4 112 0,3-146 0,0 0 0,-1 0 0,0-1 0,0 1 0,-1-1 0,0 1 0,0-1 0,0 0 0,0 0 0,-1 0 0,0-1 0,0 1 0,0-1 0,0 0 0,-1 0 0,-6 4 0,-2 1 0,0 0 0,-1 0 0,-1-1 0,-27 10 0,19-12-92,0-1-1,0-1 0,0-1 1,-1-1-1,1-1 0,-39-3 1,38 1-625,-3 0-6109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4:18.9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1 100 24575,'0'-2'0,"1"1"0,-1-1 0,1 1 0,0-1 0,0 1 0,-1 0 0,1-1 0,0 1 0,0 0 0,0 0 0,1-1 0,-1 1 0,0 0 0,0 0 0,1 0 0,-1 1 0,2-2 0,26-15 0,-27 16 0,11-4 0,-1 0 0,2 1 0,-1 0 0,0 1 0,19-1 0,29-8 0,-34 5 0,1 2 0,-1 1 0,39-1 0,86 6 0,-56 1 0,634-2-1365,-703 0-5461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09:26.0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0 131 24575,'82'1'0,"91"-3"0,-81-13 0,-62 9 0,41-4 0,19 8 0,-59 2 0,-1-1 0,1-1 0,-1-1 0,1-2 0,43-12 0,113-33 0,-171 46 0,26-3 0,-1 2 0,1 3 0,82 4 0,-36 0 0,261-2 0,-316 2 0,-1 1 0,49 12 0,-37-7 0,17 6 0,-32-7 0,40 5 0,65 9 0,-77-11 0,101 23 0,-132-28 0,-1 1 0,0 2 0,0 0 0,-1 2 0,-1 0 0,1 2 0,39 27 0,-49-29 0,1-1 0,-1-1 0,2 0 0,-1-1 0,25 8 0,-27-9 0,1 0 0,-1 0 0,-1 1 0,1 1 0,-1 0 0,-1 1 0,14 12 0,-9-7 0,0-1 0,31 18 0,-10-11 0,1-2 0,47 16 0,-76-32 0,0 1 0,-1 0 0,0 0 0,1 1 0,-1 0 0,-1 1 0,1 0 0,-1 0 0,0 0 0,0 1 0,11 12 0,2 5 0,1-1 0,1-1 0,1-1 0,1-1 0,0-1 0,2-1 0,34 18 0,-17-10 0,-2 2 0,41 35 0,-22-21 0,-38-27 0,31 25 0,-31-21 0,1-1 0,35 19 0,-37-24 0,0 1 0,0 1 0,31 29 0,-21-15 0,45 32 0,-9-3 0,3 3 0,-34-29 0,-29-24 0,-1-1 0,1 0 0,0-1 0,0 1 0,15 7 0,-14-8 0,0 0 0,0 0 0,-1 0 0,1 1 0,5 7 0,-5-5 0,1-1 0,17 13 0,0-6 0,-16-9 0,-1 0 0,0 0 0,-1 0 0,1 1 0,-1 1 0,0 0 0,11 12 0,-14-14-273,-1 1 0,1-1 0,0-1 0,8 7 0,3 0-6553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09:27.3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203 0 24575,'12'0'0,"0"1"0,0 0 0,0 0 0,-1 1 0,1 0 0,13 6 0,-18-6 0,0 1 0,0 1 0,-1-1 0,1 1 0,-1 1 0,0-1 0,0 1 0,-1 0 0,0 0 0,0 1 0,5 6 0,8 8 0,1 0 0,34 28 0,-29-28 0,31 34 0,-51-48 0,0-1 0,0 1 0,0 0 0,-1 0 0,0 0 0,0 1 0,0-1 0,-1 1 0,2 9 0,-1 3 0,0 0 0,-1 20 0,0-9 0,-1-24 0,0 0 0,1 0 0,-1 0 0,1 0 0,1-1 0,-1 1 0,1-1 0,0 1 0,0-1 0,7 7 0,-6-6 0,-1-1 0,1 0 0,-1 1 0,0-1 0,0 1 0,-1 0 0,0 0 0,2 7 0,-4-12 0,0 1 0,0-1 0,0 0 0,0 1 0,0-1 0,0 0 0,-1 0 0,1 1 0,0-1 0,-1 0 0,1 0 0,-1 0 0,0 1 0,1-1 0,-1 0 0,0 0 0,0 0 0,1 0 0,-1 0 0,0 0 0,0-1 0,0 1 0,0 0 0,0 0 0,-1-1 0,1 1 0,0 0 0,0-1 0,0 1 0,0-1 0,-1 0 0,1 1 0,0-1 0,-1 0 0,-1 0 0,-7 2 0,0 0 0,0-1 0,-14-1 0,17 0 0,-224-4 0,210 2 0,-1 0 0,1-2 0,-29-7 0,2 0 0,40 9 10,1 0 0,-1-1 0,0 0 0,1 0-1,-1-1 1,1 0 0,-11-7 0,-1-4-308,-21-21 0,22 19-550,2 2-5978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09:28.7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2352 2 24575,'-81'-2'0,"-92"5"0,155-1 0,0 2 0,0 0 0,1 1 0,-32 14 0,-25 7 0,31-13 0,-44 21 0,-34 11 0,107-42 0,-1 2 0,1 0 0,-1 1 0,1 0 0,1 1 0,-17 11 0,-61 37 0,60-37 0,-44 31 0,-12 9 0,3-2 0,74-49 0,0-1 0,0 0 0,-1-1 0,-13 5 0,11-5 0,1 0 0,0 1 0,-12 8 0,-85 56 0,78-47 0,-4 3 0,-32 31 0,53-45 0,0 0 0,-22 13 0,25-19 0,1 1 0,0 0 0,0 0 0,1 1 0,0 0 0,0 1 0,-13 18 0,10-11 0,0-1 0,-2 0 0,0-1 0,0 0 0,-1-1 0,-1-1 0,-28 18 0,28-19 0,0 1 0,2 1 0,-23 23 0,-8 8 0,18-21 0,15-14 0,0 1 0,0 0 0,1 1 0,0 1 0,1 0 0,0 0 0,-10 19 0,1 8 0,8-16 0,-22 35 0,27-50 0,-1 0 0,0 0 0,-9 7 0,11-11 0,0 1 0,-1 0 0,2 0 0,-1 1 0,1 0 0,-1-1 0,2 2 0,-1-1 0,-3 8 0,-2 10 0,1 1 0,1 0 0,1 0 0,1 1 0,-2 33 0,4-29 0,-1 1 0,-2-1 0,-12 40 0,9-40 0,1 1 0,2 0 0,-3 33 0,8-1-1365,1-35-5461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09:29.7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24575,'0'447'0,"1"-437"0,0 0 0,0 0 0,1-1 0,0 1 0,0 0 0,1 0 0,1-1 0,-1 0 0,2 0 0,-1 0 0,1 0 0,12 15 0,5 12 0,-16-25 0,1 0 0,0 0 0,1-1 0,0 0 0,14 14 0,2-4 0,-5-4 0,25 27 0,-33-31 0,1 0 0,0-1 0,1 0 0,0-1 0,1-1 0,0 0 0,1-1 0,0 0 0,0-1 0,21 6 0,-27-9 0,0 0 0,-1 0 0,1 1 0,13 10 0,21 11 0,10 3 0,-37-19 0,1-1 0,20 8 0,-30-14 0,-1 1 0,1 0 0,-1-1 0,0 2 0,8 6 0,-8-7 0,-1 1 0,1-1 0,-1 0 0,1-1 0,1 1 0,11 4 0,-13-7 0,1 1 0,0-1 0,0 0 0,0 0 0,0-1 0,0 1 0,0-1 0,0-1 0,0 1 0,0-1 0,0 0 0,0 0 0,0-1 0,0 0 0,0 0 0,-1 0 0,1-1 0,8-5 0,-6 2 0,-1 1 0,-1-1 0,1 0 0,-1-1 0,0 1 0,-1-1 0,1-1 0,-1 1 0,-1-1 0,1 0 0,-1 0 0,3-11 0,13-50 0,-18 56 0,2-1 0,-1 1 0,2 0 0,-1 1 0,2-1 0,0 1 0,9-15 0,10-8 0,-2-2 0,22-45 0,-36 63 0,-1-2 0,0 1 0,-2-1 0,0 0 0,-2 0 0,3-28 0,-5 35 0,1 0 0,0 0 0,1 1 0,0-1 0,1 1 0,0 0 0,1 0 0,1 0 0,0 1 0,1 0 0,0 1 0,17-18 0,-22 25-151,2 0-1,-1 0 0,0 1 0,1 0 1,-1 0-1,1 0 0,0 1 1,5-3-1,13-2-6674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09:30.9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130 0 24575,'-1'3'0,"0"0"0,1 0 0,-1 0 0,0 0 0,-1 0 0,1 0 0,-1 0 0,-1 2 0,-5 10 0,-81 216 0,84-214 0,0 0 0,2 0 0,0 0 0,-1 29 0,5 73 0,0-54 0,0 30-1365,-1-68-5461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09:57.6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974 1 24575,'-318'0'0,"312"0"0,1 0 0,0 0 0,0 0 0,0 1 0,0 0 0,-1 0 0,1 0 0,0 0 0,0 1 0,1 0 0,-1 0 0,0 0 0,1 1 0,-1-1 0,1 1 0,0 0 0,0 1 0,0-1 0,0 1 0,0-1 0,1 1 0,0 0 0,0 1 0,0-1 0,0 0 0,-3 9 0,3-9 0,1 0 0,-1 0 0,1 0 0,-1 0 0,-1-1 0,1 1 0,0-1 0,-1 0 0,0 0 0,-5 4 0,-3 0 0,0-1 0,-16 6 0,21-9 0,0-1 0,1 1 0,-1 0 0,0 1 0,1-1 0,0 1 0,0 1 0,0-1 0,1 1 0,-1 0 0,1 0 0,-6 8 0,-3 11 0,10-15 0,-1 0 0,-13 16 0,-3 1 0,12-15 0,0-1 0,0 1 0,-19 15 0,22-22 0,1-1 0,0 2 0,1-1 0,-1 0 0,1 1 0,0 0 0,0 0 0,0 0 0,1 1 0,0-1 0,0 1 0,0 0 0,1 0 0,0 0 0,0 0 0,-2 9 0,0 0 0,-1 0 0,-1-1 0,-1 0 0,-14 24 0,13-25 0,1 0 0,0 0 0,1 1 0,0 0 0,-5 20 0,-3 27 0,7-36 0,1 1 0,-4 47 0,10 26 0,-1 23 0,0-117-2,0 1 0,-1-1 0,1 0 0,-1 0 0,0 1 0,-1-1 0,1 0 0,-1-1 0,0 1 0,-5 6 0,-6 10-1341,4-3-5483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09:58.9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24575,'2'0'0,"0"0"0,0 1 0,0-1 0,0 1 0,0 0 0,0 0 0,0-1 0,0 1 0,0 0 0,-1 1 0,1-1 0,0 0 0,-1 0 0,1 1 0,-1-1 0,1 1 0,-1-1 0,0 1 0,0 0 0,2 2 0,0 1 0,0 0 0,0 1 0,-1 0 0,1-1 0,1 10 0,-1-6 0,-1 0 0,1-1 0,0 1 0,1-1 0,0 1 0,0-1 0,1 0 0,10 13 0,-6-9 0,-1 0 0,0 0 0,0 1 0,-2 0 0,10 23 0,-12-27 0,0 1 0,1-1 0,0-1 0,1 1 0,0-1 0,0 0 0,1 0 0,10 9 0,-2-4 0,0-1 0,1 0 0,24 13 0,-31-19 0,0 1 0,0-1 0,9 11 0,-10-9 0,1-1 0,-1 0 0,14 8 0,-13-10 0,0-1 0,1 1 0,0-2 0,0 1 0,0-1 0,0-1 0,0 0 0,1 0 0,15 0 0,-22-2 0,0 0 0,0 0 0,0-1 0,-1 1 0,1-1 0,0 0 0,0 0 0,0 0 0,0 0 0,-1-1 0,1 0 0,-1 1 0,1-1 0,-1 0 0,0-1 0,1 1 0,-1-1 0,0 1 0,-1-1 0,1 0 0,0 0 0,-1 0 0,0-1 0,1 1 0,-1 0 0,-1-1 0,3-5 0,1-7 0,-1 1 0,-1-1 0,-1 0 0,1-21 0,3-24 0,2 6-455,-3 0 0,-2-59 0,-3 87-6371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8:44.9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416 2172 24575,'-59'1'0,"-69"-3"0,125 2 0,0 0 0,0 0 0,0-1 0,0 0 0,0 1 0,0-1 0,1 0 0,-1-1 0,0 1 0,1 0 0,-1-1 0,0 1 0,1-1 0,0 0 0,-1 0 0,1 0 0,-3-4 0,0-1 0,1 1 0,1-1 0,0 0 0,0 0 0,-3-10 0,-10-22 0,-2 4 0,2 0 0,2-1 0,1 0 0,2-2 0,1 1 0,2-1 0,2 0 0,-3-62 0,8 78 0,-2 0 0,-8-35 0,5 32 0,-3-40 0,6-276 0,5 175 0,-2-120 0,1 273 0,-1 1 0,2 0 0,-1-1 0,2 1 0,0 0 0,4-13 0,-4 18 0,0 0 0,0 1 0,0 0 0,0 0 0,1 0 0,0 0 0,1 1 0,-1-1 0,1 1 0,0 0 0,0 0 0,8-4 0,-3 1 0,-1 3 0,-1 0 0,0-1 0,0-1 0,0 1 0,11-14 0,-13 12 0,1 1 0,0 0 0,0 0 0,1 1 0,-1 0 0,1 0 0,1 1 0,-1 0 0,1 1 0,0 0 0,0 0 0,0 0 0,0 1 0,20-3 0,-20 5 0,1-1 0,0-1 0,-1 1 0,1-2 0,-1 1 0,0-1 0,0-1 0,-1 1 0,1-1 0,10-9 0,-10 5 0,-1 1 0,1 0 0,1 1 0,-1 0 0,1 1 0,1 0 0,-1 0 0,1 1 0,0 0 0,0 1 0,23-5 0,95-21 0,-117 27 0,-1 0 0,1-2 0,-1 1 0,18-11 0,-19 10 0,0 0 0,0 0 0,0 1 0,1 0 0,-1 1 0,14-2 0,29 0 0,-33 4 0,0-1 0,29-7 0,-29 5 0,-14 3 0,0-1 0,1 1 0,-1-1 0,0 0 0,0-1 0,0 1 0,0-1 0,-1 0 0,1-1 0,6-4 0,-2 0 11,1 1 0,0 0 0,1 0 1,0 1-1,0 1 0,0 0 0,0 1 0,24-5 0,-14 3-744,31-13 1,-35 10-6094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8:45.8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 24575,'92'-1'0,"103"3"0,-184 0 0,-1 0 0,0 1 0,1 0 0,-1 0 0,0 1 0,15 9 0,-14-7 0,1-1 0,-1 0 0,1-1 0,18 4 0,-15-4 0,1 0 0,-1 0 0,0 1 0,0 1 0,26 14 0,-23-10 0,0 1 0,-1 0 0,-1 1 0,21 20 0,7 1 0,1 1 0,-42-31 0,0 0 0,0 0 0,-1 1 0,1-1 0,-1 1 0,1 0 0,-1 0 0,0 0 0,-1 0 0,3 7 0,0 10 0,-1 1 0,-1-1 0,-1 0 0,-3 40 0,0-23 0,2-30 0,0 0 0,-1 0 0,0 0 0,-1 0 0,0 0 0,0-1 0,0 1 0,-7 12 0,6-15 0,0 0 0,-1 0 0,1 0 0,-1 0 0,0-1 0,0 0 0,-1 1 0,1-2 0,-1 1 0,0 0 0,0-1 0,-8 4 0,-4 1 0,0 0 0,-1 1 0,2 1 0,-1 1 0,-19 16 0,8-1 0,21-17 0,-1-1 0,0-1 0,-1 0 0,0 0 0,0 0 0,0-1 0,-1-1 0,-17 8 0,-23 3-1365,30-8-5461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8:47.4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1 463 24575,'5'-1'0,"1"0"0,0 0 0,-1-1 0,1 1 0,-1-1 0,6-3 0,8-2 0,10-4 0,1-2 0,-2-1 0,0-1 0,28-21 0,-49 31 0,0 0 0,-1-1 0,0 0 0,0-1 0,9-12 0,-10 13 0,-1 0 0,1 0 0,0 1 0,0 0 0,1 0 0,-1 0 0,1 0 0,7-3 0,-3 2 0,-5 4 0,0 0 0,0 0 0,0-1 0,0 0 0,-1 0 0,0 0 0,1-1 0,-1 0 0,0 1 0,-1-1 0,1 0 0,4-8 0,0-1 0,-4 5 0,1 0 0,0 1 0,0 0 0,0 0 0,1 0 0,10-9 0,-7 9 0,8-8 0,1 1 0,22-12 0,-6 2 0,7-5 0,-38 27 0,1 1 0,-1-1 0,0 1 0,0 0 0,1 0 0,-1 0 0,0 0 0,1 1 0,-1-1 0,1 1 0,3 0 0,-5 0 0,0 0 0,-1 1 0,1-1 0,0 1 0,0 0 0,-1 0 0,1-1 0,-1 1 0,1 0 0,-1 0 0,1 1 0,-1-1 0,1 0 0,-1 0 0,0 1 0,0-1 0,0 1 0,0-1 0,0 1 0,0-1 0,0 1 0,0 0 0,0-1 0,-1 1 0,1 0 0,-1 0 0,1-1 0,-1 4 0,2 7 0,0-1 0,-1 1 0,-1 14 0,0-19 0,-5 573 0,5-358-1365,0-195-5461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9:35.5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1117 1950 24575,'0'-572'0,"1"566"0,-1 1 0,-1-1 0,1 1 0,-1-1 0,0 1 0,0-1 0,-1 1 0,1 0 0,-1-1 0,0 1 0,-1 0 0,1 0 0,-1 1 0,0-1 0,0 0 0,-1 1 0,1 0 0,-1 0 0,0 0 0,-7-6 0,5 5 0,1-1 0,0 0 0,0 0 0,1 0 0,-8-13 0,9 14 0,0-1 0,0 1 0,-1 0 0,1 0 0,-1 0 0,0 1 0,-1-1 0,1 1 0,-1 0 0,-6-4 0,-6-4 0,0-1 0,2-1 0,-1 0 0,2-1 0,-21-26 0,-21-22 0,50 57 0,2 0 0,-1 0 0,1-1 0,0 1 0,0-1 0,0-1 0,1 1 0,1 0 0,-4-10 0,5 10 0,-1 1 0,0 0 0,0 0 0,-1 0 0,1 0 0,-2 0 0,1 1 0,0-1 0,-1 1 0,0 0 0,0 0 0,-1 0 0,1 1 0,-8-6 0,1 3 0,6 4 0,-1-1 0,1 1 0,0-1 0,0 0 0,0 0 0,1 0 0,0-1 0,-1 0 0,1 0 0,-4-7 0,-9-15 0,-2 0 0,-1 0 0,-34-34 0,22 35 0,28 23 0,0 1 0,0-1 0,0 0 0,0 0 0,1 0 0,-1 0 0,1-1 0,0 0 0,0 1 0,1-1 0,-1 0 0,1-1 0,-4-5 0,-6-24 0,-2 1 0,-1 1 0,-26-41 0,26 46 0,-15-37 0,20 40 0,-2 0 0,-22-35 0,12 24 0,19 27 0,-1 1 0,0 0 0,-1 0 0,0 0 0,0 1 0,0-1 0,-1 1 0,0 0 0,0 1 0,0-1 0,-9-4 0,-118-45 0,132 54 0,-1 1 0,1 0 0,0-1 0,0 1 0,-1 0 0,1 0 0,0 0 0,-1 0 0,1 0 0,0 0 0,-1 0 0,1 0 0,0 0 0,-1 1 0,1-1 0,0 0 0,0 1 0,-1-1 0,1 1 0,0 0 0,0-1 0,0 1 0,0 0 0,0 0 0,0 0 0,0-1 0,0 1 0,0 0 0,0 0 0,0 1 0,0-1 0,1 0 0,-1 0 0,1 0 0,-1 0 0,1 1 0,-1-1 0,1 0 0,-1 0 0,1 1 0,0 1 0,-2 8 0,0-1 0,1 1 0,0 0 0,2 12 0,-1-15 0,0 27 0,5 129 0,-3-153 0,0-1 0,1 1 0,0-1 0,1 0 0,0 0 0,7 13 0,-5-12 0,0 1 0,-2-1 0,1 1 0,3 19 0,-2 28-1365,-5-33-5461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9:40.0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35 24575,'19'-1'0,"0"-1"0,0-1 0,26-7 0,-23 5 0,44-6 0,256 9 0,-165 4 0,-148-2 0,0-1 0,0 1 0,0 0 0,-1 0 0,1 1 0,0 1 0,0-1 0,-1 1 0,1 1 0,-1 0 0,10 4 0,33 19-1365,-28-15-5461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9:43.8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0 299 24575,'12'0'0,"-1"-1"0,0 0 0,0 0 0,0-1 0,0-1 0,-1 0 0,1 0 0,10-6 0,-14 6 0,0-1 0,0 0 0,0 0 0,-1-1 0,0 0 0,0 0 0,0 0 0,-1-1 0,0 0 0,0 0 0,0 0 0,4-9 0,-3 4 0,1 0 0,0 0 0,0 0 0,1 1 0,0 0 0,1 1 0,12-11 0,29-27 0,-34 31 0,30-23 0,-46 38 0,1 1 0,0-1 0,0 0 0,0 1 0,-1-1 0,1 1 0,0-1 0,0 1 0,0 0 0,0-1 0,0 1 0,0 0 0,0 0 0,0-1 0,0 1 0,0 0 0,0 0 0,0 0 0,0 0 0,0 0 0,0 0 0,0 1 0,0-1 0,-1 0 0,1 0 0,2 1 0,-2 0 0,0 1 0,0-1 0,0 0 0,0 0 0,0 1 0,0-1 0,0 0 0,0 1 0,0-1 0,-1 1 0,1-1 0,-1 1 0,1 0 0,0 2 0,1 8 0,-1 1 0,0-1 0,-1 18 0,0-24 0,-4 1273-1365,4-1251-5461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9:56.7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509 2162 24575,'0'-8'0,"-1"1"0,0 0 0,0 0 0,-1 0 0,1 0 0,-2 0 0,1 0 0,-1 1 0,0-1 0,0 1 0,-1-1 0,0 1 0,0 0 0,0 1 0,-1-1 0,0 1 0,0 0 0,-9-7 0,-7-4 0,-1 1 0,0 1 0,-40-18 0,53 27 0,-1-1 0,2 0 0,-1 0 0,1-1 0,0 0 0,0 0 0,0-1 0,1 0 0,1 0 0,-1 0 0,-9-18 0,6 4 0,0 1 0,1-1 0,1-1 0,-6-26 0,12 38 0,0 1 0,-1 0 0,0 0 0,-1 0 0,0 0 0,0 0 0,-1 1 0,-1 0 0,-12-17 0,13 20 0,0 0 0,0 0 0,0-1 0,1 0 0,0 0 0,0 0 0,1 0 0,0 0 0,-3-11 0,-1-10 0,-5-37 0,6 33 0,-17-129 0,14 105 0,3 1 0,3-2 0,3-60 0,0 84 0,0 19 0,1 0 0,1 0 0,0 0 0,1 0 0,0 0 0,1 0 0,0 1 0,1 0 0,1 0 0,0 0 0,15-22 0,-17 31 0,1 0 0,-1-1 0,1 1 0,0 1 0,0-1 0,9-4 0,-10 6 0,1 0 0,-1 0 0,-1 0 0,1-1 0,0 0 0,-1 0 0,1 0 0,-1 0 0,0 0 0,0-1 0,0 0 0,-1 1 0,4-7 0,-1-1 0,-1 0 0,2 0 0,-1 0 0,1 1 0,1 0 0,0 0 0,1 1 0,14-15 0,36-20 0,-45 35 0,-1 1 0,1-2 0,-2 0 0,0 0 0,13-15 0,-17 17 0,8-12 0,19-20 0,-28 34 0,1 0 0,-1 1 0,1 0 0,0 0 0,0 1 0,1-1 0,8-2 0,-8 3 0,-1 0 0,1-1 0,-1 1 0,7-7 0,-8 6 0,0 1 0,0-1 0,0 2 0,0-1 0,0 1 0,13-5 0,98-15 0,-85 17 0,-2 2 0,-15 2 0,0 0 0,21-7 0,-31 8 0,-1-1 0,0 0 0,1 0 0,-1 0 0,0 0 0,0-1 0,0 0 0,0 0 0,0 0 0,-1 0 0,6-7 0,-3 3 0,0 2 0,1-1 0,-1 1 0,1 0 0,0 0 0,0 1 0,0 0 0,1 0 0,0 0 0,-1 1 0,1 1 0,13-4 0,34-14 0,-15 2-151,1 1-1,0 2 0,1 2 0,0 2 1,1 2-1,0 2 0,0 1 1,75 1-1,-90 5-6674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9:57.7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 24575,'34'0'0,"-12"-1"0,1 1 0,23 4 0,-39-3 0,1 1 0,0 0 0,0 0 0,-1 1 0,1 0 0,-1 0 0,0 1 0,0 0 0,10 7 0,3 3 0,35 17 0,-37-22 0,-1 1 0,-1 0 0,26 21 0,-28-20 0,2 0 0,20 12 0,-19-13 0,30 24 0,-22-12 0,-10-8 0,0-1 0,34 22 0,-30-24 0,-9-6 0,1 1 0,-1 0 0,-1 0 0,1 1 0,-1 1 0,0 0 0,13 15 0,-11-10 0,1 0 0,16 14 0,-16-16 0,-1 0 0,0 1 0,11 15 0,-18-19 0,1-1 0,-1 1 0,-1 0 0,0 1 0,0-1 0,0 0 0,-1 1 0,0 0 0,0 9 0,0 13 0,-2 39 0,-1-42 0,1-21 0,0 0 0,0-1 0,-1 1 0,0 0 0,0 0 0,-1 0 0,1-1 0,-1 1 0,-1-1 0,0 1 0,0-1 0,0 0 0,0 0 0,-1 0 0,0-1 0,0 1 0,-1-1 0,1 0 0,-1 0 0,-10 7 0,7-5 0,-1-1 0,0 0 0,0 0 0,-1-1 0,1 0 0,-1-1 0,0 0 0,-1 0 0,1-1 0,-1-1 0,1 0 0,-1 0 0,0-1 0,-12 0 0,1 0-455,-1 2 0,-26 5 0,22-2-6371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0:04.0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0 291 24575,'0'-15'0,"1"0"0,0-1 0,1 1 0,6-26 0,-7 36 0,1 0 0,0 1 0,0-1 0,0 0 0,0 1 0,1-1 0,0 1 0,0 0 0,0 0 0,0 0 0,1 0 0,-1 1 0,1-1 0,0 1 0,0 0 0,0 0 0,1 0 0,4-2 0,47-17 0,-41 18 0,-1-2 0,1 0 0,-1-1 0,27-17 0,-33 19 0,1 0 0,0 0 0,0 0 0,0 1 0,1 0 0,0 1 0,-1 0 0,1 1 0,0 0 0,15-1 0,13 1 0,57 4 0,-35 1 0,-53-4 0,-1 1 0,1 1 0,0-1 0,0 1 0,-1 1 0,1-1 0,0 1 0,-1 0 0,0 0 0,1 1 0,-1 0 0,0 0 0,0 0 0,-1 1 0,1 0 0,-1 0 0,0 1 0,0-1 0,0 1 0,8 10 0,-7-7 0,0 0 0,0 0 0,0 1 0,-1 0 0,0 0 0,-1 0 0,0 1 0,-1-1 0,0 1 0,0 0 0,-1 0 0,2 12 0,9 79 0,-5-51 0,0 52 0,-8 311 0,-1-395 0,0 0 0,-1 0 0,-1 0 0,-1 0 0,-1-1 0,0 1 0,-9 18 0,9-25 0,-1-1 0,0 0 0,-1-1 0,0 1 0,-1-1 0,1-1 0,-2 1 0,1-1 0,-1-1 0,-1 0 0,-12 8 0,19-13 0,-1 0 0,1 0 0,0 0 0,0 1 0,0-1 0,-2 4 0,5-6 0,-1 1 0,1-1 0,0 1 0,-1-1 0,1 0 0,0 1 0,0-1 0,0 1 0,-1-1 0,1 0 0,0 1 0,0-1 0,0 1 0,0-1 0,0 1 0,0-1 0,0 1 0,0-1 0,0 1 0,0-1 0,0 1 0,0 0 0,1-1 0,-1 1 0,1 0 0,0-1 0,-1 1 0,1 0 0,-1-1 0,1 1 0,0-1 0,0 0 0,-1 1 0,1-1 0,0 1 0,0-1 0,-1 0 0,1 0 0,0 1 0,1-1 0,15 3 0,-1 0 0,1-1 0,-1-1 0,18-1 0,-16-1 0,-1 2 0,1 0 0,31 6 0,-7 1-260,1-2-1,0-1 1,86-4-1,-118-1-62,16 0-6503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1:05.9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705 1603 24575,'58'1'0,"70"-3"0,-116-1 0,0 1 0,0-2 0,-1 1 0,1-2 0,-1 1 0,14-9 0,15-6 0,-32 15 0,1-1 0,-1 0 0,0 0 0,-1-1 0,9-7 0,6-6 0,-17 15 0,0-1 0,0 0 0,-1 0 0,0 0 0,0-1 0,-1 1 0,0-1 0,0 0 0,0 0 0,0 0 0,-1-1 0,0 1 0,2-10 0,-2 5 0,2 1 0,0-1 0,9-18 0,-7 18 0,0-1 0,-1-1 0,-1 1 0,0 0 0,-1-1 0,0 0 0,-1 0 0,1-22 0,-1 17 0,0 12 0,-1-1 0,1 1 0,0 0 0,0 0 0,1 0 0,0 1 0,0-1 0,6-8 0,-4 7 0,-1 0 0,0-1 0,0 0 0,3-8 0,4-21 0,-1-1 0,-2 0 0,-2 0 0,-2-1 0,1-47 0,-5 73 0,0-11 0,-5-44 0,3 60 0,0 0 0,0 0 0,0 1 0,-1-1 0,0 1 0,0-1 0,-1 1 0,0 0 0,-7-9 0,-28-31 0,28 36 0,1 0 0,0-1 0,1-1 0,0 1 0,1-2 0,1 1 0,-8-20 0,13 30 0,1-1 0,-1 1 0,0-1 0,1 1 0,-2 0 0,1 0 0,0 0 0,-1 0 0,1 0 0,-1 0 0,0 1 0,-4-4 0,-3 0 0,0 0 0,-18-8 0,19 11 0,0-1 0,0-1 0,1 1 0,0-1 0,-9-8 0,-3-3 0,0 0 0,-1 2 0,-1 0 0,-44-19 0,58 28 0,1 1 0,0-1 0,0 0 0,-11-11 0,13 11 0,0 0 0,-1 0 0,0 1 0,1 0 0,-2 0 0,1 0 0,-11-4 0,-1 3 0,0 2 0,0 0 0,0 1 0,0 0 0,-1 2 0,-28 2 0,27 0 0,-1-2 0,0 0 0,1-1 0,-39-8 0,32 3 0,-44-3 0,32 4 0,32 4 0,0-1 0,0-1 0,0 1 0,0-1 0,0-1 0,1 1 0,0-1 0,0 0 0,0 0 0,-9-9 0,7 6 0,0 1 0,0 0 0,0 1 0,-1 0 0,-10-5 0,-144-47 0,163 57 0,-1 0 0,1 0 0,-1-1 0,1 1 0,-1 0 0,1 0 0,-1 0 0,0 0 0,1 0 0,-1-1 0,1 1 0,-1 0 0,1 0 0,-1 1 0,1-1 0,-1 0 0,0 0 0,1 0 0,-1 0 0,1 0 0,-1 1 0,1-1 0,-1 0 0,1 0 0,-1 1 0,1-1 0,-1 0 0,1 1 0,-1 0 0,0 0 0,1 0 0,0 0 0,-1 0 0,1 0 0,0 1 0,0-1 0,0 0 0,0 0 0,0 0 0,0 0 0,0 0 0,0 1 0,1 1 0,14 41 0,-13-38 0,7 14 0,2-1 0,0 0 0,20 26 0,11 18 0,-4-7 0,-29-44 0,0 0 0,-1 0 0,0 1 0,-1 0 0,0 1 0,5 16 0,1 23 0,-10-35 0,2 0 0,-1 0 0,2-1 0,1 1 0,11 21 0,72 115-1365,-80-137-5461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1:06.8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1 191 24575,'11'-1'0,"1"0"0,-1-2 0,0 1 0,0-1 0,0 0 0,-1-1 0,19-10 0,-16 8 0,0 1 0,0 0 0,0 0 0,23-3 0,-2 3 0,-11 3 0,-1-1 0,1-2 0,32-10 0,6-4 0,101-20 0,-130 33 0,50-12 0,-62 13-341,1 1 0,-1 0-1,27 0 1,-21 3-6485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1:08.0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0 177 24575,'3'0'0,"0"1"0,0-1 0,0 1 0,0-1 0,1 0 0,-1 0 0,5-2 0,0 2 0,-3 0 0,0 0 0,0 0 0,0-1 0,0 0 0,0 0 0,0 0 0,-1 0 0,1-1 0,0 0 0,-1 0 0,1 0 0,-1 0 0,0-1 0,0 1 0,0-1 0,0 0 0,0-1 0,-1 1 0,1-1 0,-1 1 0,0-1 0,0 0 0,0 0 0,3-8 0,-1 2 0,1 0 0,0 0 0,1 1 0,0 0 0,0 0 0,1 0 0,0 1 0,0 0 0,1 1 0,16-11 0,-24 17 0,1 0 0,-1 1 0,0-1 0,1 0 0,-1 1 0,1-1 0,-1 1 0,1 0 0,-1-1 0,1 1 0,0 0 0,-1 0 0,1 0 0,-1 0 0,1 0 0,-1 1 0,1-1 0,0 0 0,-1 1 0,3 0 0,-2 0 0,0 1 0,0-1 0,0 1 0,0-1 0,-1 1 0,1 0 0,0-1 0,-1 1 0,0 0 0,1 0 0,-1 0 0,2 3 0,1 6 0,0 1 0,0-1 0,-1 1 0,2 15 0,-4-23 0,6 31 0,2 14 0,-2 0 0,2 50 0,-10-40 0,2 38 0,0-86 0,0 0 0,1 0 0,0 0 0,1 0 0,1 0 0,6 15 0,-2-7 0,-1 0 0,0 0 0,-2 1 0,0 0 0,-1 0 0,-1 1 0,-1-1 0,-1 0 0,-2 29 0,0-18-1365,1-4-5461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1:26.1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544 2447 24575,'-5'0'0,"0"-1"0,0 0 0,0-1 0,0 1 0,0-1 0,1 0 0,-1 0 0,1-1 0,-1 0 0,1 1 0,0-1 0,-6-5 0,-25-15 0,27 18 0,-1 0 0,1-1 0,1 0 0,-11-9 0,-7-6 0,13 10 0,0 0 0,1-1 0,0 0 0,-14-23 0,8 13 0,5 4 0,1 0 0,0 0 0,1-1 0,1 0 0,1-1 0,1 0 0,1 0 0,-6-30 0,2 8 0,-15-41 0,2 13 0,19 58 0,-2 0 0,1 0 0,-2 0 0,0 1 0,0 0 0,-12-14 0,6 9 0,-15-28 0,21 30 0,1 0 0,0-1 0,1 0 0,1 0 0,0-1 0,1 1 0,-1-25 0,4-115 0,3 76 0,-3-366 0,0 436 0,1 1 0,-1-1 0,2 0 0,-1 1 0,1-1 0,1 1 0,-1 0 0,2-1 0,-1 1 0,1 1 0,0-1 0,0 0 0,1 1 0,0 0 0,1 0 0,-1 1 0,1-1 0,1 1 0,-1 0 0,1 1 0,0 0 0,0 0 0,9-5 0,-11 7 0,0-1 0,0 1 0,-1-1 0,1 0 0,-1-1 0,0 1 0,0-1 0,-1 0 0,1 0 0,-1 0 0,5-10 0,0-4 0,11-40 0,-19 58 0,1-2 0,0 0 0,0 0 0,1-1 0,-1 1 0,1 1 0,0-1 0,0 0 0,0 0 0,0 1 0,0-1 0,0 1 0,1-1 0,3-2 0,1 0 0,1 1 0,0-1 0,13-4 0,-14 7 0,0-1 0,-1-1 0,1 1 0,-1-1 0,1 0 0,-1 0 0,9-9 0,7-12 0,-13 15 0,-1 0 0,2 0 0,-1 1 0,1 0 0,1 1 0,0 0 0,0 0 0,16-7 0,-26 14 0,7-1 0,-1-1 0,0-1 0,0 1 0,0-1 0,-1 0 0,1 0 0,-1-1 0,0 0 0,10-11 0,-11 12 0,-1-1 0,1 1 0,0 0 0,0 0 0,1 0 0,-1 1 0,1-1 0,0 1 0,0 1 0,0-1 0,0 1 0,0 0 0,1 1 0,-1-1 0,8 0 0,0 0 0,-1-2 0,18-6 0,-24 7 0,-1-1 0,1-1 0,-1 1 0,0-1 0,0 0 0,-1 0 0,10-12 0,-10 12 0,0-1 0,0 0 0,1 1 0,0 0 0,0 0 0,0 1 0,0 0 0,14-7 0,80-15 0,29-5 0,-103 25 0,0 1 0,1 1 0,-1 1 0,52 1 0,-45 2 0,1-1 0,47-9 0,-32 2 0,94-4 0,52 12 0,-74 2 0,-27-2-1365,-66 0-5461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1:29.6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24575,'0'9'0,"1"1"0,0-1 0,1 0 0,0 1 0,0-1 0,1 0 0,0 0 0,1 0 0,0-1 0,0 1 0,1-1 0,0 0 0,1 0 0,-1-1 0,1 1 0,13 11 0,61 75 0,4 4 0,-65-77 0,21 31 0,-30-37 0,1 0 0,1-1 0,0 0 0,1-1 0,17 14 0,-13-13 0,-1 0 0,16 18 0,-17-16 0,1-1 0,17 14 0,-19-19 0,-1 0 0,-1 1 0,0 1 0,21 24 0,-28-28 0,0-1 0,0 1 0,-1 0 0,0 0 0,-1 0 0,0 0 0,0 1 0,-1 0 0,0-1 0,2 18 0,-1 19 0,-2 0 0,-6 54 0,5-95 0,-1 1 0,0-1 0,0 0 0,0 0 0,-1 0 0,0 0 0,1 0 0,-1 0 0,0-1 0,-1 1 0,-4 5 0,-2 1 0,0-2 0,-16 14 0,-10 8 0,5-2 0,-2-1 0,-1-2 0,-54 33 0,41-27 0,37-24 0,0 0 0,0-1 0,0 0 0,-1 0 0,0-1 0,0 0 0,-1-1 0,1 0 0,-21 4 0,24-8 0,0 1 0,0 0 0,0 0 0,0 1 0,0 0 0,0 0 0,1 1 0,-1 0 0,1 0 0,-1 1 0,1-1 0,0 1 0,-7 7 0,7-5-195,-1 0 0,0 0 0,0-1 0,-1 0 0,1 0 0,-15 6 0,0-4-6631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1:31.3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1 132 24575,'9'-1'0,"1"-1"0,-1 0 0,1 0 0,-1-1 0,0 0 0,0 0 0,0-1 0,10-6 0,-7 4 0,0 1 0,1 0 0,21-6 0,13 6 0,-40 5 0,1 0 0,-1-1 0,0 0 0,0 0 0,0 0 0,1-1 0,-1 0 0,-1 0 0,1-1 0,11-6 0,-8 3 0,1-1 0,0 2 0,0 0 0,0 0 0,0 1 0,1 0 0,0 1 0,0 0 0,0 1 0,0 0 0,0 1 0,0 1 0,14 0 0,-7 0 0,-1 1 0,0 0 0,0 2 0,0 0 0,22 6 0,-35-7 0,0-1 0,0 1 0,0 0 0,0 1 0,0-1 0,0 1 0,-1 0 0,1 0 0,-1 0 0,0 0 0,0 1 0,0 0 0,-1 0 0,1 0 0,-1 0 0,0 1 0,0-1 0,0 1 0,-1-1 0,1 1 0,-1 0 0,2 7 0,30 173 0,-31-173 0,0 1 0,1-1 0,0 0 0,12 21 0,-10-21 0,0 0 0,-1 0 0,-1 0 0,5 22 0,-4 13 0,-2 1 0,-5 78 0,-1-33 0,4-67 0,-1-10 0,0-1 0,-4 29 0,3-39 0,0 0 0,-1 0 0,1 0 0,-1 0 0,0-1 0,-1 1 0,1 0 0,-1-1 0,0 1 0,0-1 0,0 0 0,-5 5 0,-6 5 0,0 0 0,-1 0 0,0-2 0,-1 1 0,-1-2 0,0 0 0,-33 15 0,14-14 0,-40 10 0,152-20 0,-67-2 0,1-1 0,0 1 0,0 0 0,1 0 0,-1 1 0,0 1 0,0 0 0,0 0 0,0 1 0,13 5 0,-2 2 0,0-1 0,1-1 0,1-2 0,31 7 0,-41-11 0,0 2 0,0-1 0,0 1 0,-1 1 0,0 1 0,1-1 0,-2 2 0,1 0 0,11 9 0,-19-13 0,-1 0 0,1 0 0,-1 1 0,1-1 0,-1 1 0,0 0 0,-1 0 0,1 0 0,-1 0 0,1 1 0,-1-1 0,0 1 0,-1-1 0,1 1 0,-1 0 0,0 0 0,0-1 0,-1 1 0,1 0 0,-1 0 0,0 0 0,0 0 0,-1 0 0,0 0 0,1-1 0,-2 1 0,-1 6 0,-12 28 0,-35 65 0,47-99 0,0 0 0,-1-1 0,0 1 0,0-1 0,0 0 0,0 0 0,0 0 0,-1-1 0,0 1 0,-6 2 0,5-2 0,1-1 0,0 1 0,0-1 0,0 1 0,0 1 0,1-1 0,0 1 0,-7 8 0,6-3 0,-1-1 0,-1 0 0,0 0 0,0 0 0,-1-1 0,0 0 0,0-1 0,-1 1 0,0-1 0,0-1 0,-1 0 0,-10 5 0,10-5 0,1 0 0,-1 1 0,1 0 0,-9 10 0,8-8 0,0-1 0,0 0 0,-12 7 0,17-12-73,-9 6-142,0-2 0,-1 1-1,0-2 1,0 0-1,-16 4 1,7-6-6611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2:13.2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67 0 24575,'-2'1'0,"1"-1"0,-1 1 0,1 0 0,-1-1 0,1 1 0,0 0 0,-1 0 0,1 0 0,0 0 0,-1 0 0,1 0 0,0 0 0,0 1 0,0-1 0,0 0 0,0 0 0,-1 3 0,-15 26 0,17-28 0,-5 9 0,0 0 0,2 0 0,-1 1 0,2-1 0,-1 1 0,-1 24 0,5 76 0,1-60 0,-1 488 0,-1-524 0,1 0 0,1 0 0,0-1 0,1 1 0,0-1 0,2 0 0,0 0 0,8 18 0,-3-17 0,1-1 0,0-1 0,17 18 0,-13-15 0,20 28 0,67 97 0,-84-117 0,35 34 0,-31-36 0,25 34 0,-35-42 0,1 0 0,1-1 0,0-1 0,23 17 0,19 18 0,-28-21 0,-7-6 0,0-1 0,44 32 0,-44-38 0,-10-6 0,0-1 0,1 0 0,0 0 0,22 8 0,-20-10 0,-1 2 0,0-1 0,-1 2 0,0 0 0,23 18 0,-24-16 0,1-1 0,0 0 0,1-1 0,-1-1 0,26 11 0,-12-8 0,-1 2 0,27 15 0,-30-14 0,0-1 0,47 16 0,-63-26 0,4 0 0,-1 1 0,0 0 0,0 0 0,0 1 0,-1 0 0,1 1 0,-1 0 0,0 0 0,9 8 0,-4-2 0,1 0 0,1-1 0,-1-1 0,1 0 0,1-1 0,0 0 0,17 5 0,6 3 0,-25-8 0,0 0 0,-1 0 0,0 1 0,20 19 0,13 10 0,113 67 0,-144-94 13,0 1 0,-1 0 0,13 15 0,5 4-1430,-10-12-5409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2:14.5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24575,'7'6'0,"0"0"0,1-1 0,-1 1 0,1-1 0,1-1 0,-1 0 0,1 0 0,-1-1 0,16 4 0,-15-4 0,0 0 0,1 0 0,-1 1 0,0 0 0,-1 1 0,1 0 0,-1 0 0,13 11 0,5 13 0,-20-21 0,1-1 0,0 0 0,1 0 0,-1 0 0,14 8 0,-8-6 0,-1 0 0,1 0 0,-2 1 0,1 1 0,-1 0 0,-1 1 0,0 0 0,-1 0 0,0 1 0,8 16 0,-4-9 0,0-1 0,27 30 0,-23-30 0,27 41 0,-16-7 0,-19-35 0,1 0 0,1 0 0,18 23 0,-19-29 0,0 0 0,-1 1 0,-1 0 0,0 0 0,-1 1 0,0 0 0,-1 0 0,7 25 0,-13-36 0,1-1 0,-1 1 0,-1 0 0,1-1 0,0 1 0,0 0 0,-1-1 0,0 1 0,1-1 0,-1 1 0,0-1 0,0 1 0,-1-1 0,1 0 0,0 0 0,-1 1 0,1-1 0,-1 0 0,0 0 0,0 0 0,0-1 0,0 1 0,0 0 0,0-1 0,-3 2 0,-6 5 0,-1-1 0,-1-1 0,-18 7 0,25-10 0,-11 3 0,-1-1 0,-18 3 0,20-4 0,0 0 0,1 0 0,-20 9 0,9 0-120,6-3-87,0 0-1,-1-2 1,0 0-1,0-1 0,-31 6 1,27-11-6619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06.2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1402 2 24575,'-81'-1'0,"-91"3"0,144 2 0,-41 11 0,34-7 0,31-6 0,0-1 0,0 1 0,0-1 0,1 1 0,-1 0 0,0 0 0,1 1 0,0-1 0,0 1 0,0 0 0,0 0 0,0 0 0,0 0 0,1 0 0,-5 7 0,5-6 0,-1 0 0,0 0 0,-1 0 0,1 0 0,0-1 0,-1 1 0,0-1 0,0 0 0,0 0 0,-8 4 0,-7 1 0,-1 0 0,0-2 0,0 0 0,0-1 0,-30 4 0,35-7 0,0 1 0,1 0 0,0 1 0,0 1 0,0 0 0,0 1 0,1 0 0,0 1 0,0 1 0,1 0 0,-15 13 0,10-10 0,1-1 0,-1 0 0,-30 11 0,-6 4 0,17-8 0,19-9 0,0 0 0,-16 12 0,3-1 0,23-16 0,1 1 0,0 0 0,-1 0 0,1 1 0,1-1 0,-1 1 0,1 1 0,0-1 0,0 1 0,0 0 0,-4 8 0,3-3 0,2-4 0,1 0 0,-2 1 0,1-1 0,-1-1 0,0 1 0,0-1 0,-10 10 0,-2-4 0,2 1 0,-1 1 0,2 1 0,0 0 0,1 1 0,0 0 0,-19 34 0,25-37 0,1 0 0,0 1 0,1-1 0,0 1 0,1 0 0,1 0 0,1 1 0,-2 23 0,1 34 0,8 79 0,-4-145 6,0 0-1,1 0 1,-1 0 0,2 0-1,-1 0 1,1-1-1,-1 1 1,1-1 0,1 1-1,-1-1 1,1 0-1,0 0 1,0-1 0,1 1-1,9 7 1,5 3-260,2-1 1,36 19 0,-36-22-442,0 1-6131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07.5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28 24575,'1'1'0,"0"-1"0,0 0 0,0 1 0,0-1 0,0 1 0,0-1 0,0 1 0,0-1 0,0 1 0,0 0 0,0-1 0,0 1 0,-1 0 0,1 0 0,0 0 0,0 0 0,0 1 0,15 22 0,-8-11 0,-2-7 0,-1 1 0,2-1 0,-1-1 0,9 7 0,18 15 0,-21-13 0,25 20 0,-31-30 0,1 1 0,-1-1 0,1-1 0,0 1 0,0-1 0,0-1 0,8 3 0,5 2 0,-1 0 0,21 12 0,12 4 0,-48-21 0,1 1 0,-1-1 0,0 0 0,0 1 0,6 5 0,10 7 0,-20-15 0,1 0 0,-1 0 0,0 0 0,1 0 0,-1 0 0,0 0 0,0 0 0,1 1 0,-1-1 0,0 0 0,1 0 0,-1-1 0,0 1 0,0 0 0,1 0 0,-1 0 0,0 0 0,1 0 0,-1 0 0,0 0 0,0 0 0,1-1 0,-1 1 0,0 0 0,0 0 0,1 0 0,-1 0 0,0-1 0,0 1 0,0 0 0,1 0 0,-1-1 0,0 1 0,0 0 0,0 0 0,0-1 0,0 1 0,1 0 0,-1-1 0,0 1 0,0 0 0,0 0 0,0-1 0,0 1 0,0 0 0,0-1 0,0 1 0,0 0 0,0-1 0,1-18 0,-1 17 0,-5-251-1365,5 225-5461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09.0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1209 24575,'510'0'0,"-502"0"0,1 0 0,-1-1 0,1 0 0,-1-1 0,0 0 0,0 0 0,1-1 0,-2 0 0,1 0 0,10-6 0,-6 1 0,0-1 0,0 0 0,-1 0 0,0-1 0,10-13 0,3-3 0,-10 13 0,-2-1 0,0-1 0,20-29 0,-23 29 0,1 0 0,18-20 0,5-6 0,-29 35 0,-1-2 0,1 1 0,-1 0 0,0-1 0,-1 1 0,0-1 0,0 0 0,-1 0 0,0 0 0,1-12 0,-2 13 0,0 0 0,1 0 0,-1 0 0,2 1 0,-1-1 0,1 0 0,0 1 0,0-1 0,1 1 0,0 0 0,0-1 0,1 1 0,6-9 0,-2 6 0,-3 5 0,0-1 0,0 0 0,-1 0 0,1 0 0,-1-1 0,-1 0 0,1 0 0,-1 0 0,0 0 0,0 0 0,-1 0 0,0-1 0,2-10 0,1-8 0,1-1 0,1 1 0,18-46 0,-19 57 0,-2 0 0,0 0 0,0 0 0,-1-1 0,1-28 0,-5-78 0,-1 61 0,3 33 0,-1 15 0,1-1 0,-2 1 0,0 0 0,-4-24 0,4 33 0,0 1 0,1-1 0,-1 1 0,-1-1 0,1 1 0,0-1 0,0 1 0,-1 0 0,1 0 0,-1 0 0,0 0 0,0 0 0,0 0 0,0 0 0,0 1 0,0-1 0,0 0 0,0 1 0,-1 0 0,1 0 0,-1 0 0,1 0 0,-1 0 0,1 0 0,-1 0 0,1 1 0,-1-1 0,-3 1 0,3 0 0,0 0 0,-1 0 0,1 1 0,0 0 0,0-1 0,0 1 0,-1 0 0,1 0 0,0 1 0,0-1 0,1 0 0,-1 1 0,0 0 0,0 0 0,1 0 0,-4 3 0,-5 5 0,0 1 0,-11 15 0,8-9 0,-50 62 63,-29 31-1491,74-90-5398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09.5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24575,'14'0'0,"0"0"0,0 1 0,0 1 0,-1 0 0,18 5 0,-25-5 0,0 1 0,0-1 0,0 1 0,0 1 0,0-1 0,-1 1 0,1 0 0,-1 0 0,0 0 0,0 1 0,-1 0 0,0 0 0,5 6 0,5 11 0,0 1 0,-1 0 0,10 29 0,-14-35 0,-1-1 0,19 26 0,-17-29 0,-1 0 0,-1 1 0,0 0 0,5 16 0,7 32-1365,-10-35-5461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16.6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2 349 24575,'0'-28'0,"-1"11"0,1 0 0,0 0 0,1 0 0,1 0 0,1 1 0,0-1 0,1 0 0,10-23 0,-2 10 0,-6 14 0,1 1 0,15-26 0,-20 37 0,0 1 0,1 0 0,-1 0 0,1 0 0,0 0 0,0 0 0,0 1 0,0-1 0,0 1 0,0 0 0,1 0 0,-1 0 0,1 0 0,-1 1 0,1-1 0,7-1 0,-8 3 0,0 0 0,0 0 0,0 0 0,0 1 0,0-1 0,0 1 0,0 0 0,0-1 0,0 1 0,0 1 0,0-1 0,-1 0 0,1 1 0,0-1 0,-1 1 0,1 0 0,-1 0 0,0 0 0,0 0 0,0 0 0,0 1 0,0-1 0,0 0 0,0 1 0,-1 0 0,2 3 0,5 8 0,-1 0 0,0 1 0,6 23 0,20 78 0,15 87 0,-34-148 0,-9-37 0,0 1 0,2 21 0,-4-22 0,1 1 0,0-1 0,2-1 0,8 22 0,-6-21 0,-2 1 0,0-1 0,6 34 0,-9-11-682,-2 44-1,-2-57-6143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34.8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24575,'5'-1'0,"1"1"0,-1 0 0,0 0 0,1 1 0,-1-1 0,0 1 0,1 0 0,-1 1 0,0-1 0,0 1 0,0 0 0,0 0 0,0 1 0,0-1 0,-1 1 0,1 0 0,-1 1 0,0-1 0,4 5 0,2 0 0,0 1 0,0-2 0,1 0 0,-1 0 0,2-1 0,-1 0 0,1-1 0,-1 0 0,19 4 0,4 3 0,-24-7 0,1 0 0,-2 1 0,16 10 0,12 7 0,-25-17 0,24 13 0,35 25 0,-61-37 0,1 2 0,-1-1 0,0 1 0,-1 1 0,0-1 0,-1 2 0,10 14 0,58 108 0,-65-113 0,-1 1 0,-2 0 0,1 0 0,-2 1 0,-1 0 0,-1 0 0,4 33 0,13 43 0,-21-94 0,2 3 0,1 1 0,-1-1 0,1 0 0,0 0 0,1 0 0,0-1 0,5 7 0,17 23 0,-14-12 0,-2 0 0,0 1 0,-1 0 0,-2 1 0,7 33 0,19 57 46,-17-64-1457,-11-31-5415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36.0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91 24575,'4'1'0,"-1"0"0,1 0 0,-1 1 0,0-1 0,0 1 0,1-1 0,4 5 0,2 0 0,-4-3 0,-1 1 0,0 0 0,1 0 0,-2 0 0,1 1 0,-1 0 0,1 0 0,-1 0 0,3 6 0,31 54 0,-34-56 0,5 11 0,-1 0 0,9 34 0,-13-37 0,0-1 0,2 0 0,0 0 0,1-1 0,13 24 0,-7-19 0,-8-12 0,0 0 0,0 0 0,1-1 0,7 8 0,-11-13 0,-1-1 0,1 1 0,0-1 0,-1 0 0,1 1 0,0-1 0,0 0 0,0 0 0,0 0 0,0-1 0,0 1 0,1 0 0,-1-1 0,0 1 0,0-1 0,0 0 0,1 0 0,-1 0 0,0 0 0,0 0 0,0 0 0,4-1 0,-4 0 0,0 0 0,0 0 0,0 0 0,0 0 0,0-1 0,0 1 0,0-1 0,-1 1 0,1-1 0,0 0 0,-1 1 0,1-1 0,-1 0 0,0 0 0,1 0 0,-1 0 0,0 0 0,0 0 0,0-1 0,-1 1 0,1 0 0,0 0 0,-1-4 0,3-7 0,-1 0 0,-1-25 0,0 33 0,-3-219 133,-1 60-1631,3 137-5328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42.7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262 1675 24575,'5'0'0,"0"-1"0,0 0 0,0 0 0,0 0 0,0 0 0,0-1 0,-1 0 0,1 0 0,0 0 0,-1 0 0,1-1 0,-1 0 0,0 0 0,0 0 0,0 0 0,0-1 0,-1 1 0,1-1 0,3-5 0,5-9 0,0-1 0,-1 0 0,11-25 0,-4 7 0,-8 19 0,39-82 0,-43 85 0,-1 0 0,0 0 0,-1-1 0,-1 1 0,1-17 0,-2 20 0,0 0 0,0 0 0,1 0 0,1 0 0,0 1 0,1 0 0,8-16 0,-3 5 0,0-1 0,-2 0 0,-1-1 0,0 0 0,5-40 0,-7 10 0,-2-81 0,-2 45 0,-4-72 0,1 146 0,0 1 0,-1 0 0,0 0 0,-1 0 0,-1 0 0,0 1 0,-1 0 0,-1 0 0,-12-20 0,4 12 0,-15-31 0,-8-11 0,33 57 0,-2 0 0,1 1 0,-1-1 0,0 2 0,0-1 0,0 1 0,-9-5 0,-21-16 0,29 19 0,1 0 0,-2 1 0,1 0 0,-1 0 0,0 1 0,0 0 0,-1 1 0,1 0 0,-1 0 0,-15-3 0,1 2 0,13 4 0,0-1 0,0-1 0,0 1 0,1-2 0,-1 0 0,1 0 0,0-1 0,0 0 0,-9-7 0,13 7 0,-1-1 0,0 1 0,0 1 0,0-1 0,-15-5 0,21 9 0,-1 0 0,1 1 0,-1-1 0,1 1 0,-1 0 0,0-1 0,1 1 0,-1 0 0,1 0 0,-1 0 0,1 0 0,-1 0 0,0 1 0,1-1 0,-1 0 0,1 1 0,-1-1 0,1 1 0,-1 0 0,1-1 0,0 1 0,-1 0 0,1 0 0,0 0 0,-1 0 0,1 0 0,0 0 0,0 0 0,0 0 0,0 0 0,0 1 0,0-1 0,0 0 0,0 1 0,1-1 0,-1 1 0,1-1 0,-2 3 0,-1 6 0,0 0 0,1 0 0,0 0 0,0 1 0,0 18 0,5 58 0,0-35 0,-2-42 0,0 0 0,0 1 0,1-1 0,1 0 0,-1 1 0,2-1 0,-1-1 0,2 1 0,-1 0 0,9 12 0,6 15 0,7 14 0,-20-41 2,0 1-1,7 18 0,11 19 57,-22-45-188,0 0 0,0 0 1,1 0-1,0 0 0,-1 0 1,1 0-1,0-1 0,0 1 0,1-1 1,5 4-1,11 2-6696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43.7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98 24575,'0'0'0,"1"-1"0,-1 0 0,0 0 0,0 0 0,1 0 0,-1 0 0,1 0 0,-1 0 0,1 1 0,-1-1 0,1 0 0,-1 0 0,1 1 0,0-1 0,-1 0 0,1 1 0,0-1 0,0 0 0,0 1 0,-1-1 0,1 1 0,2-1 0,25-10 0,-14 6 0,16-7 0,1 2 0,56-11 0,-58 14 0,14 0 0,0 3 0,0 1 0,80 5 0,-36 0 0,-62-1 0,-1 0 0,0 2 0,1 1 0,-1 1 0,-1 1 0,42 17 0,-42-15-1365,-2-2-5461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46.1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1 448 24575,'-1'-48'0,"3"-58"0,-1 100 0,1 0 0,-1 0 0,1 0 0,0 0 0,1 1 0,-1-1 0,1 1 0,0-1 0,7-7 0,-5 6 0,-1 0 0,0-1 0,0 0 0,4-8 0,-2-4 0,-1 1 0,2 0 0,0 1 0,1-1 0,15-24 0,-20 39 0,0 0 0,-1 1 0,1-1 0,1 1 0,-1 0 0,1 0 0,-1 0 0,1 0 0,0 0 0,6-3 0,-7 5 0,1 0 0,-1 0 0,0 0 0,0 1 0,1-1 0,-1 1 0,1-1 0,-1 1 0,0 0 0,1 1 0,-1-1 0,0 1 0,1-1 0,-1 1 0,0 0 0,4 2 0,-3-1 0,0 0 0,0 0 0,-1 1 0,0-1 0,1 1 0,-1 0 0,0 0 0,0 0 0,-1 1 0,1-1 0,0 0 0,-1 1 0,0 0 0,0 0 0,2 5 0,1 3 0,-1-1 0,0 1 0,-1 0 0,2 14 0,-2-12 0,0 0 0,1-1 0,1 1 0,10 19 0,3 11 0,-13-28 0,0 1 0,-1-1 0,-1 1 0,2 35 0,-7 71 0,0-53 0,1 533-1365,1-576-5461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52.1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1427 2485 24575,'3'0'0,"0"0"0,0-1 0,0 1 0,0-1 0,0 0 0,0 0 0,0 0 0,0-1 0,0 1 0,-1-1 0,1 1 0,0-1 0,-1 0 0,0 0 0,1 0 0,-1 0 0,0-1 0,4-4 0,3-5 0,-1-2 0,12-23 0,-4 8 0,24-49 0,-28 53 0,1-1 0,23-32 0,-28 46 0,-1-1 0,-1 0 0,0 0 0,-1-1 0,0 1 0,-1-1 0,-1 0 0,3-22 0,-1 12 0,12-41 0,-7 37 0,2-1 0,0 1 0,2 1 0,19-28 0,-21 37 0,-1-1 0,-1-1 0,0 0 0,-2 0 0,0-1 0,-2 0 0,0 0 0,-1-1 0,-1 0 0,-1 1 0,-1-1 0,-2-41 0,-3-255 0,3 307 0,0-1 0,-1 1 0,0-1 0,-1 1 0,-6-19 0,7 25 0,-1 1 0,0-1 0,0 1 0,-1-1 0,1 1 0,-1 0 0,0 0 0,0 0 0,0 1 0,-1-1 0,1 1 0,-1-1 0,0 1 0,0 1 0,-7-5 0,-1 0 0,6 5 0,0-1 0,1 1 0,-1-2 0,1 1 0,0 0 0,0-1 0,0 0 0,0 0 0,1-1 0,-1 1 0,1-1 0,1 0 0,-1 0 0,-5-10 0,7 10 0,-1 0 0,0 1 0,0-1 0,-1 0 0,1 1 0,-1 0 0,0 0 0,0 0 0,-6-4 0,-4-1 0,-26-14 0,29 17 0,0 0 0,0 0 0,1-1 0,0 0 0,-10-10 0,-1-5 0,17 16 0,-1 0 0,0 1 0,0 0 0,0 0 0,-1 0 0,1 1 0,-1-1 0,0 1 0,-1 1 0,1-1 0,-12-3 0,10 5 0,0-1 0,0 1 0,0-1 0,1-1 0,-1 1 0,1-1 0,-1 0 0,2-1 0,-1 0 0,0 0 0,1-1 0,-6-5 0,3 2 0,-1 1 0,1 1 0,-1-1 0,-18-8 0,17 10 0,1-1 0,0 0 0,0 0 0,-12-12 0,6 5 0,0 1 0,-1 1 0,0 0 0,-1 1 0,-1 0 0,-33-12 0,28 12 0,-1-1 0,1-1 0,-27-20 0,43 27 0,0 1 0,0 1 0,-1-1 0,0 1 0,0 1 0,0 0 0,-13-3 0,-33-13 0,50 16 0,0 0 0,1 0 0,-1-1 0,1 1 0,-1-1 0,1 0 0,-4-5 0,5 5 0,0 0 0,-1 0 0,0 1 0,0-1 0,0 1 0,0 0 0,-1 0 0,1 0 0,-8-3 0,-22-4 0,24 7 0,0 0 0,0 0 0,1 0 0,-1-2 0,1 1 0,0-1 0,0 0 0,-14-12 0,16 10 0,0-1 0,0 1 0,-1 1 0,0 0 0,-1 0 0,1 0 0,-1 1 0,0 0 0,0 1 0,-1 0 0,1 0 0,-1 1 0,0 1 0,-11-3 0,-32-4 0,1-3 0,0-2 0,-68-27 0,84 28 0,25 10 0,0 0 0,0-2 0,0 1 0,0-2 0,-10-6 0,18 11 0,1-1 0,0 1 0,-1-1 0,1 1 0,-1 0 0,1 0 0,-1 0 0,0 0 0,0 1 0,1-1 0,-1 1 0,-4-1 0,6 1 0,0 0 0,1 0 0,-1 1 0,0-1 0,1 0 0,-1 0 0,0 0 0,1 1 0,-1-1 0,1 0 0,-1 1 0,0-1 0,1 0 0,-1 1 0,1-1 0,-1 1 0,1-1 0,-1 1 0,1-1 0,0 1 0,-1 0 0,0 1 0,1 0 0,-1-1 0,1 1 0,-1-1 0,1 1 0,0 0 0,0-1 0,0 1 0,0 0 0,0-1 0,0 1 0,1 3 0,2 3 0,0 1 0,0-1 0,1 0 0,0 0 0,1 0 0,-1 0 0,1-1 0,7 7 0,9 16 0,75 111 0,-79-105 0,-15-30 0,0 0 0,0 0 0,1-1 0,0 1 0,0-1 0,1 0 0,0 0 0,5 6 0,23 18 0,26 26 0,-53-49 0,0 0 0,0 0 0,-1 1 0,1 0 0,-2-1 0,1 2 0,4 11 0,-4-5 0,-2-7 0,0 0 0,1 0 0,-1-1 0,1 1 0,0-1 0,8 11 0,13 24 61,-21-34-265,0 0 0,0-1 1,1 1-1,0-1 0,1 0 1,9 10-1,2-4-6622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52.9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0 349 24575,'0'-3'0,"0"0"0,1-1 0,-1 1 0,1 0 0,-1 0 0,1 0 0,0 0 0,0 0 0,0 0 0,1 0 0,-1 0 0,1 0 0,-1 1 0,1-1 0,0 0 0,0 1 0,0 0 0,1-1 0,-1 1 0,0 0 0,1 0 0,0 0 0,3-2 0,5-1 0,1 0 0,0 0 0,0 1 0,20-4 0,0-1 0,50-11 0,-63 17 0,-1-1 0,1 0 0,-1-2 0,0 0 0,28-15 0,-33 13 0,1 0 0,1 1 0,-1 0 0,1 1 0,0 0 0,0 2 0,24-5 0,-25 7 0,-1-1 0,1-1 0,0 0 0,-1-1 0,0 0 0,0-1 0,0-1 0,14-9 0,-16 9 0,0 2 0,1-1 0,0 1 0,0 1 0,0 0 0,1 1 0,17-3 0,4 3 0,48 1 0,0 0 0,-54-1 67,31-7 0,12-2-1566,-44 9-5327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55.0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35 24575,'2'-1'0,"1"1"0,-1-1 0,1 0 0,-1 1 0,1-1 0,-1 0 0,0-1 0,4-1 0,13-6 0,1 4 0,0 1 0,1 1 0,32-1 0,66 6 0,-45 0 0,-60-2 0,0 1 0,0 0 0,-1 1 0,27 7 0,-33-7 0,-1 0 0,0 1 0,0-1 0,-1 1 0,1 1 0,0-1 0,-1 1 0,0 0 0,0 0 0,0 1 0,0-1 0,6 9 0,-5-4 0,10 13 0,14 26 0,-25-40 0,-1 1 0,0 0 0,-1 0 0,1 0 0,-2 0 0,3 18 0,10 59 0,-8-53 0,-2 0 0,1 35 0,-6 278 0,-1-151 0,1-188 0,0 0 0,0 0 0,-1 0 0,0 0 0,-3 9 0,3-13 0,0 0 0,0 0 0,-1-1 0,1 1 0,-1 0 0,0-1 0,1 1 0,-1-1 0,0 1 0,-1-1 0,1 0 0,0 0 0,-1 0 0,-3 2 0,1-1 0,0 0 0,0 1 0,1 0 0,0-1 0,-8 9 0,12-11 0,-1 0 0,1-1 0,-1 1 0,1 0 0,-1 0 0,1 0 0,0-1 0,-1 1 0,1 0 0,0 0 0,0 0 0,-1 0 0,1 0 0,0 0 0,0-1 0,0 1 0,0 0 0,1 2 0,-1-2 0,1 0 0,-1 0 0,1 0 0,-1-1 0,1 1 0,0 0 0,0 0 0,-1 0 0,1-1 0,0 1 0,0 0 0,0-1 0,0 1 0,0 0 0,0-1 0,0 0 0,0 1 0,0-1 0,2 1 0,16 3 0,1 0 0,0-2 0,-1 0 0,1-1 0,0-1 0,26-3 0,7 0 0,75 2-1365,-100 1-5461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4:02.0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 2035 24575,'-1'-3'0,"1"1"0,-1-1 0,0 1 0,1-1 0,-1 1 0,0 0 0,-1-1 0,-2-3 0,-5-13 0,3-10 0,1 0 0,2-1 0,1 1 0,1-1 0,3-38 0,0 8 0,-2-258 0,1 309 0,-1-1 0,1 0 0,1 1 0,0-1 0,0 1 0,1-1 0,0 1 0,0 0 0,1 0 0,7-11 0,-6 9 0,0 0 0,0-1 0,-2 1 0,1-1 0,-1 0 0,2-21 0,-3-71 0,-1 13 0,2 70 0,9-37 0,-7 38 0,-1 0 0,2-22 0,-6 33 0,1 0 0,0 0 0,1 0 0,-1 0 0,2 0 0,-1 0 0,1 1 0,1-1 0,-1 1 0,2 0 0,-1 0 0,1 0 0,6-7 0,-3 3 0,1 0 0,12-24 0,-18 29 0,0 0 0,0 0 0,1 1 0,1-1 0,-1 1 0,1 0 0,0 0 0,0 0 0,1 1 0,-1 0 0,1 0 0,0 0 0,14-7 0,6-2 0,-1-1 0,0-1 0,24-21 0,35-22 0,-67 49 0,2 1 0,20-7 0,-18 8 0,26-14 0,-26 8 0,-1 0 0,24-21 0,-26 19 0,38-24 0,-48 35 0,0 1 0,1 0 0,-1 0 0,1 1 0,0 0 0,0 1 0,0 0 0,14-2 0,35 3 0,-38 1 0,33-5 0,-46 4 0,0 0 0,0-1 0,0 0 0,0-1 0,0 0 0,0 0 0,-1 0 0,8-5 0,7-8 0,-10 9 0,0-1 0,0 1 0,0 1 0,15-6 0,-2 2 0,134-46 0,-128 47 0,-9 2 0,0 1 0,0 1 0,1 1 0,24-2 0,306 5 0,-164 3 0,1239-2-1365,-1400 0-5461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4:02.8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24575,'8'0'0,"-1"0"0,0 1 0,0 0 0,0 0 0,1 0 0,-1 1 0,0 0 0,9 5 0,-6-2 0,0 1 0,0 1 0,0 0 0,11 10 0,-17-14 0,7 8 0,1-1 0,0-1 0,1 0 0,0-1 0,16 8 0,-6-6 0,0-2 0,26 7 0,-35-10 0,0 0 0,0 1 0,21 12 0,15 7 0,2 4 0,-43-23 0,1 0 0,0-1 0,0 0 0,0-1 0,13 4 0,-2-1 0,0 0 0,0 2 0,20 10 0,-27-13 0,0 0 0,1-2 0,0 0 0,28 4 0,-30-5 0,-8-2 0,-1 0 0,0 0 0,0 1 0,0-1 0,0 1 0,0 0 0,0 1 0,0-1 0,-1 1 0,1-1 0,-1 1 0,0 0 0,0 0 0,0 0 0,0 1 0,0-1 0,-1 1 0,1 0 0,-1-1 0,0 1 0,0 0 0,-1 0 0,3 8 0,1 8 0,0 0 0,-1 0 0,1 38 0,-2-30 0,-1-16 0,0 0 0,1 0 0,1 0 0,0-1 0,1 1 0,0-1 0,1 0 0,8 12 0,17 35 0,-27-46 0,0 1 0,0-1 0,-1 1 0,-1 0 0,0 0 0,0 14 0,-2 2 0,-4 47 0,3-68 0,1-1 0,-2 1 0,1-1 0,-1 0 0,0 0 0,-1 1 0,1-2 0,-1 1 0,-1 0 0,1 0 0,-1-1 0,-1 0 0,1 0 0,-1 0 0,0-1 0,0 1 0,-12 8 0,1-2 0,0 0 0,0-2 0,-2 0 0,1-1 0,-1 0 0,0-2 0,-1 0 0,0-1 0,0-1 0,-24 3 0,16-1-1365,6 0-5461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4:08.3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35 24575,'1'-1'0,"-1"-1"0,0 1 0,1 0 0,-1 0 0,0 0 0,1 0 0,-1 0 0,1 0 0,0 0 0,-1 1 0,1-1 0,0 0 0,0 0 0,-1 0 0,1 1 0,0-1 0,0 0 0,0 1 0,0-1 0,0 1 0,0-1 0,0 1 0,0-1 0,0 1 0,0 0 0,0-1 0,2 1 0,33-7 0,-32 7 0,45-4 0,-1 1 0,78 7 0,-121-3 0,0 0 0,0 0 0,0 1 0,0 0 0,-1-1 0,1 2 0,0-1 0,-1 0 0,1 1 0,-1 0 0,0 0 0,7 7 0,3 4 0,25 34 0,-7-10 0,-27-31 0,-1-1 0,0 0 0,0 1 0,0 0 0,-1 0 0,0 0 0,-1 0 0,1 1 0,-1-1 0,-1 1 0,1-1 0,0 13 0,0-6 0,-1-7 0,2 0 0,-1 1 0,1-2 0,0 1 0,0 0 0,1-1 0,0 1 0,0-1 0,10 11 0,-8-10 0,1 2 0,-2-1 0,1 1 0,6 14 0,-7-7 0,0 1 0,4 32 0,3 9 0,-7-34 0,-1-1 0,1 29 0,-1-11 0,-2-35 0,-1 0 0,1 0 0,0 0 0,0 0 0,1 0 0,0-1 0,0 0 0,6 10 0,-4-9 0,-1 1 0,1 1 0,-2-1 0,5 11 0,-4-2 0,0 0 0,-2 0 0,1 1 0,-1 19 0,-5 70 0,1-38 0,2-44 0,0-3 0,-1 0 0,-4 26 0,4-40 0,-1 0 0,1-1 0,-2 1 0,1 0 0,-1-1 0,0 1 0,0-1 0,-1 0 0,0 0 0,-7 9 0,6-10 0,0 1 0,-1-1 0,1 0 0,-1 0 0,0-1 0,-1 0 0,1 0 0,-1 0 0,1-1 0,-1 0 0,-8 2 0,1-1 0,0-1 0,1-1 0,-2-1 0,-27 0 0,24-1 0,6 0 0,-1 0 0,-20 3 0,29-2 0,0 0 0,0 0 0,0 0 0,0 0 0,0 1 0,0 0 0,0 0 0,0 0 0,1 0 0,-1 1 0,-4 4 0,7-6 0,0-1 0,1 0 0,-1 1 0,1-1 0,-1 1 0,1-1 0,-1 1 0,1-1 0,-1 1 0,1 0 0,0-1 0,-1 1 0,1-1 0,0 1 0,0 0 0,-1-1 0,1 1 0,0 0 0,0-1 0,0 1 0,0 0 0,0 0 0,0-1 0,0 1 0,0 0 0,0-1 0,0 2 0,1-1 0,-1-1 0,1 1 0,0 0 0,-1 0 0,1-1 0,0 1 0,0 0 0,0-1 0,0 1 0,-1-1 0,1 1 0,0-1 0,0 1 0,0-1 0,0 0 0,1 1 0,7 1 0,0-1 0,0 0 0,11 0 0,-18-1 0,18-1 0,0 0 0,-1-2 0,1 0 0,29-10 0,-8 3 0,7-3 0,-27 7 0,0 1 0,0 1 0,26-2 0,-23 4 0,47-12 0,-46 9 0,45-6 0,100 10 0,-163 2 0,-12-2 0,-45 0 0,-1 2 0,-86 13 0,99-6-682,-52 3-1,63-10-6143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4:12.3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69 582 24575,'-1'-7'0,"0"0"0,0 0 0,-1 1 0,1-1 0,-2 1 0,1-1 0,-1 1 0,0 0 0,0 0 0,-5-7 0,3 4 0,0 0 0,0 0 0,-5-17 0,5 5 0,1 1 0,1-1 0,0-32 0,5-67 0,1 39 0,-3 68 0,-1 4 0,1-1 0,1 1 0,0 0 0,0 0 0,5-18 0,-5 25 0,0-1 0,0 1 0,0-1 0,1 1 0,0-1 0,-1 1 0,1 0 0,0 0 0,0 0 0,0 0 0,0 0 0,1 0 0,-1 0 0,0 1 0,1-1 0,-1 1 0,1 0 0,0-1 0,-1 1 0,1 1 0,0-1 0,-1 0 0,6 0 0,23-3 0,0 2 0,1 2 0,48 4 0,2 0 0,-31-5 0,-28 0 0,1 0 0,-1 2 0,29 4 0,-46-4 0,-1 0 0,1 1 0,-1-1 0,1 1 0,-1 0 0,0 1 0,0-1 0,0 1 0,0 0 0,0 0 0,-1 0 0,1 1 0,-1 0 0,0 0 0,0 0 0,0 0 0,0 1 0,3 5 0,29 63 0,-17-34 0,-14-28-227,-1 0-1,0 0 1,-1 0-1,0 1 1,2 14-1,-2-1-6598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4:18.1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24575,'3'3'0,"0"1"0,-1-1 0,0 0 0,0 1 0,0 0 0,0-1 0,0 1 0,-1 0 0,1 0 0,-1 0 0,1 6 0,10 25 0,9-3 0,-16-26 0,-1 1 0,0-1 0,0 1 0,0 0 0,0 1 0,-1-1 0,-1 1 0,4 13 0,0 19 0,6 30 0,-6-44 0,3 49 0,-5-36 0,-3-32 0,1 0 0,0 0 0,1-1 0,-1 1 0,1-1 0,0 0 0,1 0 0,-1 0 0,1 0 0,1-1 0,8 10 0,-7-9 0,-1 0 0,0 0 0,-1 1 0,1-1 0,-1 1 0,-1 0 0,1 0 0,-1 1 0,4 11 0,-3 5 0,-1-8 0,0-1 0,10 29 0,-12-41 0,1 1 0,-1-1 0,1 0 0,0 1 0,0-1 0,0 0 0,0 0 0,1-1 0,-1 1 0,1 0 0,-1-1 0,1 0 0,0 1 0,0-1 0,0 0 0,0-1 0,7 4 0,5-1 0,-1-2 0,1 1 0,0-1 0,0-1 0,0-1 0,0 0 0,15-3 0,-10 2 0,1 0 0,32 4 0,-46-2 0,0 0 0,0 1 0,0-1 0,-1 2 0,1-1 0,0 1 0,-1 0 0,0 0 0,0 1 0,0 0 0,8 7 0,21 20 0,-17-14 0,23 18 0,-33-30 0,-1 1 0,0 0 0,0 0 0,-1 1 0,0 0 0,0 0 0,-1 0 0,0 1 0,0 0 0,-1 0 0,7 15 0,-7-9 0,0 1 0,0 0 0,-1 0 0,-1 1 0,-1-1 0,0 19 0,-1 6 0,-4 112 0,3-146 0,0 0 0,-1 0 0,0-1 0,0 1 0,-1-1 0,0 1 0,0-1 0,0 0 0,0 0 0,-1 0 0,0-1 0,0 1 0,0-1 0,0 0 0,-1 0 0,-6 4 0,-2 1 0,0 0 0,-1 0 0,-1-1 0,-27 10 0,19-12-92,0-1-1,0-1 0,0-1 1,-1-1-1,1-1 0,-39-3 1,38 1-625,-3 0-6109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4:18.9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1 100 24575,'0'-2'0,"1"1"0,-1-1 0,1 1 0,0-1 0,0 1 0,-1 0 0,1-1 0,0 1 0,0 0 0,0 0 0,1-1 0,-1 1 0,0 0 0,0 0 0,1 0 0,-1 1 0,2-2 0,26-15 0,-27 16 0,11-4 0,-1 0 0,2 1 0,-1 0 0,0 1 0,19-1 0,29-8 0,-34 5 0,1 2 0,-1 1 0,39-1 0,86 6 0,-56 1 0,634-2-1365,-703 0-5461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09:26.0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0 131 24575,'82'1'0,"91"-3"0,-81-13 0,-62 9 0,41-4 0,19 8 0,-59 2 0,-1-1 0,1-1 0,-1-1 0,1-2 0,43-12 0,113-33 0,-171 46 0,26-3 0,-1 2 0,1 3 0,82 4 0,-36 0 0,261-2 0,-316 2 0,-1 1 0,49 12 0,-37-7 0,17 6 0,-32-7 0,40 5 0,65 9 0,-77-11 0,101 23 0,-132-28 0,-1 1 0,0 2 0,0 0 0,-1 2 0,-1 0 0,1 2 0,39 27 0,-49-29 0,1-1 0,-1-1 0,2 0 0,-1-1 0,25 8 0,-27-9 0,1 0 0,-1 0 0,-1 1 0,1 1 0,-1 0 0,-1 1 0,14 12 0,-9-7 0,0-1 0,31 18 0,-10-11 0,1-2 0,47 16 0,-76-32 0,0 1 0,-1 0 0,0 0 0,1 1 0,-1 0 0,-1 1 0,1 0 0,-1 0 0,0 0 0,0 1 0,11 12 0,2 5 0,1-1 0,1-1 0,1-1 0,1-1 0,0-1 0,2-1 0,34 18 0,-17-10 0,-2 2 0,41 35 0,-22-21 0,-38-27 0,31 25 0,-31-21 0,1-1 0,35 19 0,-37-24 0,0 1 0,0 1 0,31 29 0,-21-15 0,45 32 0,-9-3 0,3 3 0,-34-29 0,-29-24 0,-1-1 0,1 0 0,0-1 0,0 1 0,15 7 0,-14-8 0,0 0 0,0 0 0,-1 0 0,1 1 0,5 7 0,-5-5 0,1-1 0,17 13 0,0-6 0,-16-9 0,-1 0 0,0 0 0,-1 0 0,1 1 0,-1 1 0,0 0 0,11 12 0,-14-14-273,-1 1 0,1-1 0,0-1 0,8 7 0,3 0-6553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09:27.3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203 0 24575,'12'0'0,"0"1"0,0 0 0,0 0 0,-1 1 0,1 0 0,13 6 0,-18-6 0,0 1 0,0 1 0,-1-1 0,1 1 0,-1 1 0,0-1 0,0 1 0,-1 0 0,0 0 0,0 1 0,5 6 0,8 8 0,1 0 0,34 28 0,-29-28 0,31 34 0,-51-48 0,0-1 0,0 1 0,0 0 0,-1 0 0,0 0 0,0 1 0,0-1 0,-1 1 0,2 9 0,-1 3 0,0 0 0,-1 20 0,0-9 0,-1-24 0,0 0 0,1 0 0,-1 0 0,1 0 0,1-1 0,-1 1 0,1-1 0,0 1 0,0-1 0,7 7 0,-6-6 0,-1-1 0,1 0 0,-1 1 0,0-1 0,0 1 0,-1 0 0,0 0 0,2 7 0,-4-12 0,0 1 0,0-1 0,0 0 0,0 1 0,0-1 0,0 0 0,-1 0 0,1 1 0,0-1 0,-1 0 0,1 0 0,-1 0 0,0 1 0,1-1 0,-1 0 0,0 0 0,0 0 0,1 0 0,-1 0 0,0 0 0,0-1 0,0 1 0,0 0 0,0 0 0,-1-1 0,1 1 0,0 0 0,0-1 0,0 1 0,0-1 0,-1 0 0,1 1 0,0-1 0,-1 0 0,-1 0 0,-7 2 0,0 0 0,0-1 0,-14-1 0,17 0 0,-224-4 0,210 2 0,-1 0 0,1-2 0,-29-7 0,2 0 0,40 9 10,1 0 0,-1-1 0,0 0 0,1 0-1,-1-1 1,1 0 0,-11-7 0,-1-4-308,-21-21 0,22 19-550,2 2-5978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09:28.7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2352 2 24575,'-81'-2'0,"-92"5"0,155-1 0,0 2 0,0 0 0,1 1 0,-32 14 0,-25 7 0,31-13 0,-44 21 0,-34 11 0,107-42 0,-1 2 0,1 0 0,-1 1 0,1 0 0,1 1 0,-17 11 0,-61 37 0,60-37 0,-44 31 0,-12 9 0,3-2 0,74-49 0,0-1 0,0 0 0,-1-1 0,-13 5 0,11-5 0,1 0 0,0 1 0,-12 8 0,-85 56 0,78-47 0,-4 3 0,-32 31 0,53-45 0,0 0 0,-22 13 0,25-19 0,1 1 0,0 0 0,0 0 0,1 1 0,0 0 0,0 1 0,-13 18 0,10-11 0,0-1 0,-2 0 0,0-1 0,0 0 0,-1-1 0,-1-1 0,-28 18 0,28-19 0,0 1 0,2 1 0,-23 23 0,-8 8 0,18-21 0,15-14 0,0 1 0,0 0 0,1 1 0,0 1 0,1 0 0,0 0 0,-10 19 0,1 8 0,8-16 0,-22 35 0,27-50 0,-1 0 0,0 0 0,-9 7 0,11-11 0,0 1 0,-1 0 0,2 0 0,-1 1 0,1 0 0,-1-1 0,2 2 0,-1-1 0,-3 8 0,-2 10 0,1 1 0,1 0 0,1 0 0,1 1 0,-2 33 0,4-29 0,-1 1 0,-2-1 0,-12 40 0,9-40 0,1 1 0,2 0 0,-3 33 0,8-1-1365,1-35-5461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09:29.7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24575,'0'447'0,"1"-437"0,0 0 0,0 0 0,1-1 0,0 1 0,0 0 0,1 0 0,1-1 0,-1 0 0,2 0 0,-1 0 0,1 0 0,12 15 0,5 12 0,-16-25 0,1 0 0,0 0 0,1-1 0,0 0 0,14 14 0,2-4 0,-5-4 0,25 27 0,-33-31 0,1 0 0,0-1 0,1 0 0,0-1 0,1-1 0,0 0 0,1-1 0,0 0 0,0-1 0,21 6 0,-27-9 0,0 0 0,-1 0 0,1 1 0,13 10 0,21 11 0,10 3 0,-37-19 0,1-1 0,20 8 0,-30-14 0,-1 1 0,1 0 0,-1-1 0,0 2 0,8 6 0,-8-7 0,-1 1 0,1-1 0,-1 0 0,1-1 0,1 1 0,11 4 0,-13-7 0,1 1 0,0-1 0,0 0 0,0 0 0,0-1 0,0 1 0,0-1 0,0-1 0,0 1 0,0-1 0,0 0 0,0 0 0,0-1 0,0 0 0,0 0 0,-1 0 0,1-1 0,8-5 0,-6 2 0,-1 1 0,-1-1 0,1 0 0,-1-1 0,0 1 0,-1-1 0,1-1 0,-1 1 0,-1-1 0,1 0 0,-1 0 0,3-11 0,13-50 0,-18 56 0,2-1 0,-1 1 0,2 0 0,-1 1 0,2-1 0,0 1 0,9-15 0,10-8 0,-2-2 0,22-45 0,-36 63 0,-1-2 0,0 1 0,-2-1 0,0 0 0,-2 0 0,3-28 0,-5 35 0,1 0 0,0 0 0,1 1 0,0-1 0,1 1 0,0 0 0,1 0 0,1 0 0,0 1 0,1 0 0,0 1 0,17-18 0,-22 25-151,2 0-1,-1 0 0,0 1 0,1 0 1,-1 0-1,1 0 0,0 1 1,5-3-1,13-2-6674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09:30.9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130 0 24575,'-1'3'0,"0"0"0,1 0 0,-1 0 0,0 0 0,-1 0 0,1 0 0,-1 0 0,-1 2 0,-5 10 0,-81 216 0,84-214 0,0 0 0,2 0 0,0 0 0,-1 29 0,5 73 0,0-54 0,0 30-1365,-1-68-5461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09:57.6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974 1 24575,'-318'0'0,"312"0"0,1 0 0,0 0 0,0 0 0,0 1 0,0 0 0,-1 0 0,1 0 0,0 0 0,0 1 0,1 0 0,-1 0 0,0 0 0,1 1 0,-1-1 0,1 1 0,0 0 0,0 1 0,0-1 0,0 1 0,0-1 0,1 1 0,0 0 0,0 1 0,0-1 0,0 0 0,-3 9 0,3-9 0,1 0 0,-1 0 0,1 0 0,-1 0 0,-1-1 0,1 1 0,0-1 0,-1 0 0,0 0 0,-5 4 0,-3 0 0,0-1 0,-16 6 0,21-9 0,0-1 0,1 1 0,-1 0 0,0 1 0,1-1 0,0 1 0,0 1 0,0-1 0,1 1 0,-1 0 0,1 0 0,-6 8 0,-3 11 0,10-15 0,-1 0 0,-13 16 0,-3 1 0,12-15 0,0-1 0,0 1 0,-19 15 0,22-22 0,1-1 0,0 2 0,1-1 0,-1 0 0,1 1 0,0 0 0,0 0 0,0 0 0,1 1 0,0-1 0,0 1 0,0 0 0,1 0 0,0 0 0,0 0 0,-2 9 0,0 0 0,-1 0 0,-1-1 0,-1 0 0,-14 24 0,13-25 0,1 0 0,0 0 0,1 1 0,0 0 0,-5 20 0,-3 27 0,7-36 0,1 1 0,-4 47 0,10 26 0,-1 23 0,0-117-2,0 1 0,-1-1 0,1 0 0,-1 0 0,0 1 0,-1-1 0,1 0 0,-1-1 0,0 1 0,-5 6 0,-6 10-1341,4-3-5483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09:58.9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24575,'2'0'0,"0"0"0,0 1 0,0-1 0,0 1 0,0 0 0,0 0 0,0-1 0,0 1 0,0 0 0,-1 1 0,1-1 0,0 0 0,-1 0 0,1 1 0,-1-1 0,1 1 0,-1-1 0,0 1 0,0 0 0,2 2 0,0 1 0,0 0 0,0 1 0,-1 0 0,1-1 0,1 10 0,-1-6 0,-1 0 0,1-1 0,0 1 0,1-1 0,0 1 0,0-1 0,1 0 0,10 13 0,-6-9 0,-1 0 0,0 0 0,0 1 0,-2 0 0,10 23 0,-12-27 0,0 1 0,1-1 0,0-1 0,1 1 0,0-1 0,0 0 0,1 0 0,10 9 0,-2-4 0,0-1 0,1 0 0,24 13 0,-31-19 0,0 1 0,0-1 0,9 11 0,-10-9 0,1-1 0,-1 0 0,14 8 0,-13-10 0,0-1 0,1 1 0,0-2 0,0 1 0,0-1 0,0-1 0,0 0 0,1 0 0,15 0 0,-22-2 0,0 0 0,0 0 0,0-1 0,-1 1 0,1-1 0,0 0 0,0 0 0,0 0 0,0 0 0,-1-1 0,1 0 0,-1 1 0,1-1 0,-1 0 0,0-1 0,1 1 0,-1-1 0,0 1 0,-1-1 0,1 0 0,0 0 0,-1 0 0,0-1 0,1 1 0,-1 0 0,-1-1 0,3-5 0,1-7 0,-1 1 0,-1-1 0,-1 0 0,1-21 0,3-24 0,2 6-455,-3 0 0,-2-59 0,-3 87-6371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10:04.0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1280 24575,'509'0'0,"-502"0"0,0 0 0,1-1 0,-1 0 0,0 0 0,8-2 0,-12 2 0,0 0 0,-1 0 0,1-1 0,-1 1 0,1-1 0,-1 1 0,1-1 0,-1 0 0,0 0 0,0 0 0,0 0 0,0 0 0,0 0 0,0-1 0,2-4 0,30-66 0,-22 46 0,26-44 0,-25 48 0,-2 0 0,-1 0 0,-1-1 0,0 0 0,8-45 0,-12 43 0,-4 20 0,0-1 0,0 1 0,1 0 0,-1 0 0,1 0 0,1 0 0,-1 0 0,1 0 0,0 1 0,0-1 0,1 1 0,0 0 0,5-6 0,-2 4 0,-2 2 0,1 0 0,-1-1 0,0 0 0,0 0 0,0 0 0,-1-1 0,0 1 0,5-12 0,9-33 0,-3-1 0,10-60 0,-19 68 0,-2 0 0,-1 0 0,-6-62 0,5-68 0,0 158 0,0-14 0,-2 29 0,0 0 0,0 0 0,-1 0 0,1 0 0,0 0 0,-1 0 0,1 0 0,-1 1 0,1-1 0,-1 0 0,0 0 0,1 0 0,-1 0 0,0 1 0,1-1 0,-1 0 0,0 1 0,0-1 0,0 1 0,0-1 0,0 1 0,0-1 0,0 1 0,1-1 0,-1 1 0,-2 0 0,-3-2 0,-1 0 0,0 1 0,1 0 0,-1 1 0,0 0 0,0 0 0,1 0 0,-1 1 0,-8 1 0,11-1 0,-1 0 0,1 1 0,0-1 0,0 1 0,0 0 0,0 0 0,1 0 0,-1 0 0,0 1 0,1 0 0,0-1 0,-1 1 0,1 0 0,0 1 0,-3 4 0,-6 9 0,-1-1 0,0 0 0,-1 0 0,-1-2 0,-22 18 0,26-22 0,0 0 0,0 0 0,1 1 0,0 1 0,1 0 0,0 0 0,1 1 0,1 0 0,-8 17 0,2-6 45,-30 42 0,11-20-1500,18-22-5371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10:04.6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24575,'7'0'0,"15"-1"0,0 2 0,-1 0 0,1 1 0,26 7 0,-10-1 0,-24-5 0,-1 0 0,0 0 0,13 6 0,-22-7 0,1 0 0,-1 0 0,0 1 0,0 0 0,0-1 0,0 1 0,-1 1 0,1-1 0,-1 0 0,0 1 0,0 0 0,4 6 0,-1 1 0,1-1 0,0 1 0,1-1 0,0-1 0,0 1 0,1-1 0,0-1 0,0 0 0,14 9 0,71 39 0,-89-53 0,0 1 0,0 0 0,0 0 0,0 0 0,-1 1 0,0-1 0,0 1 0,0 0 0,6 10 0,-6-8 0,0-1 0,0 0 0,1 0 0,0 0 0,0-1 0,1 0 0,5 5 0,35 20-1365,-27-16-5461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10:09.6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1 610 24575,'0'-4'0,"0"0"0,1 0 0,-1 0 0,1 0 0,0 0 0,1 0 0,-1 0 0,1 0 0,-1 1 0,1-1 0,0 0 0,1 1 0,-1 0 0,5-6 0,5-2 0,-1-1 0,21-13 0,-20 16 0,-1-1 0,15-14 0,-15 10 0,-2 0 0,15-25 0,9-15 0,-30 50 0,5-9 0,1 1 0,1 0 0,0 1 0,1 0 0,22-17 0,-28 24 0,0 0 0,0-1 0,0 1 0,-1-1 0,1 0 0,-1 0 0,0 0 0,0 0 0,-1-1 0,0 1 0,0-1 0,0 0 0,-1 0 0,3-7 0,-2 5 0,0 1 0,1 0 0,1 0 0,-1 0 0,1 0 0,0 1 0,1 0 0,10-10 0,13-15 0,-20 19 0,-5 6 0,0 0 0,1 1 0,-1-1 0,1 1 0,11-9 0,-15 14 0,0-1 0,0 0 0,0 1 0,0-1 0,1 1 0,-1-1 0,0 1 0,0 0 0,0 0 0,0-1 0,1 1 0,-1 0 0,0 0 0,0 0 0,0 0 0,1 0 0,0 1 0,0-1 0,-1 1 0,1 0 0,-1 0 0,1 0 0,-1 0 0,1 0 0,-1 0 0,0 0 0,0 0 0,1 0 0,-1 1 0,0-1 0,0 0 0,0 1 0,1 2 0,2 6 0,0 0 0,0 0 0,-1 1 0,0 0 0,-1-1 0,0 1 0,0 17 0,7 32 0,7 12 0,-11-43 0,2 1 0,1-1 0,17 42 0,-15-48 0,-2 0 0,0 1 0,-1 0 0,5 41 0,-7-21 0,-2 79 0,-3-115 0,-2 24 0,2-1 0,1 1 0,10 54 0,-1-38-21,-6-22-651,15 45 0,-11-50-6154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8:44.9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416 2172 24575,'-59'1'0,"-69"-3"0,125 2 0,0 0 0,0 0 0,0-1 0,0 0 0,0 1 0,0-1 0,1 0 0,-1-1 0,0 1 0,1 0 0,-1-1 0,0 1 0,1-1 0,0 0 0,-1 0 0,1 0 0,-3-4 0,0-1 0,1 1 0,1-1 0,0 0 0,0 0 0,-3-10 0,-10-22 0,-2 4 0,2 0 0,2-1 0,1 0 0,2-2 0,1 1 0,2-1 0,2 0 0,-3-62 0,8 78 0,-2 0 0,-8-35 0,5 32 0,-3-40 0,6-276 0,5 175 0,-2-120 0,1 273 0,-1 1 0,2 0 0,-1-1 0,2 1 0,0 0 0,4-13 0,-4 18 0,0 0 0,0 1 0,0 0 0,0 0 0,1 0 0,0 0 0,1 1 0,-1-1 0,1 1 0,0 0 0,0 0 0,8-4 0,-3 1 0,-1 3 0,-1 0 0,0-1 0,0-1 0,0 1 0,11-14 0,-13 12 0,1 1 0,0 0 0,0 0 0,1 1 0,-1 0 0,1 0 0,1 1 0,-1 0 0,1 1 0,0 0 0,0 0 0,0 0 0,0 1 0,20-3 0,-20 5 0,1-1 0,0-1 0,-1 1 0,1-2 0,-1 1 0,0-1 0,0-1 0,-1 1 0,1-1 0,10-9 0,-10 5 0,-1 1 0,1 0 0,1 1 0,-1 0 0,1 1 0,1 0 0,-1 0 0,1 1 0,0 0 0,0 1 0,23-5 0,95-21 0,-117 27 0,-1 0 0,1-2 0,-1 1 0,18-11 0,-19 10 0,0 0 0,0 0 0,0 1 0,1 0 0,-1 1 0,14-2 0,29 0 0,-33 4 0,0-1 0,29-7 0,-29 5 0,-14 3 0,0-1 0,1 1 0,-1-1 0,0 0 0,0-1 0,0 1 0,0-1 0,-1 0 0,1-1 0,6-4 0,-2 0 11,1 1 0,0 0 0,1 0 1,0 1-1,0 1 0,0 0 0,0 1 0,24-5 0,-14 3-744,31-13 1,-35 10-6094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8:45.8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 24575,'92'-1'0,"103"3"0,-184 0 0,-1 0 0,0 1 0,1 0 0,-1 0 0,0 1 0,15 9 0,-14-7 0,1-1 0,-1 0 0,1-1 0,18 4 0,-15-4 0,1 0 0,-1 0 0,0 1 0,0 1 0,26 14 0,-23-10 0,0 1 0,-1 0 0,-1 1 0,21 20 0,7 1 0,1 1 0,-42-31 0,0 0 0,0 0 0,-1 1 0,1-1 0,-1 1 0,1 0 0,-1 0 0,0 0 0,-1 0 0,3 7 0,0 10 0,-1 1 0,-1-1 0,-1 0 0,-3 40 0,0-23 0,2-30 0,0 0 0,-1 0 0,0 0 0,-1 0 0,0 0 0,0-1 0,0 1 0,-7 12 0,6-15 0,0 0 0,-1 0 0,1 0 0,-1 0 0,0-1 0,0 0 0,-1 1 0,1-2 0,-1 1 0,0 0 0,0-1 0,-8 4 0,-4 1 0,0 0 0,-1 1 0,2 1 0,-1 1 0,-19 16 0,8-1 0,21-17 0,-1-1 0,0-1 0,-1 0 0,0 0 0,0 0 0,0-1 0,-1-1 0,-17 8 0,-23 3-1365,30-8-5461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8:47.4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1 463 24575,'5'-1'0,"1"0"0,0 0 0,-1-1 0,1 1 0,-1-1 0,6-3 0,8-2 0,10-4 0,1-2 0,-2-1 0,0-1 0,28-21 0,-49 31 0,0 0 0,-1-1 0,0 0 0,0-1 0,9-12 0,-10 13 0,-1 0 0,1 0 0,0 1 0,0 0 0,1 0 0,-1 0 0,1 0 0,7-3 0,-3 2 0,-5 4 0,0 0 0,0 0 0,0-1 0,0 0 0,-1 0 0,0 0 0,1-1 0,-1 0 0,0 1 0,-1-1 0,1 0 0,4-8 0,0-1 0,-4 5 0,1 0 0,0 1 0,0 0 0,0 0 0,1 0 0,10-9 0,-7 9 0,8-8 0,1 1 0,22-12 0,-6 2 0,7-5 0,-38 27 0,1 1 0,-1-1 0,0 1 0,0 0 0,1 0 0,-1 0 0,0 0 0,1 1 0,-1-1 0,1 1 0,3 0 0,-5 0 0,0 0 0,-1 1 0,1-1 0,0 1 0,0 0 0,-1 0 0,1-1 0,-1 1 0,1 0 0,-1 0 0,1 1 0,-1-1 0,1 0 0,-1 0 0,0 1 0,0-1 0,0 1 0,0-1 0,0 1 0,0-1 0,0 1 0,0 0 0,0-1 0,-1 1 0,1 0 0,-1 0 0,1-1 0,-1 4 0,2 7 0,0-1 0,-1 1 0,-1 14 0,0-19 0,-5 573 0,5-358-1365,0-195-5461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9:35.5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1117 1950 24575,'0'-572'0,"1"566"0,-1 1 0,-1-1 0,1 1 0,-1-1 0,0 1 0,0-1 0,-1 1 0,1 0 0,-1-1 0,0 1 0,-1 0 0,1 0 0,-1 1 0,0-1 0,0 0 0,-1 1 0,1 0 0,-1 0 0,0 0 0,-7-6 0,5 5 0,1-1 0,0 0 0,0 0 0,1 0 0,-8-13 0,9 14 0,0-1 0,0 1 0,-1 0 0,1 0 0,-1 0 0,0 1 0,-1-1 0,1 1 0,-1 0 0,-6-4 0,-6-4 0,0-1 0,2-1 0,-1 0 0,2-1 0,-21-26 0,-21-22 0,50 57 0,2 0 0,-1 0 0,1-1 0,0 1 0,0-1 0,0-1 0,1 1 0,1 0 0,-4-10 0,5 10 0,-1 1 0,0 0 0,0 0 0,-1 0 0,1 0 0,-2 0 0,1 1 0,0-1 0,-1 1 0,0 0 0,0 0 0,-1 0 0,1 1 0,-8-6 0,1 3 0,6 4 0,-1-1 0,1 1 0,0-1 0,0 0 0,0 0 0,1 0 0,0-1 0,-1 0 0,1 0 0,-4-7 0,-9-15 0,-2 0 0,-1 0 0,-34-34 0,22 35 0,28 23 0,0 1 0,0-1 0,0 0 0,0 0 0,1 0 0,-1 0 0,1-1 0,0 0 0,0 1 0,1-1 0,-1 0 0,1-1 0,-4-5 0,-6-24 0,-2 1 0,-1 1 0,-26-41 0,26 46 0,-15-37 0,20 40 0,-2 0 0,-22-35 0,12 24 0,19 27 0,-1 1 0,0 0 0,-1 0 0,0 0 0,0 1 0,0-1 0,-1 1 0,0 0 0,0 1 0,0-1 0,-9-4 0,-118-45 0,132 54 0,-1 1 0,1 0 0,0-1 0,0 1 0,-1 0 0,1 0 0,0 0 0,-1 0 0,1 0 0,0 0 0,-1 0 0,1 0 0,0 0 0,-1 1 0,1-1 0,0 0 0,0 1 0,-1-1 0,1 1 0,0 0 0,0-1 0,0 1 0,0 0 0,0 0 0,0 0 0,0-1 0,0 1 0,0 0 0,0 0 0,0 1 0,0-1 0,1 0 0,-1 0 0,1 0 0,-1 0 0,1 1 0,-1-1 0,1 0 0,-1 0 0,1 1 0,0 1 0,-2 8 0,0-1 0,1 1 0,0 0 0,2 12 0,-1-15 0,0 27 0,5 129 0,-3-153 0,0-1 0,1 1 0,0-1 0,1 0 0,0 0 0,7 13 0,-5-12 0,0 1 0,-2-1 0,1 1 0,3 19 0,-2 28-1365,-5-33-5461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9:40.0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35 24575,'19'-1'0,"0"-1"0,0-1 0,26-7 0,-23 5 0,44-6 0,256 9 0,-165 4 0,-148-2 0,0-1 0,0 1 0,0 0 0,-1 0 0,1 1 0,0 1 0,0-1 0,-1 1 0,1 1 0,-1 0 0,10 4 0,33 19-1365,-28-15-5461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9:43.8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0 299 24575,'12'0'0,"-1"-1"0,0 0 0,0 0 0,0-1 0,0-1 0,-1 0 0,1 0 0,10-6 0,-14 6 0,0-1 0,0 0 0,0 0 0,-1-1 0,0 0 0,0 0 0,0 0 0,-1-1 0,0 0 0,0 0 0,0 0 0,4-9 0,-3 4 0,1 0 0,0 0 0,0 0 0,1 1 0,0 0 0,1 1 0,12-11 0,29-27 0,-34 31 0,30-23 0,-46 38 0,1 1 0,0-1 0,0 0 0,0 1 0,-1-1 0,1 1 0,0-1 0,0 1 0,0 0 0,0-1 0,0 1 0,0 0 0,0 0 0,0-1 0,0 1 0,0 0 0,0 0 0,0 0 0,0 0 0,0 0 0,0 0 0,0 1 0,0-1 0,-1 0 0,1 0 0,2 1 0,-2 0 0,0 1 0,0-1 0,0 0 0,0 0 0,0 1 0,0-1 0,0 0 0,0 1 0,0-1 0,-1 1 0,1-1 0,-1 1 0,1 0 0,0 2 0,1 8 0,-1 1 0,0-1 0,-1 18 0,0-24 0,-4 1273-1365,4-1251-5461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9:56.7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509 2162 24575,'0'-8'0,"-1"1"0,0 0 0,0 0 0,-1 0 0,1 0 0,-2 0 0,1 0 0,-1 1 0,0-1 0,0 1 0,-1-1 0,0 1 0,0 0 0,0 1 0,-1-1 0,0 1 0,0 0 0,-9-7 0,-7-4 0,-1 1 0,0 1 0,-40-18 0,53 27 0,-1-1 0,2 0 0,-1 0 0,1-1 0,0 0 0,0 0 0,0-1 0,1 0 0,1 0 0,-1 0 0,-9-18 0,6 4 0,0 1 0,1-1 0,1-1 0,-6-26 0,12 38 0,0 1 0,-1 0 0,0 0 0,-1 0 0,0 0 0,0 0 0,-1 1 0,-1 0 0,-12-17 0,13 20 0,0 0 0,0 0 0,0-1 0,1 0 0,0 0 0,0 0 0,1 0 0,0 0 0,-3-11 0,-1-10 0,-5-37 0,6 33 0,-17-129 0,14 105 0,3 1 0,3-2 0,3-60 0,0 84 0,0 19 0,1 0 0,1 0 0,0 0 0,1 0 0,0 0 0,1 0 0,0 1 0,1 0 0,1 0 0,0 0 0,15-22 0,-17 31 0,1 0 0,-1-1 0,1 1 0,0 1 0,0-1 0,9-4 0,-10 6 0,1 0 0,-1 0 0,-1 0 0,1-1 0,0 0 0,-1 0 0,1 0 0,-1 0 0,0 0 0,0-1 0,0 0 0,-1 1 0,4-7 0,-1-1 0,-1 0 0,2 0 0,-1 0 0,1 1 0,1 0 0,0 0 0,1 1 0,14-15 0,36-20 0,-45 35 0,-1 1 0,1-2 0,-2 0 0,0 0 0,13-15 0,-17 17 0,8-12 0,19-20 0,-28 34 0,1 0 0,-1 1 0,1 0 0,0 0 0,0 1 0,1-1 0,8-2 0,-8 3 0,-1 0 0,1-1 0,-1 1 0,7-7 0,-8 6 0,0 1 0,0-1 0,0 2 0,0-1 0,0 1 0,13-5 0,98-15 0,-85 17 0,-2 2 0,-15 2 0,0 0 0,21-7 0,-31 8 0,-1-1 0,0 0 0,1 0 0,-1 0 0,0 0 0,0-1 0,0 0 0,0 0 0,0 0 0,-1 0 0,6-7 0,-3 3 0,0 2 0,1-1 0,-1 1 0,1 0 0,0 0 0,0 1 0,0 0 0,1 0 0,0 0 0,-1 1 0,1 1 0,13-4 0,34-14 0,-15 2-151,1 1-1,0 2 0,1 2 0,0 2 1,1 2-1,0 2 0,0 1 1,75 1-1,-90 5-6674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9:57.7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 24575,'34'0'0,"-12"-1"0,1 1 0,23 4 0,-39-3 0,1 1 0,0 0 0,0 0 0,-1 1 0,1 0 0,-1 0 0,0 1 0,0 0 0,10 7 0,3 3 0,35 17 0,-37-22 0,-1 1 0,-1 0 0,26 21 0,-28-20 0,2 0 0,20 12 0,-19-13 0,30 24 0,-22-12 0,-10-8 0,0-1 0,34 22 0,-30-24 0,-9-6 0,1 1 0,-1 0 0,-1 0 0,1 1 0,-1 1 0,0 0 0,13 15 0,-11-10 0,1 0 0,16 14 0,-16-16 0,-1 0 0,0 1 0,11 15 0,-18-19 0,1-1 0,-1 1 0,-1 0 0,0 1 0,0-1 0,0 0 0,-1 1 0,0 0 0,0 9 0,0 13 0,-2 39 0,-1-42 0,1-21 0,0 0 0,0-1 0,-1 1 0,0 0 0,0 0 0,-1 0 0,1-1 0,-1 1 0,-1-1 0,0 1 0,0-1 0,0 0 0,0 0 0,-1 0 0,0-1 0,0 1 0,-1-1 0,1 0 0,-1 0 0,-10 7 0,7-5 0,-1-1 0,0 0 0,0 0 0,-1-1 0,1 0 0,-1-1 0,0 0 0,-1 0 0,1-1 0,-1-1 0,1 0 0,-1 0 0,0-1 0,-12 0 0,1 0-455,-1 2 0,-26 5 0,22-2-6371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0:04.0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0 291 24575,'0'-15'0,"1"0"0,0-1 0,1 1 0,6-26 0,-7 36 0,1 0 0,0 1 0,0-1 0,0 0 0,0 1 0,1-1 0,0 1 0,0 0 0,0 0 0,0 0 0,1 0 0,-1 1 0,1-1 0,0 1 0,0 0 0,0 0 0,1 0 0,4-2 0,47-17 0,-41 18 0,-1-2 0,1 0 0,-1-1 0,27-17 0,-33 19 0,1 0 0,0 0 0,0 0 0,0 1 0,1 0 0,0 1 0,-1 0 0,1 1 0,0 0 0,15-1 0,13 1 0,57 4 0,-35 1 0,-53-4 0,-1 1 0,1 1 0,0-1 0,0 1 0,-1 1 0,1-1 0,0 1 0,-1 0 0,0 0 0,1 1 0,-1 0 0,0 0 0,0 0 0,-1 1 0,1 0 0,-1 0 0,0 1 0,0-1 0,0 1 0,8 10 0,-7-7 0,0 0 0,0 0 0,0 1 0,-1 0 0,0 0 0,-1 0 0,0 1 0,-1-1 0,0 1 0,0 0 0,-1 0 0,2 12 0,9 79 0,-5-51 0,0 52 0,-8 311 0,-1-395 0,0 0 0,-1 0 0,-1 0 0,-1 0 0,-1-1 0,0 1 0,-9 18 0,9-25 0,-1-1 0,0 0 0,-1-1 0,0 1 0,-1-1 0,1-1 0,-2 1 0,1-1 0,-1-1 0,-1 0 0,-12 8 0,19-13 0,-1 0 0,1 0 0,0 0 0,0 1 0,0-1 0,-2 4 0,5-6 0,-1 1 0,1-1 0,0 1 0,-1-1 0,1 0 0,0 1 0,0-1 0,0 1 0,-1-1 0,1 0 0,0 1 0,0-1 0,0 1 0,0-1 0,0 1 0,0-1 0,0 1 0,0-1 0,0 1 0,0-1 0,0 1 0,0 0 0,1-1 0,-1 1 0,1 0 0,0-1 0,-1 1 0,1 0 0,-1-1 0,1 1 0,0-1 0,0 0 0,-1 1 0,1-1 0,0 1 0,0-1 0,-1 0 0,1 0 0,0 1 0,1-1 0,15 3 0,-1 0 0,1-1 0,-1-1 0,18-1 0,-16-1 0,-1 2 0,1 0 0,31 6 0,-7 1-260,1-2-1,0-1 1,86-4-1,-118-1-62,16 0-6503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1:05.9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705 1603 24575,'58'1'0,"70"-3"0,-116-1 0,0 1 0,0-2 0,-1 1 0,1-2 0,-1 1 0,14-9 0,15-6 0,-32 15 0,1-1 0,-1 0 0,0 0 0,-1-1 0,9-7 0,6-6 0,-17 15 0,0-1 0,0 0 0,-1 0 0,0 0 0,0-1 0,-1 1 0,0-1 0,0 0 0,0 0 0,0 0 0,-1-1 0,0 1 0,2-10 0,-2 5 0,2 1 0,0-1 0,9-18 0,-7 18 0,0-1 0,-1-1 0,-1 1 0,0 0 0,-1-1 0,0 0 0,-1 0 0,1-22 0,-1 17 0,0 12 0,-1-1 0,1 1 0,0 0 0,0 0 0,1 0 0,0 1 0,0-1 0,6-8 0,-4 7 0,-1 0 0,0-1 0,0 0 0,3-8 0,4-21 0,-1-1 0,-2 0 0,-2 0 0,-2-1 0,1-47 0,-5 73 0,0-11 0,-5-44 0,3 60 0,0 0 0,0 0 0,0 1 0,-1-1 0,0 1 0,0-1 0,-1 1 0,0 0 0,-7-9 0,-28-31 0,28 36 0,1 0 0,0-1 0,1-1 0,0 1 0,1-2 0,1 1 0,-8-20 0,13 30 0,1-1 0,-1 1 0,0-1 0,1 1 0,-2 0 0,1 0 0,0 0 0,-1 0 0,1 0 0,-1 0 0,0 1 0,-4-4 0,-3 0 0,0 0 0,-18-8 0,19 11 0,0-1 0,0-1 0,1 1 0,0-1 0,-9-8 0,-3-3 0,0 0 0,-1 2 0,-1 0 0,-44-19 0,58 28 0,1 1 0,0-1 0,0 0 0,-11-11 0,13 11 0,0 0 0,-1 0 0,0 1 0,1 0 0,-2 0 0,1 0 0,-11-4 0,-1 3 0,0 2 0,0 0 0,0 1 0,0 0 0,-1 2 0,-28 2 0,27 0 0,-1-2 0,0 0 0,1-1 0,-39-8 0,32 3 0,-44-3 0,32 4 0,32 4 0,0-1 0,0-1 0,0 1 0,0-1 0,0-1 0,1 1 0,0-1 0,0 0 0,0 0 0,-9-9 0,7 6 0,0 1 0,0 0 0,0 1 0,-1 0 0,-10-5 0,-144-47 0,163 57 0,-1 0 0,1 0 0,-1-1 0,1 1 0,-1 0 0,1 0 0,-1 0 0,0 0 0,1 0 0,-1-1 0,1 1 0,-1 0 0,1 0 0,-1 1 0,1-1 0,-1 0 0,0 0 0,1 0 0,-1 0 0,1 0 0,-1 1 0,1-1 0,-1 0 0,1 0 0,-1 1 0,1-1 0,-1 0 0,1 1 0,-1 0 0,0 0 0,1 0 0,0 0 0,-1 0 0,1 0 0,0 1 0,0-1 0,0 0 0,0 0 0,0 0 0,0 0 0,0 0 0,0 1 0,1 1 0,14 41 0,-13-38 0,7 14 0,2-1 0,0 0 0,20 26 0,11 18 0,-4-7 0,-29-44 0,0 0 0,-1 0 0,0 1 0,-1 0 0,0 1 0,5 16 0,1 23 0,-10-35 0,2 0 0,-1 0 0,2-1 0,1 1 0,11 21 0,72 115-1365,-80-137-5461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1:06.8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1 191 24575,'11'-1'0,"1"0"0,-1-2 0,0 1 0,0-1 0,0 0 0,-1-1 0,19-10 0,-16 8 0,0 1 0,0 0 0,0 0 0,23-3 0,-2 3 0,-11 3 0,-1-1 0,1-2 0,32-10 0,6-4 0,101-20 0,-130 33 0,50-12 0,-62 13-341,1 1 0,-1 0-1,27 0 1,-21 3-6485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1:08.0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0 177 24575,'3'0'0,"0"1"0,0-1 0,0 1 0,0-1 0,1 0 0,-1 0 0,5-2 0,0 2 0,-3 0 0,0 0 0,0 0 0,0-1 0,0 0 0,0 0 0,0 0 0,-1 0 0,1-1 0,0 0 0,-1 0 0,1 0 0,-1 0 0,0-1 0,0 1 0,0-1 0,0 0 0,0-1 0,-1 1 0,1-1 0,-1 1 0,0-1 0,0 0 0,0 0 0,3-8 0,-1 2 0,1 0 0,0 0 0,1 1 0,0 0 0,0 0 0,1 0 0,0 1 0,0 0 0,1 1 0,16-11 0,-24 17 0,1 0 0,-1 1 0,0-1 0,1 0 0,-1 1 0,1-1 0,-1 1 0,1 0 0,-1-1 0,1 1 0,0 0 0,-1 0 0,1 0 0,-1 0 0,1 0 0,-1 1 0,1-1 0,0 0 0,-1 1 0,3 0 0,-2 0 0,0 1 0,0-1 0,0 1 0,0-1 0,-1 1 0,1 0 0,0-1 0,-1 1 0,0 0 0,1 0 0,-1 0 0,2 3 0,1 6 0,0 1 0,0-1 0,-1 1 0,2 15 0,-4-23 0,6 31 0,2 14 0,-2 0 0,2 50 0,-10-40 0,2 38 0,0-86 0,0 0 0,1 0 0,0 0 0,1 0 0,1 0 0,6 15 0,-2-7 0,-1 0 0,0 0 0,-2 1 0,0 0 0,-1 0 0,-1 1 0,-1-1 0,-1 0 0,-2 29 0,0-18-1365,1-4-5461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1:26.1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544 2447 24575,'-5'0'0,"0"-1"0,0 0 0,0-1 0,0 1 0,0-1 0,1 0 0,-1 0 0,1-1 0,-1 0 0,1 1 0,0-1 0,-6-5 0,-25-15 0,27 18 0,-1 0 0,1-1 0,1 0 0,-11-9 0,-7-6 0,13 10 0,0 0 0,1-1 0,0 0 0,-14-23 0,8 13 0,5 4 0,1 0 0,0 0 0,1-1 0,1 0 0,1-1 0,1 0 0,1 0 0,-6-30 0,2 8 0,-15-41 0,2 13 0,19 58 0,-2 0 0,1 0 0,-2 0 0,0 1 0,0 0 0,-12-14 0,6 9 0,-15-28 0,21 30 0,1 0 0,0-1 0,1 0 0,1 0 0,0-1 0,1 1 0,-1-25 0,4-115 0,3 76 0,-3-366 0,0 436 0,1 1 0,-1-1 0,2 0 0,-1 1 0,1-1 0,1 1 0,-1 0 0,2-1 0,-1 1 0,1 1 0,0-1 0,0 0 0,1 1 0,0 0 0,1 0 0,-1 1 0,1-1 0,1 1 0,-1 0 0,1 1 0,0 0 0,0 0 0,9-5 0,-11 7 0,0-1 0,0 1 0,-1-1 0,1 0 0,-1-1 0,0 1 0,0-1 0,-1 0 0,1 0 0,-1 0 0,5-10 0,0-4 0,11-40 0,-19 58 0,1-2 0,0 0 0,0 0 0,1-1 0,-1 1 0,1 1 0,0-1 0,0 0 0,0 0 0,0 1 0,0-1 0,0 1 0,1-1 0,3-2 0,1 0 0,1 1 0,0-1 0,13-4 0,-14 7 0,0-1 0,-1-1 0,1 1 0,-1-1 0,1 0 0,-1 0 0,9-9 0,7-12 0,-13 15 0,-1 0 0,2 0 0,-1 1 0,1 0 0,1 1 0,0 0 0,0 0 0,16-7 0,-26 14 0,7-1 0,-1-1 0,0-1 0,0 1 0,0-1 0,-1 0 0,1 0 0,-1-1 0,0 0 0,10-11 0,-11 12 0,-1-1 0,1 1 0,0 0 0,0 0 0,1 0 0,-1 1 0,1-1 0,0 1 0,0 1 0,0-1 0,0 1 0,0 0 0,1 1 0,-1-1 0,8 0 0,0 0 0,-1-2 0,18-6 0,-24 7 0,-1-1 0,1-1 0,-1 1 0,0-1 0,0 0 0,-1 0 0,10-12 0,-10 12 0,0-1 0,0 0 0,1 1 0,0 0 0,0 0 0,0 1 0,0 0 0,14-7 0,80-15 0,29-5 0,-103 25 0,0 1 0,1 1 0,-1 1 0,52 1 0,-45 2 0,1-1 0,47-9 0,-32 2 0,94-4 0,52 12 0,-74 2 0,-27-2-1365,-66 0-5461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1:29.6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24575,'0'9'0,"1"1"0,0-1 0,1 0 0,0 1 0,0-1 0,1 0 0,0 0 0,1 0 0,0-1 0,0 1 0,1-1 0,0 0 0,1 0 0,-1-1 0,1 1 0,13 11 0,61 75 0,4 4 0,-65-77 0,21 31 0,-30-37 0,1 0 0,1-1 0,0 0 0,1-1 0,17 14 0,-13-13 0,-1 0 0,16 18 0,-17-16 0,1-1 0,17 14 0,-19-19 0,-1 0 0,-1 1 0,0 1 0,21 24 0,-28-28 0,0-1 0,0 1 0,-1 0 0,0 0 0,-1 0 0,0 0 0,0 1 0,-1 0 0,0-1 0,2 18 0,-1 19 0,-2 0 0,-6 54 0,5-95 0,-1 1 0,0-1 0,0 0 0,0 0 0,-1 0 0,0 0 0,1 0 0,-1 0 0,0-1 0,-1 1 0,-4 5 0,-2 1 0,0-2 0,-16 14 0,-10 8 0,5-2 0,-2-1 0,-1-2 0,-54 33 0,41-27 0,37-24 0,0 0 0,0-1 0,0 0 0,-1 0 0,0-1 0,0 0 0,-1-1 0,1 0 0,-21 4 0,24-8 0,0 1 0,0 0 0,0 0 0,0 1 0,0 0 0,0 0 0,1 1 0,-1 0 0,1 0 0,-1 1 0,1-1 0,0 1 0,-7 7 0,7-5-195,-1 0 0,0 0 0,0-1 0,-1 0 0,1 0 0,-15 6 0,0-4-6631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1:31.3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1 132 24575,'9'-1'0,"1"-1"0,-1 0 0,1 0 0,-1-1 0,0 0 0,0 0 0,0-1 0,10-6 0,-7 4 0,0 1 0,1 0 0,21-6 0,13 6 0,-40 5 0,1 0 0,-1-1 0,0 0 0,0 0 0,0 0 0,1-1 0,-1 0 0,-1 0 0,1-1 0,11-6 0,-8 3 0,1-1 0,0 2 0,0 0 0,0 0 0,0 1 0,1 0 0,0 1 0,0 0 0,0 1 0,0 0 0,0 1 0,0 1 0,14 0 0,-7 0 0,-1 1 0,0 0 0,0 2 0,0 0 0,22 6 0,-35-7 0,0-1 0,0 1 0,0 0 0,0 1 0,0-1 0,0 1 0,-1 0 0,1 0 0,-1 0 0,0 0 0,0 1 0,0 0 0,-1 0 0,1 0 0,-1 0 0,0 1 0,0-1 0,0 1 0,-1-1 0,1 1 0,-1 0 0,2 7 0,30 173 0,-31-173 0,0 1 0,1-1 0,0 0 0,12 21 0,-10-21 0,0 0 0,-1 0 0,-1 0 0,5 22 0,-4 13 0,-2 1 0,-5 78 0,-1-33 0,4-67 0,-1-10 0,0-1 0,-4 29 0,3-39 0,0 0 0,-1 0 0,1 0 0,-1 0 0,0-1 0,-1 1 0,1 0 0,-1-1 0,0 1 0,0-1 0,0 0 0,-5 5 0,-6 5 0,0 0 0,-1 0 0,0-2 0,-1 1 0,-1-2 0,0 0 0,-33 15 0,14-14 0,-40 10 0,152-20 0,-67-2 0,1-1 0,0 1 0,0 0 0,1 0 0,-1 1 0,0 1 0,0 0 0,0 0 0,0 1 0,13 5 0,-2 2 0,0-1 0,1-1 0,1-2 0,31 7 0,-41-11 0,0 2 0,0-1 0,0 1 0,-1 1 0,0 1 0,1-1 0,-2 2 0,1 0 0,11 9 0,-19-13 0,-1 0 0,1 0 0,-1 1 0,1-1 0,-1 1 0,0 0 0,-1 0 0,1 0 0,-1 0 0,1 1 0,-1-1 0,0 1 0,-1-1 0,1 1 0,-1 0 0,0 0 0,0-1 0,-1 1 0,1 0 0,-1 0 0,0 0 0,0 0 0,-1 0 0,0 0 0,1-1 0,-2 1 0,-1 6 0,-12 28 0,-35 65 0,47-99 0,0 0 0,-1-1 0,0 1 0,0-1 0,0 0 0,0 0 0,0 0 0,-1-1 0,0 1 0,-6 2 0,5-2 0,1-1 0,0 1 0,0-1 0,0 1 0,0 1 0,1-1 0,0 1 0,-7 8 0,6-3 0,-1-1 0,-1 0 0,0 0 0,0 0 0,-1-1 0,0 0 0,0-1 0,-1 1 0,0-1 0,0-1 0,-1 0 0,-10 5 0,10-5 0,1 0 0,-1 1 0,1 0 0,-9 10 0,8-8 0,0-1 0,0 0 0,-12 7 0,17-12-73,-9 6-142,0-2 0,-1 1-1,0-2 1,0 0-1,-16 4 1,7-6-6611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2:13.2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67 0 24575,'-2'1'0,"1"-1"0,-1 1 0,1 0 0,-1-1 0,1 1 0,0 0 0,-1 0 0,1 0 0,0 0 0,-1 0 0,1 0 0,0 0 0,0 1 0,0-1 0,0 0 0,0 0 0,-1 3 0,-15 26 0,17-28 0,-5 9 0,0 0 0,2 0 0,-1 1 0,2-1 0,-1 1 0,-1 24 0,5 76 0,1-60 0,-1 488 0,-1-524 0,1 0 0,1 0 0,0-1 0,1 1 0,0-1 0,2 0 0,0 0 0,8 18 0,-3-17 0,1-1 0,0-1 0,17 18 0,-13-15 0,20 28 0,67 97 0,-84-117 0,35 34 0,-31-36 0,25 34 0,-35-42 0,1 0 0,1-1 0,0-1 0,23 17 0,19 18 0,-28-21 0,-7-6 0,0-1 0,44 32 0,-44-38 0,-10-6 0,0-1 0,1 0 0,0 0 0,22 8 0,-20-10 0,-1 2 0,0-1 0,-1 2 0,0 0 0,23 18 0,-24-16 0,1-1 0,0 0 0,1-1 0,-1-1 0,26 11 0,-12-8 0,-1 2 0,27 15 0,-30-14 0,0-1 0,47 16 0,-63-26 0,4 0 0,-1 1 0,0 0 0,0 0 0,0 1 0,-1 0 0,1 1 0,-1 0 0,0 0 0,9 8 0,-4-2 0,1 0 0,1-1 0,-1-1 0,1 0 0,1-1 0,0 0 0,17 5 0,6 3 0,-25-8 0,0 0 0,-1 0 0,0 1 0,20 19 0,13 10 0,113 67 0,-144-94 13,0 1 0,-1 0 0,13 15 0,5 4-1430,-10-12-5409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2:14.5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24575,'7'6'0,"0"0"0,1-1 0,-1 1 0,1-1 0,1-1 0,-1 0 0,1 0 0,-1-1 0,16 4 0,-15-4 0,0 0 0,1 0 0,-1 1 0,0 0 0,-1 1 0,1 0 0,-1 0 0,13 11 0,5 13 0,-20-21 0,1-1 0,0 0 0,1 0 0,-1 0 0,14 8 0,-8-6 0,-1 0 0,1 0 0,-2 1 0,1 1 0,-1 0 0,-1 1 0,0 0 0,-1 0 0,0 1 0,8 16 0,-4-9 0,0-1 0,27 30 0,-23-30 0,27 41 0,-16-7 0,-19-35 0,1 0 0,1 0 0,18 23 0,-19-29 0,0 0 0,-1 1 0,-1 0 0,0 0 0,-1 1 0,0 0 0,-1 0 0,7 25 0,-13-36 0,1-1 0,-1 1 0,-1 0 0,1-1 0,0 1 0,0 0 0,-1-1 0,0 1 0,1-1 0,-1 1 0,0-1 0,0 1 0,-1-1 0,1 0 0,0 0 0,-1 1 0,1-1 0,-1 0 0,0 0 0,0 0 0,0-1 0,0 1 0,0 0 0,0-1 0,-3 2 0,-6 5 0,-1-1 0,-1-1 0,-18 7 0,25-10 0,-11 3 0,-1-1 0,-18 3 0,20-4 0,0 0 0,1 0 0,-20 9 0,9 0-120,6-3-87,0 0-1,-1-2 1,0 0-1,0-1 0,-31 6 1,27-11-6619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06.2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1402 2 24575,'-81'-1'0,"-91"3"0,144 2 0,-41 11 0,34-7 0,31-6 0,0-1 0,0 1 0,0-1 0,1 1 0,-1 0 0,0 0 0,1 1 0,0-1 0,0 1 0,0 0 0,0 0 0,0 0 0,0 0 0,1 0 0,-5 7 0,5-6 0,-1 0 0,0 0 0,-1 0 0,1 0 0,0-1 0,-1 1 0,0-1 0,0 0 0,0 0 0,-8 4 0,-7 1 0,-1 0 0,0-2 0,0 0 0,0-1 0,-30 4 0,35-7 0,0 1 0,1 0 0,0 1 0,0 1 0,0 0 0,0 1 0,1 0 0,0 1 0,0 1 0,1 0 0,-15 13 0,10-10 0,1-1 0,-1 0 0,-30 11 0,-6 4 0,17-8 0,19-9 0,0 0 0,-16 12 0,3-1 0,23-16 0,1 1 0,0 0 0,-1 0 0,1 1 0,1-1 0,-1 1 0,1 1 0,0-1 0,0 1 0,0 0 0,-4 8 0,3-3 0,2-4 0,1 0 0,-2 1 0,1-1 0,-1-1 0,0 1 0,0-1 0,-10 10 0,-2-4 0,2 1 0,-1 1 0,2 1 0,0 0 0,1 1 0,0 0 0,-19 34 0,25-37 0,1 0 0,0 1 0,1-1 0,0 1 0,1 0 0,1 0 0,1 1 0,-2 23 0,1 34 0,8 79 0,-4-145 6,0 0-1,1 0 1,-1 0 0,2 0-1,-1 0 1,1-1-1,-1 1 1,1-1 0,1 1-1,-1-1 1,1 0-1,0 0 1,0-1 0,1 1-1,9 7 1,5 3-260,2-1 1,36 19 0,-36-22-442,0 1-6131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07.5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28 24575,'1'1'0,"0"-1"0,0 0 0,0 1 0,0-1 0,0 1 0,0-1 0,0 1 0,0-1 0,0 1 0,0 0 0,0-1 0,0 1 0,-1 0 0,1 0 0,0 0 0,0 0 0,0 1 0,15 22 0,-8-11 0,-2-7 0,-1 1 0,2-1 0,-1-1 0,9 7 0,18 15 0,-21-13 0,25 20 0,-31-30 0,1 1 0,-1-1 0,1-1 0,0 1 0,0-1 0,0-1 0,8 3 0,5 2 0,-1 0 0,21 12 0,12 4 0,-48-21 0,1 1 0,-1-1 0,0 0 0,0 1 0,6 5 0,10 7 0,-20-15 0,1 0 0,-1 0 0,0 0 0,1 0 0,-1 0 0,0 0 0,0 0 0,1 1 0,-1-1 0,0 0 0,1 0 0,-1-1 0,0 1 0,0 0 0,1 0 0,-1 0 0,0 0 0,1 0 0,-1 0 0,0 0 0,0 0 0,1-1 0,-1 1 0,0 0 0,0 0 0,1 0 0,-1 0 0,0-1 0,0 1 0,0 0 0,1 0 0,-1-1 0,0 1 0,0 0 0,0 0 0,0-1 0,0 1 0,1 0 0,-1-1 0,0 1 0,0 0 0,0 0 0,0-1 0,0 1 0,0 0 0,0-1 0,0 1 0,0 0 0,0-1 0,1-18 0,-1 17 0,-5-251-1365,5 225-5461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09.0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1209 24575,'510'0'0,"-502"0"0,1 0 0,-1-1 0,1 0 0,-1-1 0,0 0 0,0 0 0,1-1 0,-2 0 0,1 0 0,10-6 0,-6 1 0,0-1 0,0 0 0,-1 0 0,0-1 0,10-13 0,3-3 0,-10 13 0,-2-1 0,0-1 0,20-29 0,-23 29 0,1 0 0,18-20 0,5-6 0,-29 35 0,-1-2 0,1 1 0,-1 0 0,0-1 0,-1 1 0,0-1 0,0 0 0,-1 0 0,0 0 0,1-12 0,-2 13 0,0 0 0,1 0 0,-1 0 0,2 1 0,-1-1 0,1 0 0,0 1 0,0-1 0,1 1 0,0 0 0,0-1 0,1 1 0,6-9 0,-2 6 0,-3 5 0,0-1 0,0 0 0,-1 0 0,1 0 0,-1-1 0,-1 0 0,1 0 0,-1 0 0,0 0 0,0 0 0,-1 0 0,0-1 0,2-10 0,1-8 0,1-1 0,1 1 0,18-46 0,-19 57 0,-2 0 0,0 0 0,0 0 0,-1-1 0,1-28 0,-5-78 0,-1 61 0,3 33 0,-1 15 0,1-1 0,-2 1 0,0 0 0,-4-24 0,4 33 0,0 1 0,1-1 0,-1 1 0,-1-1 0,1 1 0,0-1 0,0 1 0,-1 0 0,1 0 0,-1 0 0,0 0 0,0 0 0,0 0 0,0 0 0,0 1 0,0-1 0,0 0 0,0 1 0,-1 0 0,1 0 0,-1 0 0,1 0 0,-1 0 0,1 0 0,-1 0 0,1 1 0,-1-1 0,-3 1 0,3 0 0,0 0 0,-1 0 0,1 1 0,0 0 0,0-1 0,0 1 0,-1 0 0,1 0 0,0 1 0,0-1 0,1 0 0,-1 1 0,0 0 0,0 0 0,1 0 0,-4 3 0,-5 5 0,0 1 0,-11 15 0,8-9 0,-50 62 63,-29 31-1491,74-90-5398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09.5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24575,'14'0'0,"0"0"0,0 1 0,0 1 0,-1 0 0,18 5 0,-25-5 0,0 1 0,0-1 0,0 1 0,0 1 0,0-1 0,-1 1 0,1 0 0,-1 0 0,0 0 0,0 1 0,-1 0 0,0 0 0,5 6 0,5 11 0,0 1 0,-1 0 0,10 29 0,-14-35 0,-1-1 0,19 26 0,-17-29 0,-1 0 0,-1 1 0,0 0 0,5 16 0,7 32-1365,-10-35-5461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16.6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2 349 24575,'0'-28'0,"-1"11"0,1 0 0,0 0 0,1 0 0,1 0 0,1 1 0,0-1 0,1 0 0,10-23 0,-2 10 0,-6 14 0,1 1 0,15-26 0,-20 37 0,0 1 0,1 0 0,-1 0 0,1 0 0,0 0 0,0 0 0,0 1 0,0-1 0,0 1 0,0 0 0,1 0 0,-1 0 0,1 0 0,-1 1 0,1-1 0,7-1 0,-8 3 0,0 0 0,0 0 0,0 0 0,0 1 0,0-1 0,0 1 0,0 0 0,0-1 0,0 1 0,0 1 0,0-1 0,-1 0 0,1 1 0,0-1 0,-1 1 0,1 0 0,-1 0 0,0 0 0,0 0 0,0 0 0,0 1 0,0-1 0,0 0 0,0 1 0,-1 0 0,2 3 0,5 8 0,-1 0 0,0 1 0,6 23 0,20 78 0,15 87 0,-34-148 0,-9-37 0,0 1 0,2 21 0,-4-22 0,1 1 0,0-1 0,2-1 0,8 22 0,-6-21 0,-2 1 0,0-1 0,6 34 0,-9-11-682,-2 44-1,-2-57-6143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34.8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24575,'5'-1'0,"1"1"0,-1 0 0,0 0 0,1 1 0,-1-1 0,0 1 0,1 0 0,-1 1 0,0-1 0,0 1 0,0 0 0,0 0 0,0 1 0,0-1 0,-1 1 0,1 0 0,-1 1 0,0-1 0,4 5 0,2 0 0,0 1 0,0-2 0,1 0 0,-1 0 0,2-1 0,-1 0 0,1-1 0,-1 0 0,19 4 0,4 3 0,-24-7 0,1 0 0,-2 1 0,16 10 0,12 7 0,-25-17 0,24 13 0,35 25 0,-61-37 0,1 2 0,-1-1 0,0 1 0,-1 1 0,0-1 0,-1 2 0,10 14 0,58 108 0,-65-113 0,-1 1 0,-2 0 0,1 0 0,-2 1 0,-1 0 0,-1 0 0,4 33 0,13 43 0,-21-94 0,2 3 0,1 1 0,-1-1 0,1 0 0,0 0 0,1 0 0,0-1 0,5 7 0,17 23 0,-14-12 0,-2 0 0,0 1 0,-1 0 0,-2 1 0,7 33 0,19 57 46,-17-64-1457,-11-31-5415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36.0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91 24575,'4'1'0,"-1"0"0,1 0 0,-1 1 0,0-1 0,0 1 0,1-1 0,4 5 0,2 0 0,-4-3 0,-1 1 0,0 0 0,1 0 0,-2 0 0,1 1 0,-1 0 0,1 0 0,-1 0 0,3 6 0,31 54 0,-34-56 0,5 11 0,-1 0 0,9 34 0,-13-37 0,0-1 0,2 0 0,0 0 0,1-1 0,13 24 0,-7-19 0,-8-12 0,0 0 0,0 0 0,1-1 0,7 8 0,-11-13 0,-1-1 0,1 1 0,0-1 0,-1 0 0,1 1 0,0-1 0,0 0 0,0 0 0,0 0 0,0-1 0,0 1 0,1 0 0,-1-1 0,0 1 0,0-1 0,0 0 0,1 0 0,-1 0 0,0 0 0,0 0 0,0 0 0,4-1 0,-4 0 0,0 0 0,0 0 0,0 0 0,0 0 0,0-1 0,0 1 0,0-1 0,-1 1 0,1-1 0,0 0 0,-1 1 0,1-1 0,-1 0 0,0 0 0,1 0 0,-1 0 0,0 0 0,0 0 0,0-1 0,-1 1 0,1 0 0,0 0 0,-1-4 0,3-7 0,-1 0 0,-1-25 0,0 33 0,-3-219 133,-1 60-1631,3 137-5328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42.7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262 1675 24575,'5'0'0,"0"-1"0,0 0 0,0 0 0,0 0 0,0 0 0,0-1 0,-1 0 0,1 0 0,0 0 0,-1 0 0,1-1 0,-1 0 0,0 0 0,0 0 0,0 0 0,0-1 0,-1 1 0,1-1 0,3-5 0,5-9 0,0-1 0,-1 0 0,11-25 0,-4 7 0,-8 19 0,39-82 0,-43 85 0,-1 0 0,0 0 0,-1-1 0,-1 1 0,1-17 0,-2 20 0,0 0 0,0 0 0,1 0 0,1 0 0,0 1 0,1 0 0,8-16 0,-3 5 0,0-1 0,-2 0 0,-1-1 0,0 0 0,5-40 0,-7 10 0,-2-81 0,-2 45 0,-4-72 0,1 146 0,0 1 0,-1 0 0,0 0 0,-1 0 0,-1 0 0,0 1 0,-1 0 0,-1 0 0,-12-20 0,4 12 0,-15-31 0,-8-11 0,33 57 0,-2 0 0,1 1 0,-1-1 0,0 2 0,0-1 0,0 1 0,-9-5 0,-21-16 0,29 19 0,1 0 0,-2 1 0,1 0 0,-1 0 0,0 1 0,0 0 0,-1 1 0,1 0 0,-1 0 0,-15-3 0,1 2 0,13 4 0,0-1 0,0-1 0,0 1 0,1-2 0,-1 0 0,1 0 0,0-1 0,0 0 0,-9-7 0,13 7 0,-1-1 0,0 1 0,0 1 0,0-1 0,-15-5 0,21 9 0,-1 0 0,1 1 0,-1-1 0,1 1 0,-1 0 0,0-1 0,1 1 0,-1 0 0,1 0 0,-1 0 0,1 0 0,-1 0 0,0 1 0,1-1 0,-1 0 0,1 1 0,-1-1 0,1 1 0,-1 0 0,1-1 0,0 1 0,-1 0 0,1 0 0,0 0 0,-1 0 0,1 0 0,0 0 0,0 0 0,0 0 0,0 0 0,0 1 0,0-1 0,0 0 0,0 1 0,1-1 0,-1 1 0,1-1 0,-2 3 0,-1 6 0,0 0 0,1 0 0,0 0 0,0 1 0,0 18 0,5 58 0,0-35 0,-2-42 0,0 0 0,0 1 0,1-1 0,1 0 0,-1 1 0,2-1 0,-1-1 0,2 1 0,-1 0 0,9 12 0,6 15 0,7 14 0,-20-41 2,0 1-1,7 18 0,11 19 57,-22-45-188,0 0 0,0 0 1,1 0-1,0 0 0,-1 0 1,1 0-1,0-1 0,0 1 0,1-1 1,5 4-1,11 2-6696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43.7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98 24575,'0'0'0,"1"-1"0,-1 0 0,0 0 0,0 0 0,1 0 0,-1 0 0,1 0 0,-1 0 0,1 1 0,-1-1 0,1 0 0,-1 0 0,1 1 0,0-1 0,-1 0 0,1 1 0,0-1 0,0 0 0,0 1 0,-1-1 0,1 1 0,2-1 0,25-10 0,-14 6 0,16-7 0,1 2 0,56-11 0,-58 14 0,14 0 0,0 3 0,0 1 0,80 5 0,-36 0 0,-62-1 0,-1 0 0,0 2 0,1 1 0,-1 1 0,-1 1 0,42 17 0,-42-15-1365,-2-2-5461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46.1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1 448 24575,'-1'-48'0,"3"-58"0,-1 100 0,1 0 0,-1 0 0,1 0 0,0 0 0,1 1 0,-1-1 0,1 1 0,0-1 0,7-7 0,-5 6 0,-1 0 0,0-1 0,0 0 0,4-8 0,-2-4 0,-1 1 0,2 0 0,0 1 0,1-1 0,15-24 0,-20 39 0,0 0 0,-1 1 0,1-1 0,1 1 0,-1 0 0,1 0 0,-1 0 0,1 0 0,0 0 0,6-3 0,-7 5 0,1 0 0,-1 0 0,0 0 0,0 1 0,1-1 0,-1 1 0,1-1 0,-1 1 0,0 0 0,1 1 0,-1-1 0,0 1 0,1-1 0,-1 1 0,0 0 0,4 2 0,-3-1 0,0 0 0,0 0 0,-1 1 0,0-1 0,1 1 0,-1 0 0,0 0 0,0 0 0,-1 1 0,1-1 0,0 0 0,-1 1 0,0 0 0,0 0 0,2 5 0,1 3 0,-1-1 0,0 1 0,-1 0 0,2 14 0,-2-12 0,0 0 0,1-1 0,1 1 0,10 19 0,3 11 0,-13-28 0,0 1 0,-1-1 0,-1 1 0,2 35 0,-7 71 0,0-53 0,1 533-1365,1-576-5461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52.1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1427 2485 24575,'3'0'0,"0"0"0,0-1 0,0 1 0,0-1 0,0 0 0,0 0 0,0 0 0,0-1 0,0 1 0,-1-1 0,1 1 0,0-1 0,-1 0 0,0 0 0,1 0 0,-1 0 0,0-1 0,4-4 0,3-5 0,-1-2 0,12-23 0,-4 8 0,24-49 0,-28 53 0,1-1 0,23-32 0,-28 46 0,-1-1 0,-1 0 0,0 0 0,-1-1 0,0 1 0,-1-1 0,-1 0 0,3-22 0,-1 12 0,12-41 0,-7 37 0,2-1 0,0 1 0,2 1 0,19-28 0,-21 37 0,-1-1 0,-1-1 0,0 0 0,-2 0 0,0-1 0,-2 0 0,0 0 0,-1-1 0,-1 0 0,-1 1 0,-1-1 0,-2-41 0,-3-255 0,3 307 0,0-1 0,-1 1 0,0-1 0,-1 1 0,-6-19 0,7 25 0,-1 1 0,0-1 0,0 1 0,-1-1 0,1 1 0,-1 0 0,0 0 0,0 0 0,0 1 0,-1-1 0,1 1 0,-1-1 0,0 1 0,0 1 0,-7-5 0,-1 0 0,6 5 0,0-1 0,1 1 0,-1-2 0,1 1 0,0 0 0,0-1 0,0 0 0,0 0 0,1-1 0,-1 1 0,1-1 0,1 0 0,-1 0 0,-5-10 0,7 10 0,-1 0 0,0 1 0,0-1 0,-1 0 0,1 1 0,-1 0 0,0 0 0,0 0 0,-6-4 0,-4-1 0,-26-14 0,29 17 0,0 0 0,0 0 0,1-1 0,0 0 0,-10-10 0,-1-5 0,17 16 0,-1 0 0,0 1 0,0 0 0,0 0 0,-1 0 0,1 1 0,-1-1 0,0 1 0,-1 1 0,1-1 0,-12-3 0,10 5 0,0-1 0,0 1 0,0-1 0,1-1 0,-1 1 0,1-1 0,-1 0 0,2-1 0,-1 0 0,0 0 0,1-1 0,-6-5 0,3 2 0,-1 1 0,1 1 0,-1-1 0,-18-8 0,17 10 0,1-1 0,0 0 0,0 0 0,-12-12 0,6 5 0,0 1 0,-1 1 0,0 0 0,-1 1 0,-1 0 0,-33-12 0,28 12 0,-1-1 0,1-1 0,-27-20 0,43 27 0,0 1 0,0 1 0,-1-1 0,0 1 0,0 1 0,0 0 0,-13-3 0,-33-13 0,50 16 0,0 0 0,1 0 0,-1-1 0,1 1 0,-1-1 0,1 0 0,-4-5 0,5 5 0,0 0 0,-1 0 0,0 1 0,0-1 0,0 1 0,0 0 0,-1 0 0,1 0 0,-8-3 0,-22-4 0,24 7 0,0 0 0,0 0 0,1 0 0,-1-2 0,1 1 0,0-1 0,0 0 0,-14-12 0,16 10 0,0-1 0,0 1 0,-1 1 0,0 0 0,-1 0 0,1 0 0,-1 1 0,0 0 0,0 1 0,-1 0 0,1 0 0,-1 1 0,0 1 0,-11-3 0,-32-4 0,1-3 0,0-2 0,-68-27 0,84 28 0,25 10 0,0 0 0,0-2 0,0 1 0,0-2 0,-10-6 0,18 11 0,1-1 0,0 1 0,-1-1 0,1 1 0,-1 0 0,1 0 0,-1 0 0,0 0 0,0 1 0,1-1 0,-1 1 0,-4-1 0,6 1 0,0 0 0,1 0 0,-1 1 0,0-1 0,1 0 0,-1 0 0,0 0 0,1 1 0,-1-1 0,1 0 0,-1 1 0,0-1 0,1 0 0,-1 1 0,1-1 0,-1 1 0,1-1 0,-1 1 0,1-1 0,0 1 0,-1 0 0,0 1 0,1 0 0,-1-1 0,1 1 0,-1-1 0,1 1 0,0 0 0,0-1 0,0 1 0,0 0 0,0-1 0,0 1 0,1 3 0,2 3 0,0 1 0,0-1 0,1 0 0,0 0 0,1 0 0,-1 0 0,1-1 0,7 7 0,9 16 0,75 111 0,-79-105 0,-15-30 0,0 0 0,0 0 0,1-1 0,0 1 0,0-1 0,1 0 0,0 0 0,5 6 0,23 18 0,26 26 0,-53-49 0,0 0 0,0 0 0,-1 1 0,1 0 0,-2-1 0,1 2 0,4 11 0,-4-5 0,-2-7 0,0 0 0,1 0 0,-1-1 0,1 1 0,0-1 0,8 11 0,13 24 61,-21-34-265,0 0 0,0-1 1,1 1-1,0-1 0,1 0 1,9 10-1,2-4-6622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52.9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0 349 24575,'0'-3'0,"0"0"0,1-1 0,-1 1 0,1 0 0,-1 0 0,1 0 0,0 0 0,0 0 0,0 0 0,1 0 0,-1 0 0,1 0 0,-1 1 0,1-1 0,0 0 0,0 1 0,0 0 0,1-1 0,-1 1 0,0 0 0,1 0 0,0 0 0,3-2 0,5-1 0,1 0 0,0 0 0,0 1 0,20-4 0,0-1 0,50-11 0,-63 17 0,-1-1 0,1 0 0,-1-2 0,0 0 0,28-15 0,-33 13 0,1 0 0,1 1 0,-1 0 0,1 1 0,0 0 0,0 2 0,24-5 0,-25 7 0,-1-1 0,1-1 0,0 0 0,-1-1 0,0 0 0,0-1 0,0-1 0,14-9 0,-16 9 0,0 2 0,1-1 0,0 1 0,0 1 0,0 0 0,1 1 0,17-3 0,4 3 0,48 1 0,0 0 0,-54-1 67,31-7 0,12-2-1566,-44 9-5327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55.0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35 24575,'2'-1'0,"1"1"0,-1-1 0,1 0 0,-1 1 0,1-1 0,-1 0 0,0-1 0,4-1 0,13-6 0,1 4 0,0 1 0,1 1 0,32-1 0,66 6 0,-45 0 0,-60-2 0,0 1 0,0 0 0,-1 1 0,27 7 0,-33-7 0,-1 0 0,0 1 0,0-1 0,-1 1 0,1 1 0,0-1 0,-1 1 0,0 0 0,0 0 0,0 1 0,0-1 0,6 9 0,-5-4 0,10 13 0,14 26 0,-25-40 0,-1 1 0,0 0 0,-1 0 0,1 0 0,-2 0 0,3 18 0,10 59 0,-8-53 0,-2 0 0,1 35 0,-6 278 0,-1-151 0,1-188 0,0 0 0,0 0 0,-1 0 0,0 0 0,-3 9 0,3-13 0,0 0 0,0 0 0,-1-1 0,1 1 0,-1 0 0,0-1 0,1 1 0,-1-1 0,0 1 0,-1-1 0,1 0 0,0 0 0,-1 0 0,-3 2 0,1-1 0,0 0 0,0 1 0,1 0 0,0-1 0,-8 9 0,12-11 0,-1 0 0,1-1 0,-1 1 0,1 0 0,-1 0 0,1 0 0,0-1 0,-1 1 0,1 0 0,0 0 0,0 0 0,-1 0 0,1 0 0,0 0 0,0-1 0,0 1 0,0 0 0,1 2 0,-1-2 0,1 0 0,-1 0 0,1 0 0,-1-1 0,1 1 0,0 0 0,0 0 0,-1 0 0,1-1 0,0 1 0,0 0 0,0-1 0,0 1 0,0 0 0,0-1 0,0 0 0,0 1 0,0-1 0,2 1 0,16 3 0,1 0 0,0-2 0,-1 0 0,1-1 0,0-1 0,26-3 0,7 0 0,75 2-1365,-100 1-5461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4:02.0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 2035 24575,'-1'-3'0,"1"1"0,-1-1 0,0 1 0,1-1 0,-1 1 0,0 0 0,-1-1 0,-2-3 0,-5-13 0,3-10 0,1 0 0,2-1 0,1 1 0,1-1 0,3-38 0,0 8 0,-2-258 0,1 309 0,-1-1 0,1 0 0,1 1 0,0-1 0,0 1 0,1-1 0,0 1 0,0 0 0,1 0 0,7-11 0,-6 9 0,0 0 0,0-1 0,-2 1 0,1-1 0,-1 0 0,2-21 0,-3-71 0,-1 13 0,2 70 0,9-37 0,-7 38 0,-1 0 0,2-22 0,-6 33 0,1 0 0,0 0 0,1 0 0,-1 0 0,2 0 0,-1 0 0,1 1 0,1-1 0,-1 1 0,2 0 0,-1 0 0,1 0 0,6-7 0,-3 3 0,1 0 0,12-24 0,-18 29 0,0 0 0,0 0 0,1 1 0,1-1 0,-1 1 0,1 0 0,0 0 0,0 0 0,1 1 0,-1 0 0,1 0 0,0 0 0,14-7 0,6-2 0,-1-1 0,0-1 0,24-21 0,35-22 0,-67 49 0,2 1 0,20-7 0,-18 8 0,26-14 0,-26 8 0,-1 0 0,24-21 0,-26 19 0,38-24 0,-48 35 0,0 1 0,1 0 0,-1 0 0,1 1 0,0 0 0,0 1 0,0 0 0,14-2 0,35 3 0,-38 1 0,33-5 0,-46 4 0,0 0 0,0-1 0,0 0 0,0-1 0,0 0 0,0 0 0,-1 0 0,8-5 0,7-8 0,-10 9 0,0-1 0,0 1 0,0 1 0,15-6 0,-2 2 0,134-46 0,-128 47 0,-9 2 0,0 1 0,0 1 0,1 1 0,24-2 0,306 5 0,-164 3 0,1239-2-1365,-1400 0-5461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4:02.8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24575,'8'0'0,"-1"0"0,0 1 0,0 0 0,0 0 0,1 0 0,-1 1 0,0 0 0,9 5 0,-6-2 0,0 1 0,0 1 0,0 0 0,11 10 0,-17-14 0,7 8 0,1-1 0,0-1 0,1 0 0,0-1 0,16 8 0,-6-6 0,0-2 0,26 7 0,-35-10 0,0 0 0,0 1 0,21 12 0,15 7 0,2 4 0,-43-23 0,1 0 0,0-1 0,0 0 0,0-1 0,13 4 0,-2-1 0,0 0 0,0 2 0,20 10 0,-27-13 0,0 0 0,1-2 0,0 0 0,28 4 0,-30-5 0,-8-2 0,-1 0 0,0 0 0,0 1 0,0-1 0,0 1 0,0 0 0,0 1 0,0-1 0,-1 1 0,1-1 0,-1 1 0,0 0 0,0 0 0,0 0 0,0 1 0,0-1 0,-1 1 0,1 0 0,-1-1 0,0 1 0,0 0 0,-1 0 0,3 8 0,1 8 0,0 0 0,-1 0 0,1 38 0,-2-30 0,-1-16 0,0 0 0,1 0 0,1 0 0,0-1 0,1 1 0,0-1 0,1 0 0,8 12 0,17 35 0,-27-46 0,0 1 0,0-1 0,-1 1 0,-1 0 0,0 0 0,0 14 0,-2 2 0,-4 47 0,3-68 0,1-1 0,-2 1 0,1-1 0,-1 0 0,0 0 0,-1 1 0,1-2 0,-1 1 0,-1 0 0,1 0 0,-1-1 0,-1 0 0,1 0 0,-1 0 0,0-1 0,0 1 0,-12 8 0,1-2 0,0 0 0,0-2 0,-2 0 0,1-1 0,-1 0 0,0-2 0,-1 0 0,0-1 0,0-1 0,-24 3 0,16-1-1365,6 0-5461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4:08.3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35 24575,'1'-1'0,"-1"-1"0,0 1 0,1 0 0,-1 0 0,0 0 0,1 0 0,-1 0 0,1 0 0,0 0 0,-1 1 0,1-1 0,0 0 0,0 0 0,-1 0 0,1 1 0,0-1 0,0 0 0,0 1 0,0-1 0,0 1 0,0-1 0,0 1 0,0-1 0,0 1 0,0 0 0,0-1 0,2 1 0,33-7 0,-32 7 0,45-4 0,-1 1 0,78 7 0,-121-3 0,0 0 0,0 0 0,0 1 0,0 0 0,-1-1 0,1 2 0,0-1 0,-1 0 0,1 1 0,-1 0 0,0 0 0,7 7 0,3 4 0,25 34 0,-7-10 0,-27-31 0,-1-1 0,0 0 0,0 1 0,0 0 0,-1 0 0,0 0 0,-1 0 0,1 1 0,-1-1 0,-1 1 0,1-1 0,0 13 0,0-6 0,-1-7 0,2 0 0,-1 1 0,1-2 0,0 1 0,0 0 0,1-1 0,0 1 0,0-1 0,10 11 0,-8-10 0,1 2 0,-2-1 0,1 1 0,6 14 0,-7-7 0,0 1 0,4 32 0,3 9 0,-7-34 0,-1-1 0,1 29 0,-1-11 0,-2-35 0,-1 0 0,1 0 0,0 0 0,0 0 0,1 0 0,0-1 0,0 0 0,6 10 0,-4-9 0,-1 1 0,1 1 0,-2-1 0,5 11 0,-4-2 0,0 0 0,-2 0 0,1 1 0,-1 19 0,-5 70 0,1-38 0,2-44 0,0-3 0,-1 0 0,-4 26 0,4-40 0,-1 0 0,1-1 0,-2 1 0,1 0 0,-1-1 0,0 1 0,0-1 0,-1 0 0,0 0 0,-7 9 0,6-10 0,0 1 0,-1-1 0,1 0 0,-1 0 0,0-1 0,-1 0 0,1 0 0,-1 0 0,1-1 0,-1 0 0,-8 2 0,1-1 0,0-1 0,1-1 0,-2-1 0,-27 0 0,24-1 0,6 0 0,-1 0 0,-20 3 0,29-2 0,0 0 0,0 0 0,0 0 0,0 0 0,0 1 0,0 0 0,0 0 0,0 0 0,1 0 0,-1 1 0,-4 4 0,7-6 0,0-1 0,1 0 0,-1 1 0,1-1 0,-1 1 0,1-1 0,-1 1 0,1-1 0,-1 1 0,1 0 0,0-1 0,-1 1 0,1-1 0,0 1 0,0 0 0,-1-1 0,1 1 0,0 0 0,0-1 0,0 1 0,0 0 0,0 0 0,0-1 0,0 1 0,0 0 0,0-1 0,0 2 0,1-1 0,-1-1 0,1 1 0,0 0 0,-1 0 0,1-1 0,0 1 0,0 0 0,0-1 0,0 1 0,-1-1 0,1 1 0,0-1 0,0 1 0,0-1 0,0 0 0,1 1 0,7 1 0,0-1 0,0 0 0,11 0 0,-18-1 0,18-1 0,0 0 0,-1-2 0,1 0 0,29-10 0,-8 3 0,7-3 0,-27 7 0,0 1 0,0 1 0,26-2 0,-23 4 0,47-12 0,-46 9 0,45-6 0,100 10 0,-163 2 0,-12-2 0,-45 0 0,-1 2 0,-86 13 0,99-6-682,-52 3-1,63-10-6143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4:12.3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69 582 24575,'-1'-7'0,"0"0"0,0 0 0,-1 1 0,1-1 0,-2 1 0,1-1 0,-1 1 0,0 0 0,0 0 0,-5-7 0,3 4 0,0 0 0,0 0 0,-5-17 0,5 5 0,1 1 0,1-1 0,0-32 0,5-67 0,1 39 0,-3 68 0,-1 4 0,1-1 0,1 1 0,0 0 0,0 0 0,5-18 0,-5 25 0,0-1 0,0 1 0,0-1 0,1 1 0,0-1 0,-1 1 0,1 0 0,0 0 0,0 0 0,0 0 0,0 0 0,1 0 0,-1 0 0,0 1 0,1-1 0,-1 1 0,1 0 0,0-1 0,-1 1 0,1 1 0,0-1 0,-1 0 0,6 0 0,23-3 0,0 2 0,1 2 0,48 4 0,2 0 0,-31-5 0,-28 0 0,1 0 0,-1 2 0,29 4 0,-46-4 0,-1 0 0,1 1 0,-1-1 0,1 1 0,-1 0 0,0 1 0,0-1 0,0 1 0,0 0 0,0 0 0,-1 0 0,1 1 0,-1 0 0,0 0 0,0 0 0,0 0 0,0 1 0,3 5 0,29 63 0,-17-34 0,-14-28-227,-1 0-1,0 0 1,-1 0-1,0 1 1,2 14-1,-2-1-6598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4:18.1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24575,'3'3'0,"0"1"0,-1-1 0,0 0 0,0 1 0,0 0 0,0-1 0,0 1 0,-1 0 0,1 0 0,-1 0 0,1 6 0,10 25 0,9-3 0,-16-26 0,-1 1 0,0-1 0,0 1 0,0 0 0,0 1 0,-1-1 0,-1 1 0,4 13 0,0 19 0,6 30 0,-6-44 0,3 49 0,-5-36 0,-3-32 0,1 0 0,0 0 0,1-1 0,-1 1 0,1-1 0,0 0 0,1 0 0,-1 0 0,1 0 0,1-1 0,8 10 0,-7-9 0,-1 0 0,0 0 0,-1 1 0,1-1 0,-1 1 0,-1 0 0,1 0 0,-1 1 0,4 11 0,-3 5 0,-1-8 0,0-1 0,10 29 0,-12-41 0,1 1 0,-1-1 0,1 0 0,0 1 0,0-1 0,0 0 0,0 0 0,1-1 0,-1 1 0,1 0 0,-1-1 0,1 0 0,0 1 0,0-1 0,0 0 0,0-1 0,7 4 0,5-1 0,-1-2 0,1 1 0,0-1 0,0-1 0,0-1 0,0 0 0,15-3 0,-10 2 0,1 0 0,32 4 0,-46-2 0,0 0 0,0 1 0,0-1 0,-1 2 0,1-1 0,0 1 0,-1 0 0,0 0 0,0 1 0,0 0 0,8 7 0,21 20 0,-17-14 0,23 18 0,-33-30 0,-1 1 0,0 0 0,0 0 0,-1 1 0,0 0 0,0 0 0,-1 0 0,0 1 0,0 0 0,-1 0 0,7 15 0,-7-9 0,0 1 0,0 0 0,-1 0 0,-1 1 0,-1-1 0,0 19 0,-1 6 0,-4 112 0,3-146 0,0 0 0,-1 0 0,0-1 0,0 1 0,-1-1 0,0 1 0,0-1 0,0 0 0,0 0 0,-1 0 0,0-1 0,0 1 0,0-1 0,0 0 0,-1 0 0,-6 4 0,-2 1 0,0 0 0,-1 0 0,-1-1 0,-27 10 0,19-12-92,0-1-1,0-1 0,0-1 1,-1-1-1,1-1 0,-39-3 1,38 1-625,-3 0-6109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4:18.9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1 100 24575,'0'-2'0,"1"1"0,-1-1 0,1 1 0,0-1 0,0 1 0,-1 0 0,1-1 0,0 1 0,0 0 0,0 0 0,1-1 0,-1 1 0,0 0 0,0 0 0,1 0 0,-1 1 0,2-2 0,26-15 0,-27 16 0,11-4 0,-1 0 0,2 1 0,-1 0 0,0 1 0,19-1 0,29-8 0,-34 5 0,1 2 0,-1 1 0,39-1 0,86 6 0,-56 1 0,634-2-1365,-703 0-5461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09:26.0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0 131 24575,'82'1'0,"91"-3"0,-81-13 0,-62 9 0,41-4 0,19 8 0,-59 2 0,-1-1 0,1-1 0,-1-1 0,1-2 0,43-12 0,113-33 0,-171 46 0,26-3 0,-1 2 0,1 3 0,82 4 0,-36 0 0,261-2 0,-316 2 0,-1 1 0,49 12 0,-37-7 0,17 6 0,-32-7 0,40 5 0,65 9 0,-77-11 0,101 23 0,-132-28 0,-1 1 0,0 2 0,0 0 0,-1 2 0,-1 0 0,1 2 0,39 27 0,-49-29 0,1-1 0,-1-1 0,2 0 0,-1-1 0,25 8 0,-27-9 0,1 0 0,-1 0 0,-1 1 0,1 1 0,-1 0 0,-1 1 0,14 12 0,-9-7 0,0-1 0,31 18 0,-10-11 0,1-2 0,47 16 0,-76-32 0,0 1 0,-1 0 0,0 0 0,1 1 0,-1 0 0,-1 1 0,1 0 0,-1 0 0,0 0 0,0 1 0,11 12 0,2 5 0,1-1 0,1-1 0,1-1 0,1-1 0,0-1 0,2-1 0,34 18 0,-17-10 0,-2 2 0,41 35 0,-22-21 0,-38-27 0,31 25 0,-31-21 0,1-1 0,35 19 0,-37-24 0,0 1 0,0 1 0,31 29 0,-21-15 0,45 32 0,-9-3 0,3 3 0,-34-29 0,-29-24 0,-1-1 0,1 0 0,0-1 0,0 1 0,15 7 0,-14-8 0,0 0 0,0 0 0,-1 0 0,1 1 0,5 7 0,-5-5 0,1-1 0,17 13 0,0-6 0,-16-9 0,-1 0 0,0 0 0,-1 0 0,1 1 0,-1 1 0,0 0 0,11 12 0,-14-14-273,-1 1 0,1-1 0,0-1 0,8 7 0,3 0-6553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09:27.3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203 0 24575,'12'0'0,"0"1"0,0 0 0,0 0 0,-1 1 0,1 0 0,13 6 0,-18-6 0,0 1 0,0 1 0,-1-1 0,1 1 0,-1 1 0,0-1 0,0 1 0,-1 0 0,0 0 0,0 1 0,5 6 0,8 8 0,1 0 0,34 28 0,-29-28 0,31 34 0,-51-48 0,0-1 0,0 1 0,0 0 0,-1 0 0,0 0 0,0 1 0,0-1 0,-1 1 0,2 9 0,-1 3 0,0 0 0,-1 20 0,0-9 0,-1-24 0,0 0 0,1 0 0,-1 0 0,1 0 0,1-1 0,-1 1 0,1-1 0,0 1 0,0-1 0,7 7 0,-6-6 0,-1-1 0,1 0 0,-1 1 0,0-1 0,0 1 0,-1 0 0,0 0 0,2 7 0,-4-12 0,0 1 0,0-1 0,0 0 0,0 1 0,0-1 0,0 0 0,-1 0 0,1 1 0,0-1 0,-1 0 0,1 0 0,-1 0 0,0 1 0,1-1 0,-1 0 0,0 0 0,0 0 0,1 0 0,-1 0 0,0 0 0,0-1 0,0 1 0,0 0 0,0 0 0,-1-1 0,1 1 0,0 0 0,0-1 0,0 1 0,0-1 0,-1 0 0,1 1 0,0-1 0,-1 0 0,-1 0 0,-7 2 0,0 0 0,0-1 0,-14-1 0,17 0 0,-224-4 0,210 2 0,-1 0 0,1-2 0,-29-7 0,2 0 0,40 9 10,1 0 0,-1-1 0,0 0 0,1 0-1,-1-1 1,1 0 0,-11-7 0,-1-4-308,-21-21 0,22 19-550,2 2-5978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09:28.7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2352 2 24575,'-81'-2'0,"-92"5"0,155-1 0,0 2 0,0 0 0,1 1 0,-32 14 0,-25 7 0,31-13 0,-44 21 0,-34 11 0,107-42 0,-1 2 0,1 0 0,-1 1 0,1 0 0,1 1 0,-17 11 0,-61 37 0,60-37 0,-44 31 0,-12 9 0,3-2 0,74-49 0,0-1 0,0 0 0,-1-1 0,-13 5 0,11-5 0,1 0 0,0 1 0,-12 8 0,-85 56 0,78-47 0,-4 3 0,-32 31 0,53-45 0,0 0 0,-22 13 0,25-19 0,1 1 0,0 0 0,0 0 0,1 1 0,0 0 0,0 1 0,-13 18 0,10-11 0,0-1 0,-2 0 0,0-1 0,0 0 0,-1-1 0,-1-1 0,-28 18 0,28-19 0,0 1 0,2 1 0,-23 23 0,-8 8 0,18-21 0,15-14 0,0 1 0,0 0 0,1 1 0,0 1 0,1 0 0,0 0 0,-10 19 0,1 8 0,8-16 0,-22 35 0,27-50 0,-1 0 0,0 0 0,-9 7 0,11-11 0,0 1 0,-1 0 0,2 0 0,-1 1 0,1 0 0,-1-1 0,2 2 0,-1-1 0,-3 8 0,-2 10 0,1 1 0,1 0 0,1 0 0,1 1 0,-2 33 0,4-29 0,-1 1 0,-2-1 0,-12 40 0,9-40 0,1 1 0,2 0 0,-3 33 0,8-1-1365,1-35-5461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09:29.7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24575,'0'447'0,"1"-437"0,0 0 0,0 0 0,1-1 0,0 1 0,0 0 0,1 0 0,1-1 0,-1 0 0,2 0 0,-1 0 0,1 0 0,12 15 0,5 12 0,-16-25 0,1 0 0,0 0 0,1-1 0,0 0 0,14 14 0,2-4 0,-5-4 0,25 27 0,-33-31 0,1 0 0,0-1 0,1 0 0,0-1 0,1-1 0,0 0 0,1-1 0,0 0 0,0-1 0,21 6 0,-27-9 0,0 0 0,-1 0 0,1 1 0,13 10 0,21 11 0,10 3 0,-37-19 0,1-1 0,20 8 0,-30-14 0,-1 1 0,1 0 0,-1-1 0,0 2 0,8 6 0,-8-7 0,-1 1 0,1-1 0,-1 0 0,1-1 0,1 1 0,11 4 0,-13-7 0,1 1 0,0-1 0,0 0 0,0 0 0,0-1 0,0 1 0,0-1 0,0-1 0,0 1 0,0-1 0,0 0 0,0 0 0,0-1 0,0 0 0,0 0 0,-1 0 0,1-1 0,8-5 0,-6 2 0,-1 1 0,-1-1 0,1 0 0,-1-1 0,0 1 0,-1-1 0,1-1 0,-1 1 0,-1-1 0,1 0 0,-1 0 0,3-11 0,13-50 0,-18 56 0,2-1 0,-1 1 0,2 0 0,-1 1 0,2-1 0,0 1 0,9-15 0,10-8 0,-2-2 0,22-45 0,-36 63 0,-1-2 0,0 1 0,-2-1 0,0 0 0,-2 0 0,3-28 0,-5 35 0,1 0 0,0 0 0,1 1 0,0-1 0,1 1 0,0 0 0,1 0 0,1 0 0,0 1 0,1 0 0,0 1 0,17-18 0,-22 25-151,2 0-1,-1 0 0,0 1 0,1 0 1,-1 0-1,1 0 0,0 1 1,5-3-1,13-2-6674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09:30.9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130 0 24575,'-1'3'0,"0"0"0,1 0 0,-1 0 0,0 0 0,-1 0 0,1 0 0,-1 0 0,-1 2 0,-5 10 0,-81 216 0,84-214 0,0 0 0,2 0 0,0 0 0,-1 29 0,5 73 0,0-54 0,0 30-1365,-1-68-5461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09:57.6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974 1 24575,'-318'0'0,"312"0"0,1 0 0,0 0 0,0 0 0,0 1 0,0 0 0,-1 0 0,1 0 0,0 0 0,0 1 0,1 0 0,-1 0 0,0 0 0,1 1 0,-1-1 0,1 1 0,0 0 0,0 1 0,0-1 0,0 1 0,0-1 0,1 1 0,0 0 0,0 1 0,0-1 0,0 0 0,-3 9 0,3-9 0,1 0 0,-1 0 0,1 0 0,-1 0 0,-1-1 0,1 1 0,0-1 0,-1 0 0,0 0 0,-5 4 0,-3 0 0,0-1 0,-16 6 0,21-9 0,0-1 0,1 1 0,-1 0 0,0 1 0,1-1 0,0 1 0,0 1 0,0-1 0,1 1 0,-1 0 0,1 0 0,-6 8 0,-3 11 0,10-15 0,-1 0 0,-13 16 0,-3 1 0,12-15 0,0-1 0,0 1 0,-19 15 0,22-22 0,1-1 0,0 2 0,1-1 0,-1 0 0,1 1 0,0 0 0,0 0 0,0 0 0,1 1 0,0-1 0,0 1 0,0 0 0,1 0 0,0 0 0,0 0 0,-2 9 0,0 0 0,-1 0 0,-1-1 0,-1 0 0,-14 24 0,13-25 0,1 0 0,0 0 0,1 1 0,0 0 0,-5 20 0,-3 27 0,7-36 0,1 1 0,-4 47 0,10 26 0,-1 23 0,0-117-2,0 1 0,-1-1 0,1 0 0,-1 0 0,0 1 0,-1-1 0,1 0 0,-1-1 0,0 1 0,-5 6 0,-6 10-1341,4-3-5483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09:58.9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24575,'2'0'0,"0"0"0,0 1 0,0-1 0,0 1 0,0 0 0,0 0 0,0-1 0,0 1 0,0 0 0,-1 1 0,1-1 0,0 0 0,-1 0 0,1 1 0,-1-1 0,1 1 0,-1-1 0,0 1 0,0 0 0,2 2 0,0 1 0,0 0 0,0 1 0,-1 0 0,1-1 0,1 10 0,-1-6 0,-1 0 0,1-1 0,0 1 0,1-1 0,0 1 0,0-1 0,1 0 0,10 13 0,-6-9 0,-1 0 0,0 0 0,0 1 0,-2 0 0,10 23 0,-12-27 0,0 1 0,1-1 0,0-1 0,1 1 0,0-1 0,0 0 0,1 0 0,10 9 0,-2-4 0,0-1 0,1 0 0,24 13 0,-31-19 0,0 1 0,0-1 0,9 11 0,-10-9 0,1-1 0,-1 0 0,14 8 0,-13-10 0,0-1 0,1 1 0,0-2 0,0 1 0,0-1 0,0-1 0,0 0 0,1 0 0,15 0 0,-22-2 0,0 0 0,0 0 0,0-1 0,-1 1 0,1-1 0,0 0 0,0 0 0,0 0 0,0 0 0,-1-1 0,1 0 0,-1 1 0,1-1 0,-1 0 0,0-1 0,1 1 0,-1-1 0,0 1 0,-1-1 0,1 0 0,0 0 0,-1 0 0,0-1 0,1 1 0,-1 0 0,-1-1 0,3-5 0,1-7 0,-1 1 0,-1-1 0,-1 0 0,1-21 0,3-24 0,2 6-455,-3 0 0,-2-59 0,-3 87-6371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10:04.0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1280 24575,'509'0'0,"-502"0"0,0 0 0,1-1 0,-1 0 0,0 0 0,8-2 0,-12 2 0,0 0 0,-1 0 0,1-1 0,-1 1 0,1-1 0,-1 1 0,1-1 0,-1 0 0,0 0 0,0 0 0,0 0 0,0 0 0,0 0 0,0-1 0,2-4 0,30-66 0,-22 46 0,26-44 0,-25 48 0,-2 0 0,-1 0 0,-1-1 0,0 0 0,8-45 0,-12 43 0,-4 20 0,0-1 0,0 1 0,1 0 0,-1 0 0,1 0 0,1 0 0,-1 0 0,1 0 0,0 1 0,0-1 0,1 1 0,0 0 0,5-6 0,-2 4 0,-2 2 0,1 0 0,-1-1 0,0 0 0,0 0 0,0 0 0,-1-1 0,0 1 0,5-12 0,9-33 0,-3-1 0,10-60 0,-19 68 0,-2 0 0,-1 0 0,-6-62 0,5-68 0,0 158 0,0-14 0,-2 29 0,0 0 0,0 0 0,-1 0 0,1 0 0,0 0 0,-1 0 0,1 0 0,-1 1 0,1-1 0,-1 0 0,0 0 0,1 0 0,-1 0 0,0 1 0,1-1 0,-1 0 0,0 1 0,0-1 0,0 1 0,0-1 0,0 1 0,0-1 0,0 1 0,1-1 0,-1 1 0,-2 0 0,-3-2 0,-1 0 0,0 1 0,1 0 0,-1 1 0,0 0 0,0 0 0,1 0 0,-1 1 0,-8 1 0,11-1 0,-1 0 0,1 1 0,0-1 0,0 1 0,0 0 0,0 0 0,1 0 0,-1 0 0,0 1 0,1 0 0,0-1 0,-1 1 0,1 0 0,0 1 0,-3 4 0,-6 9 0,-1-1 0,0 0 0,-1 0 0,-1-2 0,-22 18 0,26-22 0,0 0 0,0 0 0,1 1 0,0 1 0,1 0 0,0 0 0,1 1 0,1 0 0,-8 17 0,2-6 45,-30 42 0,11-20-1500,18-22-5371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10:04.6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24575,'7'0'0,"15"-1"0,0 2 0,-1 0 0,1 1 0,26 7 0,-10-1 0,-24-5 0,-1 0 0,0 0 0,13 6 0,-22-7 0,1 0 0,-1 0 0,0 1 0,0 0 0,0-1 0,0 1 0,-1 1 0,1-1 0,-1 0 0,0 1 0,0 0 0,4 6 0,-1 1 0,1-1 0,0 1 0,1-1 0,0-1 0,0 1 0,1-1 0,0-1 0,0 0 0,14 9 0,71 39 0,-89-53 0,0 1 0,0 0 0,0 0 0,0 0 0,-1 1 0,0-1 0,0 1 0,0 0 0,6 10 0,-6-8 0,0-1 0,0 0 0,1 0 0,0 0 0,0-1 0,1 0 0,5 5 0,35 20-1365,-27-16-5461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10:09.6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1 610 24575,'0'-4'0,"0"0"0,1 0 0,-1 0 0,1 0 0,0 0 0,1 0 0,-1 0 0,1 0 0,-1 1 0,1-1 0,0 0 0,1 1 0,-1 0 0,5-6 0,5-2 0,-1-1 0,21-13 0,-20 16 0,-1-1 0,15-14 0,-15 10 0,-2 0 0,15-25 0,9-15 0,-30 50 0,5-9 0,1 1 0,1 0 0,0 1 0,1 0 0,22-17 0,-28 24 0,0 0 0,0-1 0,0 1 0,-1-1 0,1 0 0,-1 0 0,0 0 0,0 0 0,-1-1 0,0 1 0,0-1 0,0 0 0,-1 0 0,3-7 0,-2 5 0,0 1 0,1 0 0,1 0 0,-1 0 0,1 0 0,0 1 0,1 0 0,10-10 0,13-15 0,-20 19 0,-5 6 0,0 0 0,1 1 0,-1-1 0,1 1 0,11-9 0,-15 14 0,0-1 0,0 0 0,0 1 0,0-1 0,1 1 0,-1-1 0,0 1 0,0 0 0,0 0 0,0-1 0,1 1 0,-1 0 0,0 0 0,0 0 0,0 0 0,1 0 0,0 1 0,0-1 0,-1 1 0,1 0 0,-1 0 0,1 0 0,-1 0 0,1 0 0,-1 0 0,0 0 0,0 0 0,1 0 0,-1 1 0,0-1 0,0 0 0,0 1 0,1 2 0,2 6 0,0 0 0,0 0 0,-1 1 0,0 0 0,-1-1 0,0 1 0,0 17 0,7 32 0,7 12 0,-11-43 0,2 1 0,1-1 0,17 42 0,-15-48 0,-2 0 0,0 1 0,-1 0 0,5 41 0,-7-21 0,-2 79 0,-3-115 0,-2 24 0,2-1 0,1 1 0,10 54 0,-1-38-21,-6-22-651,15 45 0,-11-50-6154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10:29.7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24575,'6'0'0,"1"0"0,-1 0 0,1 1 0,-1 0 0,11 3 0,-14-3 0,-1 0 0,1 0 0,0 1 0,-1-1 0,0 1 0,1 0 0,-1 0 0,0-1 0,0 1 0,0 1 0,0-1 0,0 0 0,-1 0 0,1 1 0,1 3 0,14 26 0,-12-21 0,1 0 0,0-1 0,0 0 0,1 0 0,0 0 0,13 13 0,-8-12 0,-1 1 0,-1 0 0,0 0 0,-1 1 0,15 27 0,-4-5 0,-10-19 0,-1 0 0,0 1 0,-2 0 0,1 1 0,6 28 0,-8-19 0,2 1 0,1-1 0,1 0 0,25 47 0,-27-61 0,0-1 0,15 17 0,14 19 0,-2 24 0,-28-56 0,1 0 0,0-1 0,1 1 0,0-2 0,13 16 0,-3-9 0,-1 0 0,-1 2 0,-1 0 0,17 32 0,-24-37 0,-1 1 0,-1 0 0,0 0 0,3 23 0,-9-36 0,0-1 0,1 1 0,-1-1 0,1 1 0,0-1 0,0 0 0,1 1 0,0-1 0,0-1 0,0 1 0,0 0 0,1-1 0,-1 1 0,8 5 0,-3-3 0,-1-1 0,0 1 0,0 0 0,-1 0 0,0 1 0,0 0 0,-1 0 0,0 0 0,0 1 0,-1-1 0,0 1 0,0 0 0,-1 1 0,-1-1 0,3 10 0,5 18 0,2-1 0,1 0 0,26 48 0,-25-60-1365,0-5-5461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10:30.5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59 24575,'20'1'0,"0"-1"0,0 2 0,0 1 0,0 0 0,23 8 0,-32-7 0,-1 0 0,0 0 0,0 1 0,0 1 0,0-1 0,-1 2 0,0-1 0,0 1 0,-1 0 0,15 16 0,8 11 0,2-2 0,2-1 0,57 39 0,-51-39 0,-31-23 0,-1 1 0,0 1 0,-1 0 0,8 12 0,-8-10 0,1-1 0,0 0 0,1-1 0,14 13 0,-21-21 0,-1 0 0,1 0 0,0 0 0,0 0 0,0-1 0,0 0 0,0 1 0,0-1 0,1 0 0,-1-1 0,0 1 0,0-1 0,1 1 0,-1-1 0,1 0 0,-1 0 0,0 0 0,1-1 0,-1 1 0,0-1 0,0 0 0,6-2 0,-6 2 0,0-1 0,0 1 0,0-1 0,0 0 0,-1 0 0,1 0 0,-1-1 0,0 1 0,1-1 0,-1 1 0,0-1 0,-1 0 0,1 1 0,0-1 0,-1 0 0,1 0 0,0-6 0,3-6 0,0-1 0,2-23 0,-2 13 0,0-1 0,-3 15 0,0-1 0,1 1 0,1 0 0,0 0 0,10-20 0,-7 17-124,1 0 0,-2-1 0,0 0 0,-1 0 0,-1 0 0,0-1-1,-1 0 1,-1 1 0,-1-1 0,0-24 0,-2 14-6702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10:31.6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986 2033 24575,'0'-1208'0,"-1"1198"0,1 1 0,-1-1 0,-1 1 0,0 0 0,0-1 0,-1 1 0,0 0 0,-1 0 0,0 1 0,0-1 0,-8-12 0,-7-14 0,15 26 0,0 1 0,0 0 0,-1 1 0,0-1 0,0 1 0,-1 0 0,-8-9 0,-11-6 0,0 2 0,-40-26 0,55 39 0,0 1 0,1-1 0,0-1 0,0 1 0,1-2 0,0 1 0,-7-10 0,8 9 0,0 1 0,-1 0 0,0 0 0,-1 1 0,-17-12 0,-51-24 0,38 22 0,-14-5 0,39 20 0,1 0 0,0-1 0,0-1 0,0 0 0,1 0 0,0-1 0,-16-17 0,11 10 0,1 0 0,-24-16 0,-19-18 0,39 29 0,10 9 0,-2 0 0,0 1 0,-20-15 0,29 24 0,0 0 0,0 0 0,-1 0 0,1 1 0,0-1 0,-1 1 0,0 0 0,1 0 0,-1 0 0,0 0 0,1 1 0,-1-1 0,0 1 0,0 0 0,0 0 0,1 1 0,-1-1 0,0 1 0,0-1 0,-4 3 0,6-2 0,-1 0 0,1 0 0,0 0 0,0 1 0,-1-1 0,1 0 0,0 1 0,0 0 0,1 0 0,-1-1 0,0 1 0,1 0 0,-1 0 0,1 0 0,-1 1 0,1-1 0,0 0 0,0 0 0,0 1 0,0-1 0,1 1 0,-1-1 0,1 1 0,-1-1 0,1 1 0,0-1 0,0 1 0,0-1 0,0 1 0,0-1 0,1 4 0,2 7 0,-1 0 0,2 0 0,0 0 0,8 17 0,-11-29 0,36 78 0,-22-51 0,-2 0 0,15 46 0,-15-34-12,3-1 0,32 61 0,-16-37-1317,-19-36-5497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10:32.1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0 129 24575,'63'1'0,"-21"0"0,-1-1 0,1-2 0,57-11 0,-25 1 0,-42 7 0,41-11 0,-51 10 0,-16 5 0,1-1 0,-1 0 0,0 0 0,0 0 0,0 0 0,-1-1 0,1 0 0,-1 0 0,10-7 0,-10 5-124,1 0 0,0 1 0,0-1 0,0 2 0,0-1 0,1 1-1,0 0 1,0 0 0,-1 0 0,15-2 0,2 1-6702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10:33.3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1 389 24575,'1'0'0,"0"-1"0,0 1 0,0 0 0,0 0 0,0-1 0,0 1 0,0-1 0,-1 1 0,1-1 0,0 1 0,0-1 0,0 1 0,0-1 0,-1 0 0,1 1 0,0-1 0,-1 0 0,1 0 0,0 1 0,-1-1 0,1 0 0,-1 0 0,0 0 0,1 0 0,-1 0 0,1-1 0,7-30 0,-6 20 0,0 6 0,0 0 0,1 1 0,0-1 0,0 1 0,0-1 0,1 1 0,0 0 0,0 0 0,0 1 0,6-6 0,-4 4 0,0-1 0,0 0 0,10-15 0,-7 3 0,-1-1 0,8-26 0,8-18 0,-21 59 0,0 0 0,0 1 0,0-1 0,0 1 0,1 0 0,0 0 0,0 0 0,0 0 0,0 1 0,1-1 0,-1 1 0,1 0 0,0 0 0,0 1 0,0 0 0,8-3 0,-6 3 0,-1 0 0,0 1 0,0-1 0,1 1 0,-1 1 0,1-1 0,-1 1 0,0 0 0,1 1 0,-1 0 0,1 0 0,-1 0 0,0 1 0,7 2 0,-8-1 0,1 0 0,-1 0 0,0 0 0,0 1 0,0 0 0,-1 0 0,0 1 0,1-1 0,-1 1 0,-1 0 0,1 0 0,-1 0 0,4 8 0,1 4 0,0 1 0,10 35 0,-8-16 0,-1 1 0,-2-1 0,-1 2 0,0 69 0,-8 431-1365,2-512-5461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8:44.9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416 2172 24575,'-59'1'0,"-69"-3"0,125 2 0,0 0 0,0 0 0,0-1 0,0 0 0,0 1 0,0-1 0,1 0 0,-1-1 0,0 1 0,1 0 0,-1-1 0,0 1 0,1-1 0,0 0 0,-1 0 0,1 0 0,-3-4 0,0-1 0,1 1 0,1-1 0,0 0 0,0 0 0,-3-10 0,-10-22 0,-2 4 0,2 0 0,2-1 0,1 0 0,2-2 0,1 1 0,2-1 0,2 0 0,-3-62 0,8 78 0,-2 0 0,-8-35 0,5 32 0,-3-40 0,6-276 0,5 175 0,-2-120 0,1 273 0,-1 1 0,2 0 0,-1-1 0,2 1 0,0 0 0,4-13 0,-4 18 0,0 0 0,0 1 0,0 0 0,0 0 0,1 0 0,0 0 0,1 1 0,-1-1 0,1 1 0,0 0 0,0 0 0,8-4 0,-3 1 0,-1 3 0,-1 0 0,0-1 0,0-1 0,0 1 0,11-14 0,-13 12 0,1 1 0,0 0 0,0 0 0,1 1 0,-1 0 0,1 0 0,1 1 0,-1 0 0,1 1 0,0 0 0,0 0 0,0 0 0,0 1 0,20-3 0,-20 5 0,1-1 0,0-1 0,-1 1 0,1-2 0,-1 1 0,0-1 0,0-1 0,-1 1 0,1-1 0,10-9 0,-10 5 0,-1 1 0,1 0 0,1 1 0,-1 0 0,1 1 0,1 0 0,-1 0 0,1 1 0,0 0 0,0 1 0,23-5 0,95-21 0,-117 27 0,-1 0 0,1-2 0,-1 1 0,18-11 0,-19 10 0,0 0 0,0 0 0,0 1 0,1 0 0,-1 1 0,14-2 0,29 0 0,-33 4 0,0-1 0,29-7 0,-29 5 0,-14 3 0,0-1 0,1 1 0,-1-1 0,0 0 0,0-1 0,0 1 0,0-1 0,-1 0 0,1-1 0,6-4 0,-2 0 11,1 1 0,0 0 0,1 0 1,0 1-1,0 1 0,0 0 0,0 1 0,24-5 0,-14 3-744,31-13 1,-35 10-6094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8:45.8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 24575,'92'-1'0,"103"3"0,-184 0 0,-1 0 0,0 1 0,1 0 0,-1 0 0,0 1 0,15 9 0,-14-7 0,1-1 0,-1 0 0,1-1 0,18 4 0,-15-4 0,1 0 0,-1 0 0,0 1 0,0 1 0,26 14 0,-23-10 0,0 1 0,-1 0 0,-1 1 0,21 20 0,7 1 0,1 1 0,-42-31 0,0 0 0,0 0 0,-1 1 0,1-1 0,-1 1 0,1 0 0,-1 0 0,0 0 0,-1 0 0,3 7 0,0 10 0,-1 1 0,-1-1 0,-1 0 0,-3 40 0,0-23 0,2-30 0,0 0 0,-1 0 0,0 0 0,-1 0 0,0 0 0,0-1 0,0 1 0,-7 12 0,6-15 0,0 0 0,-1 0 0,1 0 0,-1 0 0,0-1 0,0 0 0,-1 1 0,1-2 0,-1 1 0,0 0 0,0-1 0,-8 4 0,-4 1 0,0 0 0,-1 1 0,2 1 0,-1 1 0,-19 16 0,8-1 0,21-17 0,-1-1 0,0-1 0,-1 0 0,0 0 0,0 0 0,0-1 0,-1-1 0,-17 8 0,-23 3-1365,30-8-5461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8:47.4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1 463 24575,'5'-1'0,"1"0"0,0 0 0,-1-1 0,1 1 0,-1-1 0,6-3 0,8-2 0,10-4 0,1-2 0,-2-1 0,0-1 0,28-21 0,-49 31 0,0 0 0,-1-1 0,0 0 0,0-1 0,9-12 0,-10 13 0,-1 0 0,1 0 0,0 1 0,0 0 0,1 0 0,-1 0 0,1 0 0,7-3 0,-3 2 0,-5 4 0,0 0 0,0 0 0,0-1 0,0 0 0,-1 0 0,0 0 0,1-1 0,-1 0 0,0 1 0,-1-1 0,1 0 0,4-8 0,0-1 0,-4 5 0,1 0 0,0 1 0,0 0 0,0 0 0,1 0 0,10-9 0,-7 9 0,8-8 0,1 1 0,22-12 0,-6 2 0,7-5 0,-38 27 0,1 1 0,-1-1 0,0 1 0,0 0 0,1 0 0,-1 0 0,0 0 0,1 1 0,-1-1 0,1 1 0,3 0 0,-5 0 0,0 0 0,-1 1 0,1-1 0,0 1 0,0 0 0,-1 0 0,1-1 0,-1 1 0,1 0 0,-1 0 0,1 1 0,-1-1 0,1 0 0,-1 0 0,0 1 0,0-1 0,0 1 0,0-1 0,0 1 0,0-1 0,0 1 0,0 0 0,0-1 0,-1 1 0,1 0 0,-1 0 0,1-1 0,-1 4 0,2 7 0,0-1 0,-1 1 0,-1 14 0,0-19 0,-5 573 0,5-358-1365,0-195-5461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9:35.5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1117 1950 24575,'0'-572'0,"1"566"0,-1 1 0,-1-1 0,1 1 0,-1-1 0,0 1 0,0-1 0,-1 1 0,1 0 0,-1-1 0,0 1 0,-1 0 0,1 0 0,-1 1 0,0-1 0,0 0 0,-1 1 0,1 0 0,-1 0 0,0 0 0,-7-6 0,5 5 0,1-1 0,0 0 0,0 0 0,1 0 0,-8-13 0,9 14 0,0-1 0,0 1 0,-1 0 0,1 0 0,-1 0 0,0 1 0,-1-1 0,1 1 0,-1 0 0,-6-4 0,-6-4 0,0-1 0,2-1 0,-1 0 0,2-1 0,-21-26 0,-21-22 0,50 57 0,2 0 0,-1 0 0,1-1 0,0 1 0,0-1 0,0-1 0,1 1 0,1 0 0,-4-10 0,5 10 0,-1 1 0,0 0 0,0 0 0,-1 0 0,1 0 0,-2 0 0,1 1 0,0-1 0,-1 1 0,0 0 0,0 0 0,-1 0 0,1 1 0,-8-6 0,1 3 0,6 4 0,-1-1 0,1 1 0,0-1 0,0 0 0,0 0 0,1 0 0,0-1 0,-1 0 0,1 0 0,-4-7 0,-9-15 0,-2 0 0,-1 0 0,-34-34 0,22 35 0,28 23 0,0 1 0,0-1 0,0 0 0,0 0 0,1 0 0,-1 0 0,1-1 0,0 0 0,0 1 0,1-1 0,-1 0 0,1-1 0,-4-5 0,-6-24 0,-2 1 0,-1 1 0,-26-41 0,26 46 0,-15-37 0,20 40 0,-2 0 0,-22-35 0,12 24 0,19 27 0,-1 1 0,0 0 0,-1 0 0,0 0 0,0 1 0,0-1 0,-1 1 0,0 0 0,0 1 0,0-1 0,-9-4 0,-118-45 0,132 54 0,-1 1 0,1 0 0,0-1 0,0 1 0,-1 0 0,1 0 0,0 0 0,-1 0 0,1 0 0,0 0 0,-1 0 0,1 0 0,0 0 0,-1 1 0,1-1 0,0 0 0,0 1 0,-1-1 0,1 1 0,0 0 0,0-1 0,0 1 0,0 0 0,0 0 0,0 0 0,0-1 0,0 1 0,0 0 0,0 0 0,0 1 0,0-1 0,1 0 0,-1 0 0,1 0 0,-1 0 0,1 1 0,-1-1 0,1 0 0,-1 0 0,1 1 0,0 1 0,-2 8 0,0-1 0,1 1 0,0 0 0,2 12 0,-1-15 0,0 27 0,5 129 0,-3-153 0,0-1 0,1 1 0,0-1 0,1 0 0,0 0 0,7 13 0,-5-12 0,0 1 0,-2-1 0,1 1 0,3 19 0,-2 28-1365,-5-33-5461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9:40.0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35 24575,'19'-1'0,"0"-1"0,0-1 0,26-7 0,-23 5 0,44-6 0,256 9 0,-165 4 0,-148-2 0,0-1 0,0 1 0,0 0 0,-1 0 0,1 1 0,0 1 0,0-1 0,-1 1 0,1 1 0,-1 0 0,10 4 0,33 19-1365,-28-15-5461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9:43.8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0 299 24575,'12'0'0,"-1"-1"0,0 0 0,0 0 0,0-1 0,0-1 0,-1 0 0,1 0 0,10-6 0,-14 6 0,0-1 0,0 0 0,0 0 0,-1-1 0,0 0 0,0 0 0,0 0 0,-1-1 0,0 0 0,0 0 0,0 0 0,4-9 0,-3 4 0,1 0 0,0 0 0,0 0 0,1 1 0,0 0 0,1 1 0,12-11 0,29-27 0,-34 31 0,30-23 0,-46 38 0,1 1 0,0-1 0,0 0 0,0 1 0,-1-1 0,1 1 0,0-1 0,0 1 0,0 0 0,0-1 0,0 1 0,0 0 0,0 0 0,0-1 0,0 1 0,0 0 0,0 0 0,0 0 0,0 0 0,0 0 0,0 0 0,0 1 0,0-1 0,-1 0 0,1 0 0,2 1 0,-2 0 0,0 1 0,0-1 0,0 0 0,0 0 0,0 1 0,0-1 0,0 0 0,0 1 0,0-1 0,-1 1 0,1-1 0,-1 1 0,1 0 0,0 2 0,1 8 0,-1 1 0,0-1 0,-1 18 0,0-24 0,-4 1273-1365,4-1251-5461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9:56.7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509 2162 24575,'0'-8'0,"-1"1"0,0 0 0,0 0 0,-1 0 0,1 0 0,-2 0 0,1 0 0,-1 1 0,0-1 0,0 1 0,-1-1 0,0 1 0,0 0 0,0 1 0,-1-1 0,0 1 0,0 0 0,-9-7 0,-7-4 0,-1 1 0,0 1 0,-40-18 0,53 27 0,-1-1 0,2 0 0,-1 0 0,1-1 0,0 0 0,0 0 0,0-1 0,1 0 0,1 0 0,-1 0 0,-9-18 0,6 4 0,0 1 0,1-1 0,1-1 0,-6-26 0,12 38 0,0 1 0,-1 0 0,0 0 0,-1 0 0,0 0 0,0 0 0,-1 1 0,-1 0 0,-12-17 0,13 20 0,0 0 0,0 0 0,0-1 0,1 0 0,0 0 0,0 0 0,1 0 0,0 0 0,-3-11 0,-1-10 0,-5-37 0,6 33 0,-17-129 0,14 105 0,3 1 0,3-2 0,3-60 0,0 84 0,0 19 0,1 0 0,1 0 0,0 0 0,1 0 0,0 0 0,1 0 0,0 1 0,1 0 0,1 0 0,0 0 0,15-22 0,-17 31 0,1 0 0,-1-1 0,1 1 0,0 1 0,0-1 0,9-4 0,-10 6 0,1 0 0,-1 0 0,-1 0 0,1-1 0,0 0 0,-1 0 0,1 0 0,-1 0 0,0 0 0,0-1 0,0 0 0,-1 1 0,4-7 0,-1-1 0,-1 0 0,2 0 0,-1 0 0,1 1 0,1 0 0,0 0 0,1 1 0,14-15 0,36-20 0,-45 35 0,-1 1 0,1-2 0,-2 0 0,0 0 0,13-15 0,-17 17 0,8-12 0,19-20 0,-28 34 0,1 0 0,-1 1 0,1 0 0,0 0 0,0 1 0,1-1 0,8-2 0,-8 3 0,-1 0 0,1-1 0,-1 1 0,7-7 0,-8 6 0,0 1 0,0-1 0,0 2 0,0-1 0,0 1 0,13-5 0,98-15 0,-85 17 0,-2 2 0,-15 2 0,0 0 0,21-7 0,-31 8 0,-1-1 0,0 0 0,1 0 0,-1 0 0,0 0 0,0-1 0,0 0 0,0 0 0,0 0 0,-1 0 0,6-7 0,-3 3 0,0 2 0,1-1 0,-1 1 0,1 0 0,0 0 0,0 1 0,0 0 0,1 0 0,0 0 0,-1 1 0,1 1 0,13-4 0,34-14 0,-15 2-151,1 1-1,0 2 0,1 2 0,0 2 1,1 2-1,0 2 0,0 1 1,75 1-1,-90 5-6674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9:57.7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 24575,'34'0'0,"-12"-1"0,1 1 0,23 4 0,-39-3 0,1 1 0,0 0 0,0 0 0,-1 1 0,1 0 0,-1 0 0,0 1 0,0 0 0,10 7 0,3 3 0,35 17 0,-37-22 0,-1 1 0,-1 0 0,26 21 0,-28-20 0,2 0 0,20 12 0,-19-13 0,30 24 0,-22-12 0,-10-8 0,0-1 0,34 22 0,-30-24 0,-9-6 0,1 1 0,-1 0 0,-1 0 0,1 1 0,-1 1 0,0 0 0,13 15 0,-11-10 0,1 0 0,16 14 0,-16-16 0,-1 0 0,0 1 0,11 15 0,-18-19 0,1-1 0,-1 1 0,-1 0 0,0 1 0,0-1 0,0 0 0,-1 1 0,0 0 0,0 9 0,0 13 0,-2 39 0,-1-42 0,1-21 0,0 0 0,0-1 0,-1 1 0,0 0 0,0 0 0,-1 0 0,1-1 0,-1 1 0,-1-1 0,0 1 0,0-1 0,0 0 0,0 0 0,-1 0 0,0-1 0,0 1 0,-1-1 0,1 0 0,-1 0 0,-10 7 0,7-5 0,-1-1 0,0 0 0,0 0 0,-1-1 0,1 0 0,-1-1 0,0 0 0,-1 0 0,1-1 0,-1-1 0,1 0 0,-1 0 0,0-1 0,-12 0 0,1 0-455,-1 2 0,-26 5 0,22-2-6371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0:04.0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0 291 24575,'0'-15'0,"1"0"0,0-1 0,1 1 0,6-26 0,-7 36 0,1 0 0,0 1 0,0-1 0,0 0 0,0 1 0,1-1 0,0 1 0,0 0 0,0 0 0,0 0 0,1 0 0,-1 1 0,1-1 0,0 1 0,0 0 0,0 0 0,1 0 0,4-2 0,47-17 0,-41 18 0,-1-2 0,1 0 0,-1-1 0,27-17 0,-33 19 0,1 0 0,0 0 0,0 0 0,0 1 0,1 0 0,0 1 0,-1 0 0,1 1 0,0 0 0,15-1 0,13 1 0,57 4 0,-35 1 0,-53-4 0,-1 1 0,1 1 0,0-1 0,0 1 0,-1 1 0,1-1 0,0 1 0,-1 0 0,0 0 0,1 1 0,-1 0 0,0 0 0,0 0 0,-1 1 0,1 0 0,-1 0 0,0 1 0,0-1 0,0 1 0,8 10 0,-7-7 0,0 0 0,0 0 0,0 1 0,-1 0 0,0 0 0,-1 0 0,0 1 0,-1-1 0,0 1 0,0 0 0,-1 0 0,2 12 0,9 79 0,-5-51 0,0 52 0,-8 311 0,-1-395 0,0 0 0,-1 0 0,-1 0 0,-1 0 0,-1-1 0,0 1 0,-9 18 0,9-25 0,-1-1 0,0 0 0,-1-1 0,0 1 0,-1-1 0,1-1 0,-2 1 0,1-1 0,-1-1 0,-1 0 0,-12 8 0,19-13 0,-1 0 0,1 0 0,0 0 0,0 1 0,0-1 0,-2 4 0,5-6 0,-1 1 0,1-1 0,0 1 0,-1-1 0,1 0 0,0 1 0,0-1 0,0 1 0,-1-1 0,1 0 0,0 1 0,0-1 0,0 1 0,0-1 0,0 1 0,0-1 0,0 1 0,0-1 0,0 1 0,0-1 0,0 1 0,0 0 0,1-1 0,-1 1 0,1 0 0,0-1 0,-1 1 0,1 0 0,-1-1 0,1 1 0,0-1 0,0 0 0,-1 1 0,1-1 0,0 1 0,0-1 0,-1 0 0,1 0 0,0 1 0,1-1 0,15 3 0,-1 0 0,1-1 0,-1-1 0,18-1 0,-16-1 0,-1 2 0,1 0 0,31 6 0,-7 1-260,1-2-1,0-1 1,86-4-1,-118-1-62,16 0-6503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1:05.9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705 1603 24575,'58'1'0,"70"-3"0,-116-1 0,0 1 0,0-2 0,-1 1 0,1-2 0,-1 1 0,14-9 0,15-6 0,-32 15 0,1-1 0,-1 0 0,0 0 0,-1-1 0,9-7 0,6-6 0,-17 15 0,0-1 0,0 0 0,-1 0 0,0 0 0,0-1 0,-1 1 0,0-1 0,0 0 0,0 0 0,0 0 0,-1-1 0,0 1 0,2-10 0,-2 5 0,2 1 0,0-1 0,9-18 0,-7 18 0,0-1 0,-1-1 0,-1 1 0,0 0 0,-1-1 0,0 0 0,-1 0 0,1-22 0,-1 17 0,0 12 0,-1-1 0,1 1 0,0 0 0,0 0 0,1 0 0,0 1 0,0-1 0,6-8 0,-4 7 0,-1 0 0,0-1 0,0 0 0,3-8 0,4-21 0,-1-1 0,-2 0 0,-2 0 0,-2-1 0,1-47 0,-5 73 0,0-11 0,-5-44 0,3 60 0,0 0 0,0 0 0,0 1 0,-1-1 0,0 1 0,0-1 0,-1 1 0,0 0 0,-7-9 0,-28-31 0,28 36 0,1 0 0,0-1 0,1-1 0,0 1 0,1-2 0,1 1 0,-8-20 0,13 30 0,1-1 0,-1 1 0,0-1 0,1 1 0,-2 0 0,1 0 0,0 0 0,-1 0 0,1 0 0,-1 0 0,0 1 0,-4-4 0,-3 0 0,0 0 0,-18-8 0,19 11 0,0-1 0,0-1 0,1 1 0,0-1 0,-9-8 0,-3-3 0,0 0 0,-1 2 0,-1 0 0,-44-19 0,58 28 0,1 1 0,0-1 0,0 0 0,-11-11 0,13 11 0,0 0 0,-1 0 0,0 1 0,1 0 0,-2 0 0,1 0 0,-11-4 0,-1 3 0,0 2 0,0 0 0,0 1 0,0 0 0,-1 2 0,-28 2 0,27 0 0,-1-2 0,0 0 0,1-1 0,-39-8 0,32 3 0,-44-3 0,32 4 0,32 4 0,0-1 0,0-1 0,0 1 0,0-1 0,0-1 0,1 1 0,0-1 0,0 0 0,0 0 0,-9-9 0,7 6 0,0 1 0,0 0 0,0 1 0,-1 0 0,-10-5 0,-144-47 0,163 57 0,-1 0 0,1 0 0,-1-1 0,1 1 0,-1 0 0,1 0 0,-1 0 0,0 0 0,1 0 0,-1-1 0,1 1 0,-1 0 0,1 0 0,-1 1 0,1-1 0,-1 0 0,0 0 0,1 0 0,-1 0 0,1 0 0,-1 1 0,1-1 0,-1 0 0,1 0 0,-1 1 0,1-1 0,-1 0 0,1 1 0,-1 0 0,0 0 0,1 0 0,0 0 0,-1 0 0,1 0 0,0 1 0,0-1 0,0 0 0,0 0 0,0 0 0,0 0 0,0 0 0,0 1 0,1 1 0,14 41 0,-13-38 0,7 14 0,2-1 0,0 0 0,20 26 0,11 18 0,-4-7 0,-29-44 0,0 0 0,-1 0 0,0 1 0,-1 0 0,0 1 0,5 16 0,1 23 0,-10-35 0,2 0 0,-1 0 0,2-1 0,1 1 0,11 21 0,72 115-1365,-80-137-5461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1:06.8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1 191 24575,'11'-1'0,"1"0"0,-1-2 0,0 1 0,0-1 0,0 0 0,-1-1 0,19-10 0,-16 8 0,0 1 0,0 0 0,0 0 0,23-3 0,-2 3 0,-11 3 0,-1-1 0,1-2 0,32-10 0,6-4 0,101-20 0,-130 33 0,50-12 0,-62 13-341,1 1 0,-1 0-1,27 0 1,-21 3-6485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1:08.0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0 177 24575,'3'0'0,"0"1"0,0-1 0,0 1 0,0-1 0,1 0 0,-1 0 0,5-2 0,0 2 0,-3 0 0,0 0 0,0 0 0,0-1 0,0 0 0,0 0 0,0 0 0,-1 0 0,1-1 0,0 0 0,-1 0 0,1 0 0,-1 0 0,0-1 0,0 1 0,0-1 0,0 0 0,0-1 0,-1 1 0,1-1 0,-1 1 0,0-1 0,0 0 0,0 0 0,3-8 0,-1 2 0,1 0 0,0 0 0,1 1 0,0 0 0,0 0 0,1 0 0,0 1 0,0 0 0,1 1 0,16-11 0,-24 17 0,1 0 0,-1 1 0,0-1 0,1 0 0,-1 1 0,1-1 0,-1 1 0,1 0 0,-1-1 0,1 1 0,0 0 0,-1 0 0,1 0 0,-1 0 0,1 0 0,-1 1 0,1-1 0,0 0 0,-1 1 0,3 0 0,-2 0 0,0 1 0,0-1 0,0 1 0,0-1 0,-1 1 0,1 0 0,0-1 0,-1 1 0,0 0 0,1 0 0,-1 0 0,2 3 0,1 6 0,0 1 0,0-1 0,-1 1 0,2 15 0,-4-23 0,6 31 0,2 14 0,-2 0 0,2 50 0,-10-40 0,2 38 0,0-86 0,0 0 0,1 0 0,0 0 0,1 0 0,1 0 0,6 15 0,-2-7 0,-1 0 0,0 0 0,-2 1 0,0 0 0,-1 0 0,-1 1 0,-1-1 0,-1 0 0,-2 29 0,0-18-1365,1-4-5461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1:26.1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544 2447 24575,'-5'0'0,"0"-1"0,0 0 0,0-1 0,0 1 0,0-1 0,1 0 0,-1 0 0,1-1 0,-1 0 0,1 1 0,0-1 0,-6-5 0,-25-15 0,27 18 0,-1 0 0,1-1 0,1 0 0,-11-9 0,-7-6 0,13 10 0,0 0 0,1-1 0,0 0 0,-14-23 0,8 13 0,5 4 0,1 0 0,0 0 0,1-1 0,1 0 0,1-1 0,1 0 0,1 0 0,-6-30 0,2 8 0,-15-41 0,2 13 0,19 58 0,-2 0 0,1 0 0,-2 0 0,0 1 0,0 0 0,-12-14 0,6 9 0,-15-28 0,21 30 0,1 0 0,0-1 0,1 0 0,1 0 0,0-1 0,1 1 0,-1-25 0,4-115 0,3 76 0,-3-366 0,0 436 0,1 1 0,-1-1 0,2 0 0,-1 1 0,1-1 0,1 1 0,-1 0 0,2-1 0,-1 1 0,1 1 0,0-1 0,0 0 0,1 1 0,0 0 0,1 0 0,-1 1 0,1-1 0,1 1 0,-1 0 0,1 1 0,0 0 0,0 0 0,9-5 0,-11 7 0,0-1 0,0 1 0,-1-1 0,1 0 0,-1-1 0,0 1 0,0-1 0,-1 0 0,1 0 0,-1 0 0,5-10 0,0-4 0,11-40 0,-19 58 0,1-2 0,0 0 0,0 0 0,1-1 0,-1 1 0,1 1 0,0-1 0,0 0 0,0 0 0,0 1 0,0-1 0,0 1 0,1-1 0,3-2 0,1 0 0,1 1 0,0-1 0,13-4 0,-14 7 0,0-1 0,-1-1 0,1 1 0,-1-1 0,1 0 0,-1 0 0,9-9 0,7-12 0,-13 15 0,-1 0 0,2 0 0,-1 1 0,1 0 0,1 1 0,0 0 0,0 0 0,16-7 0,-26 14 0,7-1 0,-1-1 0,0-1 0,0 1 0,0-1 0,-1 0 0,1 0 0,-1-1 0,0 0 0,10-11 0,-11 12 0,-1-1 0,1 1 0,0 0 0,0 0 0,1 0 0,-1 1 0,1-1 0,0 1 0,0 1 0,0-1 0,0 1 0,0 0 0,1 1 0,-1-1 0,8 0 0,0 0 0,-1-2 0,18-6 0,-24 7 0,-1-1 0,1-1 0,-1 1 0,0-1 0,0 0 0,-1 0 0,10-12 0,-10 12 0,0-1 0,0 0 0,1 1 0,0 0 0,0 0 0,0 1 0,0 0 0,14-7 0,80-15 0,29-5 0,-103 25 0,0 1 0,1 1 0,-1 1 0,52 1 0,-45 2 0,1-1 0,47-9 0,-32 2 0,94-4 0,52 12 0,-74 2 0,-27-2-1365,-66 0-5461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1:29.6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24575,'0'9'0,"1"1"0,0-1 0,1 0 0,0 1 0,0-1 0,1 0 0,0 0 0,1 0 0,0-1 0,0 1 0,1-1 0,0 0 0,1 0 0,-1-1 0,1 1 0,13 11 0,61 75 0,4 4 0,-65-77 0,21 31 0,-30-37 0,1 0 0,1-1 0,0 0 0,1-1 0,17 14 0,-13-13 0,-1 0 0,16 18 0,-17-16 0,1-1 0,17 14 0,-19-19 0,-1 0 0,-1 1 0,0 1 0,21 24 0,-28-28 0,0-1 0,0 1 0,-1 0 0,0 0 0,-1 0 0,0 0 0,0 1 0,-1 0 0,0-1 0,2 18 0,-1 19 0,-2 0 0,-6 54 0,5-95 0,-1 1 0,0-1 0,0 0 0,0 0 0,-1 0 0,0 0 0,1 0 0,-1 0 0,0-1 0,-1 1 0,-4 5 0,-2 1 0,0-2 0,-16 14 0,-10 8 0,5-2 0,-2-1 0,-1-2 0,-54 33 0,41-27 0,37-24 0,0 0 0,0-1 0,0 0 0,-1 0 0,0-1 0,0 0 0,-1-1 0,1 0 0,-21 4 0,24-8 0,0 1 0,0 0 0,0 0 0,0 1 0,0 0 0,0 0 0,1 1 0,-1 0 0,1 0 0,-1 1 0,1-1 0,0 1 0,-7 7 0,7-5-195,-1 0 0,0 0 0,0-1 0,-1 0 0,1 0 0,-15 6 0,0-4-6631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1:31.3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1 132 24575,'9'-1'0,"1"-1"0,-1 0 0,1 0 0,-1-1 0,0 0 0,0 0 0,0-1 0,10-6 0,-7 4 0,0 1 0,1 0 0,21-6 0,13 6 0,-40 5 0,1 0 0,-1-1 0,0 0 0,0 0 0,0 0 0,1-1 0,-1 0 0,-1 0 0,1-1 0,11-6 0,-8 3 0,1-1 0,0 2 0,0 0 0,0 0 0,0 1 0,1 0 0,0 1 0,0 0 0,0 1 0,0 0 0,0 1 0,0 1 0,14 0 0,-7 0 0,-1 1 0,0 0 0,0 2 0,0 0 0,22 6 0,-35-7 0,0-1 0,0 1 0,0 0 0,0 1 0,0-1 0,0 1 0,-1 0 0,1 0 0,-1 0 0,0 0 0,0 1 0,0 0 0,-1 0 0,1 0 0,-1 0 0,0 1 0,0-1 0,0 1 0,-1-1 0,1 1 0,-1 0 0,2 7 0,30 173 0,-31-173 0,0 1 0,1-1 0,0 0 0,12 21 0,-10-21 0,0 0 0,-1 0 0,-1 0 0,5 22 0,-4 13 0,-2 1 0,-5 78 0,-1-33 0,4-67 0,-1-10 0,0-1 0,-4 29 0,3-39 0,0 0 0,-1 0 0,1 0 0,-1 0 0,0-1 0,-1 1 0,1 0 0,-1-1 0,0 1 0,0-1 0,0 0 0,-5 5 0,-6 5 0,0 0 0,-1 0 0,0-2 0,-1 1 0,-1-2 0,0 0 0,-33 15 0,14-14 0,-40 10 0,152-20 0,-67-2 0,1-1 0,0 1 0,0 0 0,1 0 0,-1 1 0,0 1 0,0 0 0,0 0 0,0 1 0,13 5 0,-2 2 0,0-1 0,1-1 0,1-2 0,31 7 0,-41-11 0,0 2 0,0-1 0,0 1 0,-1 1 0,0 1 0,1-1 0,-2 2 0,1 0 0,11 9 0,-19-13 0,-1 0 0,1 0 0,-1 1 0,1-1 0,-1 1 0,0 0 0,-1 0 0,1 0 0,-1 0 0,1 1 0,-1-1 0,0 1 0,-1-1 0,1 1 0,-1 0 0,0 0 0,0-1 0,-1 1 0,1 0 0,-1 0 0,0 0 0,0 0 0,-1 0 0,0 0 0,1-1 0,-2 1 0,-1 6 0,-12 28 0,-35 65 0,47-99 0,0 0 0,-1-1 0,0 1 0,0-1 0,0 0 0,0 0 0,0 0 0,-1-1 0,0 1 0,-6 2 0,5-2 0,1-1 0,0 1 0,0-1 0,0 1 0,0 1 0,1-1 0,0 1 0,-7 8 0,6-3 0,-1-1 0,-1 0 0,0 0 0,0 0 0,-1-1 0,0 0 0,0-1 0,-1 1 0,0-1 0,0-1 0,-1 0 0,-10 5 0,10-5 0,1 0 0,-1 1 0,1 0 0,-9 10 0,8-8 0,0-1 0,0 0 0,-12 7 0,17-12-73,-9 6-142,0-2 0,-1 1-1,0-2 1,0 0-1,-16 4 1,7-6-6611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2:13.2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67 0 24575,'-2'1'0,"1"-1"0,-1 1 0,1 0 0,-1-1 0,1 1 0,0 0 0,-1 0 0,1 0 0,0 0 0,-1 0 0,1 0 0,0 0 0,0 1 0,0-1 0,0 0 0,0 0 0,-1 3 0,-15 26 0,17-28 0,-5 9 0,0 0 0,2 0 0,-1 1 0,2-1 0,-1 1 0,-1 24 0,5 76 0,1-60 0,-1 488 0,-1-524 0,1 0 0,1 0 0,0-1 0,1 1 0,0-1 0,2 0 0,0 0 0,8 18 0,-3-17 0,1-1 0,0-1 0,17 18 0,-13-15 0,20 28 0,67 97 0,-84-117 0,35 34 0,-31-36 0,25 34 0,-35-42 0,1 0 0,1-1 0,0-1 0,23 17 0,19 18 0,-28-21 0,-7-6 0,0-1 0,44 32 0,-44-38 0,-10-6 0,0-1 0,1 0 0,0 0 0,22 8 0,-20-10 0,-1 2 0,0-1 0,-1 2 0,0 0 0,23 18 0,-24-16 0,1-1 0,0 0 0,1-1 0,-1-1 0,26 11 0,-12-8 0,-1 2 0,27 15 0,-30-14 0,0-1 0,47 16 0,-63-26 0,4 0 0,-1 1 0,0 0 0,0 0 0,0 1 0,-1 0 0,1 1 0,-1 0 0,0 0 0,9 8 0,-4-2 0,1 0 0,1-1 0,-1-1 0,1 0 0,1-1 0,0 0 0,17 5 0,6 3 0,-25-8 0,0 0 0,-1 0 0,0 1 0,20 19 0,13 10 0,113 67 0,-144-94 13,0 1 0,-1 0 0,13 15 0,5 4-1430,-10-12-5409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2:14.5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24575,'7'6'0,"0"0"0,1-1 0,-1 1 0,1-1 0,1-1 0,-1 0 0,1 0 0,-1-1 0,16 4 0,-15-4 0,0 0 0,1 0 0,-1 1 0,0 0 0,-1 1 0,1 0 0,-1 0 0,13 11 0,5 13 0,-20-21 0,1-1 0,0 0 0,1 0 0,-1 0 0,14 8 0,-8-6 0,-1 0 0,1 0 0,-2 1 0,1 1 0,-1 0 0,-1 1 0,0 0 0,-1 0 0,0 1 0,8 16 0,-4-9 0,0-1 0,27 30 0,-23-30 0,27 41 0,-16-7 0,-19-35 0,1 0 0,1 0 0,18 23 0,-19-29 0,0 0 0,-1 1 0,-1 0 0,0 0 0,-1 1 0,0 0 0,-1 0 0,7 25 0,-13-36 0,1-1 0,-1 1 0,-1 0 0,1-1 0,0 1 0,0 0 0,-1-1 0,0 1 0,1-1 0,-1 1 0,0-1 0,0 1 0,-1-1 0,1 0 0,0 0 0,-1 1 0,1-1 0,-1 0 0,0 0 0,0 0 0,0-1 0,0 1 0,0 0 0,0-1 0,-3 2 0,-6 5 0,-1-1 0,-1-1 0,-18 7 0,25-10 0,-11 3 0,-1-1 0,-18 3 0,20-4 0,0 0 0,1 0 0,-20 9 0,9 0-120,6-3-87,0 0-1,-1-2 1,0 0-1,0-1 0,-31 6 1,27-11-6619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06.2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1402 2 24575,'-81'-1'0,"-91"3"0,144 2 0,-41 11 0,34-7 0,31-6 0,0-1 0,0 1 0,0-1 0,1 1 0,-1 0 0,0 0 0,1 1 0,0-1 0,0 1 0,0 0 0,0 0 0,0 0 0,0 0 0,1 0 0,-5 7 0,5-6 0,-1 0 0,0 0 0,-1 0 0,1 0 0,0-1 0,-1 1 0,0-1 0,0 0 0,0 0 0,-8 4 0,-7 1 0,-1 0 0,0-2 0,0 0 0,0-1 0,-30 4 0,35-7 0,0 1 0,1 0 0,0 1 0,0 1 0,0 0 0,0 1 0,1 0 0,0 1 0,0 1 0,1 0 0,-15 13 0,10-10 0,1-1 0,-1 0 0,-30 11 0,-6 4 0,17-8 0,19-9 0,0 0 0,-16 12 0,3-1 0,23-16 0,1 1 0,0 0 0,-1 0 0,1 1 0,1-1 0,-1 1 0,1 1 0,0-1 0,0 1 0,0 0 0,-4 8 0,3-3 0,2-4 0,1 0 0,-2 1 0,1-1 0,-1-1 0,0 1 0,0-1 0,-10 10 0,-2-4 0,2 1 0,-1 1 0,2 1 0,0 0 0,1 1 0,0 0 0,-19 34 0,25-37 0,1 0 0,0 1 0,1-1 0,0 1 0,1 0 0,1 0 0,1 1 0,-2 23 0,1 34 0,8 79 0,-4-145 6,0 0-1,1 0 1,-1 0 0,2 0-1,-1 0 1,1-1-1,-1 1 1,1-1 0,1 1-1,-1-1 1,1 0-1,0 0 1,0-1 0,1 1-1,9 7 1,5 3-260,2-1 1,36 19 0,-36-22-442,0 1-6131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07.5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28 24575,'1'1'0,"0"-1"0,0 0 0,0 1 0,0-1 0,0 1 0,0-1 0,0 1 0,0-1 0,0 1 0,0 0 0,0-1 0,0 1 0,-1 0 0,1 0 0,0 0 0,0 0 0,0 1 0,15 22 0,-8-11 0,-2-7 0,-1 1 0,2-1 0,-1-1 0,9 7 0,18 15 0,-21-13 0,25 20 0,-31-30 0,1 1 0,-1-1 0,1-1 0,0 1 0,0-1 0,0-1 0,8 3 0,5 2 0,-1 0 0,21 12 0,12 4 0,-48-21 0,1 1 0,-1-1 0,0 0 0,0 1 0,6 5 0,10 7 0,-20-15 0,1 0 0,-1 0 0,0 0 0,1 0 0,-1 0 0,0 0 0,0 0 0,1 1 0,-1-1 0,0 0 0,1 0 0,-1-1 0,0 1 0,0 0 0,1 0 0,-1 0 0,0 0 0,1 0 0,-1 0 0,0 0 0,0 0 0,1-1 0,-1 1 0,0 0 0,0 0 0,1 0 0,-1 0 0,0-1 0,0 1 0,0 0 0,1 0 0,-1-1 0,0 1 0,0 0 0,0 0 0,0-1 0,0 1 0,1 0 0,-1-1 0,0 1 0,0 0 0,0 0 0,0-1 0,0 1 0,0 0 0,0-1 0,0 1 0,0 0 0,0-1 0,1-18 0,-1 17 0,-5-251-1365,5 225-5461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09.0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1209 24575,'510'0'0,"-502"0"0,1 0 0,-1-1 0,1 0 0,-1-1 0,0 0 0,0 0 0,1-1 0,-2 0 0,1 0 0,10-6 0,-6 1 0,0-1 0,0 0 0,-1 0 0,0-1 0,10-13 0,3-3 0,-10 13 0,-2-1 0,0-1 0,20-29 0,-23 29 0,1 0 0,18-20 0,5-6 0,-29 35 0,-1-2 0,1 1 0,-1 0 0,0-1 0,-1 1 0,0-1 0,0 0 0,-1 0 0,0 0 0,1-12 0,-2 13 0,0 0 0,1 0 0,-1 0 0,2 1 0,-1-1 0,1 0 0,0 1 0,0-1 0,1 1 0,0 0 0,0-1 0,1 1 0,6-9 0,-2 6 0,-3 5 0,0-1 0,0 0 0,-1 0 0,1 0 0,-1-1 0,-1 0 0,1 0 0,-1 0 0,0 0 0,0 0 0,-1 0 0,0-1 0,2-10 0,1-8 0,1-1 0,1 1 0,18-46 0,-19 57 0,-2 0 0,0 0 0,0 0 0,-1-1 0,1-28 0,-5-78 0,-1 61 0,3 33 0,-1 15 0,1-1 0,-2 1 0,0 0 0,-4-24 0,4 33 0,0 1 0,1-1 0,-1 1 0,-1-1 0,1 1 0,0-1 0,0 1 0,-1 0 0,1 0 0,-1 0 0,0 0 0,0 0 0,0 0 0,0 0 0,0 1 0,0-1 0,0 0 0,0 1 0,-1 0 0,1 0 0,-1 0 0,1 0 0,-1 0 0,1 0 0,-1 0 0,1 1 0,-1-1 0,-3 1 0,3 0 0,0 0 0,-1 0 0,1 1 0,0 0 0,0-1 0,0 1 0,-1 0 0,1 0 0,0 1 0,0-1 0,1 0 0,-1 1 0,0 0 0,0 0 0,1 0 0,-4 3 0,-5 5 0,0 1 0,-11 15 0,8-9 0,-50 62 63,-29 31-1491,74-90-5398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09.5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24575,'14'0'0,"0"0"0,0 1 0,0 1 0,-1 0 0,18 5 0,-25-5 0,0 1 0,0-1 0,0 1 0,0 1 0,0-1 0,-1 1 0,1 0 0,-1 0 0,0 0 0,0 1 0,-1 0 0,0 0 0,5 6 0,5 11 0,0 1 0,-1 0 0,10 29 0,-14-35 0,-1-1 0,19 26 0,-17-29 0,-1 0 0,-1 1 0,0 0 0,5 16 0,7 32-1365,-10-35-5461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16.6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2 349 24575,'0'-28'0,"-1"11"0,1 0 0,0 0 0,1 0 0,1 0 0,1 1 0,0-1 0,1 0 0,10-23 0,-2 10 0,-6 14 0,1 1 0,15-26 0,-20 37 0,0 1 0,1 0 0,-1 0 0,1 0 0,0 0 0,0 0 0,0 1 0,0-1 0,0 1 0,0 0 0,1 0 0,-1 0 0,1 0 0,-1 1 0,1-1 0,7-1 0,-8 3 0,0 0 0,0 0 0,0 0 0,0 1 0,0-1 0,0 1 0,0 0 0,0-1 0,0 1 0,0 1 0,0-1 0,-1 0 0,1 1 0,0-1 0,-1 1 0,1 0 0,-1 0 0,0 0 0,0 0 0,0 0 0,0 1 0,0-1 0,0 0 0,0 1 0,-1 0 0,2 3 0,5 8 0,-1 0 0,0 1 0,6 23 0,20 78 0,15 87 0,-34-148 0,-9-37 0,0 1 0,2 21 0,-4-22 0,1 1 0,0-1 0,2-1 0,8 22 0,-6-21 0,-2 1 0,0-1 0,6 34 0,-9-11-682,-2 44-1,-2-57-6143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34.8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24575,'5'-1'0,"1"1"0,-1 0 0,0 0 0,1 1 0,-1-1 0,0 1 0,1 0 0,-1 1 0,0-1 0,0 1 0,0 0 0,0 0 0,0 1 0,0-1 0,-1 1 0,1 0 0,-1 1 0,0-1 0,4 5 0,2 0 0,0 1 0,0-2 0,1 0 0,-1 0 0,2-1 0,-1 0 0,1-1 0,-1 0 0,19 4 0,4 3 0,-24-7 0,1 0 0,-2 1 0,16 10 0,12 7 0,-25-17 0,24 13 0,35 25 0,-61-37 0,1 2 0,-1-1 0,0 1 0,-1 1 0,0-1 0,-1 2 0,10 14 0,58 108 0,-65-113 0,-1 1 0,-2 0 0,1 0 0,-2 1 0,-1 0 0,-1 0 0,4 33 0,13 43 0,-21-94 0,2 3 0,1 1 0,-1-1 0,1 0 0,0 0 0,1 0 0,0-1 0,5 7 0,17 23 0,-14-12 0,-2 0 0,0 1 0,-1 0 0,-2 1 0,7 33 0,19 57 46,-17-64-1457,-11-31-5415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36.0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91 24575,'4'1'0,"-1"0"0,1 0 0,-1 1 0,0-1 0,0 1 0,1-1 0,4 5 0,2 0 0,-4-3 0,-1 1 0,0 0 0,1 0 0,-2 0 0,1 1 0,-1 0 0,1 0 0,-1 0 0,3 6 0,31 54 0,-34-56 0,5 11 0,-1 0 0,9 34 0,-13-37 0,0-1 0,2 0 0,0 0 0,1-1 0,13 24 0,-7-19 0,-8-12 0,0 0 0,0 0 0,1-1 0,7 8 0,-11-13 0,-1-1 0,1 1 0,0-1 0,-1 0 0,1 1 0,0-1 0,0 0 0,0 0 0,0 0 0,0-1 0,0 1 0,1 0 0,-1-1 0,0 1 0,0-1 0,0 0 0,1 0 0,-1 0 0,0 0 0,0 0 0,0 0 0,4-1 0,-4 0 0,0 0 0,0 0 0,0 0 0,0 0 0,0-1 0,0 1 0,0-1 0,-1 1 0,1-1 0,0 0 0,-1 1 0,1-1 0,-1 0 0,0 0 0,1 0 0,-1 0 0,0 0 0,0 0 0,0-1 0,-1 1 0,1 0 0,0 0 0,-1-4 0,3-7 0,-1 0 0,-1-25 0,0 33 0,-3-219 133,-1 60-1631,3 137-5328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42.7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262 1675 24575,'5'0'0,"0"-1"0,0 0 0,0 0 0,0 0 0,0 0 0,0-1 0,-1 0 0,1 0 0,0 0 0,-1 0 0,1-1 0,-1 0 0,0 0 0,0 0 0,0 0 0,0-1 0,-1 1 0,1-1 0,3-5 0,5-9 0,0-1 0,-1 0 0,11-25 0,-4 7 0,-8 19 0,39-82 0,-43 85 0,-1 0 0,0 0 0,-1-1 0,-1 1 0,1-17 0,-2 20 0,0 0 0,0 0 0,1 0 0,1 0 0,0 1 0,1 0 0,8-16 0,-3 5 0,0-1 0,-2 0 0,-1-1 0,0 0 0,5-40 0,-7 10 0,-2-81 0,-2 45 0,-4-72 0,1 146 0,0 1 0,-1 0 0,0 0 0,-1 0 0,-1 0 0,0 1 0,-1 0 0,-1 0 0,-12-20 0,4 12 0,-15-31 0,-8-11 0,33 57 0,-2 0 0,1 1 0,-1-1 0,0 2 0,0-1 0,0 1 0,-9-5 0,-21-16 0,29 19 0,1 0 0,-2 1 0,1 0 0,-1 0 0,0 1 0,0 0 0,-1 1 0,1 0 0,-1 0 0,-15-3 0,1 2 0,13 4 0,0-1 0,0-1 0,0 1 0,1-2 0,-1 0 0,1 0 0,0-1 0,0 0 0,-9-7 0,13 7 0,-1-1 0,0 1 0,0 1 0,0-1 0,-15-5 0,21 9 0,-1 0 0,1 1 0,-1-1 0,1 1 0,-1 0 0,0-1 0,1 1 0,-1 0 0,1 0 0,-1 0 0,1 0 0,-1 0 0,0 1 0,1-1 0,-1 0 0,1 1 0,-1-1 0,1 1 0,-1 0 0,1-1 0,0 1 0,-1 0 0,1 0 0,0 0 0,-1 0 0,1 0 0,0 0 0,0 0 0,0 0 0,0 0 0,0 1 0,0-1 0,0 0 0,0 1 0,1-1 0,-1 1 0,1-1 0,-2 3 0,-1 6 0,0 0 0,1 0 0,0 0 0,0 1 0,0 18 0,5 58 0,0-35 0,-2-42 0,0 0 0,0 1 0,1-1 0,1 0 0,-1 1 0,2-1 0,-1-1 0,2 1 0,-1 0 0,9 12 0,6 15 0,7 14 0,-20-41 2,0 1-1,7 18 0,11 19 57,-22-45-188,0 0 0,0 0 1,1 0-1,0 0 0,-1 0 1,1 0-1,0-1 0,0 1 0,1-1 1,5 4-1,11 2-6696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43.7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98 24575,'0'0'0,"1"-1"0,-1 0 0,0 0 0,0 0 0,1 0 0,-1 0 0,1 0 0,-1 0 0,1 1 0,-1-1 0,1 0 0,-1 0 0,1 1 0,0-1 0,-1 0 0,1 1 0,0-1 0,0 0 0,0 1 0,-1-1 0,1 1 0,2-1 0,25-10 0,-14 6 0,16-7 0,1 2 0,56-11 0,-58 14 0,14 0 0,0 3 0,0 1 0,80 5 0,-36 0 0,-62-1 0,-1 0 0,0 2 0,1 1 0,-1 1 0,-1 1 0,42 17 0,-42-15-1365,-2-2-5461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46.1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1 448 24575,'-1'-48'0,"3"-58"0,-1 100 0,1 0 0,-1 0 0,1 0 0,0 0 0,1 1 0,-1-1 0,1 1 0,0-1 0,7-7 0,-5 6 0,-1 0 0,0-1 0,0 0 0,4-8 0,-2-4 0,-1 1 0,2 0 0,0 1 0,1-1 0,15-24 0,-20 39 0,0 0 0,-1 1 0,1-1 0,1 1 0,-1 0 0,1 0 0,-1 0 0,1 0 0,0 0 0,6-3 0,-7 5 0,1 0 0,-1 0 0,0 0 0,0 1 0,1-1 0,-1 1 0,1-1 0,-1 1 0,0 0 0,1 1 0,-1-1 0,0 1 0,1-1 0,-1 1 0,0 0 0,4 2 0,-3-1 0,0 0 0,0 0 0,-1 1 0,0-1 0,1 1 0,-1 0 0,0 0 0,0 0 0,-1 1 0,1-1 0,0 0 0,-1 1 0,0 0 0,0 0 0,2 5 0,1 3 0,-1-1 0,0 1 0,-1 0 0,2 14 0,-2-12 0,0 0 0,1-1 0,1 1 0,10 19 0,3 11 0,-13-28 0,0 1 0,-1-1 0,-1 1 0,2 35 0,-7 71 0,0-53 0,1 533-1365,1-576-5461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52.1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1427 2485 24575,'3'0'0,"0"0"0,0-1 0,0 1 0,0-1 0,0 0 0,0 0 0,0 0 0,0-1 0,0 1 0,-1-1 0,1 1 0,0-1 0,-1 0 0,0 0 0,1 0 0,-1 0 0,0-1 0,4-4 0,3-5 0,-1-2 0,12-23 0,-4 8 0,24-49 0,-28 53 0,1-1 0,23-32 0,-28 46 0,-1-1 0,-1 0 0,0 0 0,-1-1 0,0 1 0,-1-1 0,-1 0 0,3-22 0,-1 12 0,12-41 0,-7 37 0,2-1 0,0 1 0,2 1 0,19-28 0,-21 37 0,-1-1 0,-1-1 0,0 0 0,-2 0 0,0-1 0,-2 0 0,0 0 0,-1-1 0,-1 0 0,-1 1 0,-1-1 0,-2-41 0,-3-255 0,3 307 0,0-1 0,-1 1 0,0-1 0,-1 1 0,-6-19 0,7 25 0,-1 1 0,0-1 0,0 1 0,-1-1 0,1 1 0,-1 0 0,0 0 0,0 0 0,0 1 0,-1-1 0,1 1 0,-1-1 0,0 1 0,0 1 0,-7-5 0,-1 0 0,6 5 0,0-1 0,1 1 0,-1-2 0,1 1 0,0 0 0,0-1 0,0 0 0,0 0 0,1-1 0,-1 1 0,1-1 0,1 0 0,-1 0 0,-5-10 0,7 10 0,-1 0 0,0 1 0,0-1 0,-1 0 0,1 1 0,-1 0 0,0 0 0,0 0 0,-6-4 0,-4-1 0,-26-14 0,29 17 0,0 0 0,0 0 0,1-1 0,0 0 0,-10-10 0,-1-5 0,17 16 0,-1 0 0,0 1 0,0 0 0,0 0 0,-1 0 0,1 1 0,-1-1 0,0 1 0,-1 1 0,1-1 0,-12-3 0,10 5 0,0-1 0,0 1 0,0-1 0,1-1 0,-1 1 0,1-1 0,-1 0 0,2-1 0,-1 0 0,0 0 0,1-1 0,-6-5 0,3 2 0,-1 1 0,1 1 0,-1-1 0,-18-8 0,17 10 0,1-1 0,0 0 0,0 0 0,-12-12 0,6 5 0,0 1 0,-1 1 0,0 0 0,-1 1 0,-1 0 0,-33-12 0,28 12 0,-1-1 0,1-1 0,-27-20 0,43 27 0,0 1 0,0 1 0,-1-1 0,0 1 0,0 1 0,0 0 0,-13-3 0,-33-13 0,50 16 0,0 0 0,1 0 0,-1-1 0,1 1 0,-1-1 0,1 0 0,-4-5 0,5 5 0,0 0 0,-1 0 0,0 1 0,0-1 0,0 1 0,0 0 0,-1 0 0,1 0 0,-8-3 0,-22-4 0,24 7 0,0 0 0,0 0 0,1 0 0,-1-2 0,1 1 0,0-1 0,0 0 0,-14-12 0,16 10 0,0-1 0,0 1 0,-1 1 0,0 0 0,-1 0 0,1 0 0,-1 1 0,0 0 0,0 1 0,-1 0 0,1 0 0,-1 1 0,0 1 0,-11-3 0,-32-4 0,1-3 0,0-2 0,-68-27 0,84 28 0,25 10 0,0 0 0,0-2 0,0 1 0,0-2 0,-10-6 0,18 11 0,1-1 0,0 1 0,-1-1 0,1 1 0,-1 0 0,1 0 0,-1 0 0,0 0 0,0 1 0,1-1 0,-1 1 0,-4-1 0,6 1 0,0 0 0,1 0 0,-1 1 0,0-1 0,1 0 0,-1 0 0,0 0 0,1 1 0,-1-1 0,1 0 0,-1 1 0,0-1 0,1 0 0,-1 1 0,1-1 0,-1 1 0,1-1 0,-1 1 0,1-1 0,0 1 0,-1 0 0,0 1 0,1 0 0,-1-1 0,1 1 0,-1-1 0,1 1 0,0 0 0,0-1 0,0 1 0,0 0 0,0-1 0,0 1 0,1 3 0,2 3 0,0 1 0,0-1 0,1 0 0,0 0 0,1 0 0,-1 0 0,1-1 0,7 7 0,9 16 0,75 111 0,-79-105 0,-15-30 0,0 0 0,0 0 0,1-1 0,0 1 0,0-1 0,1 0 0,0 0 0,5 6 0,23 18 0,26 26 0,-53-49 0,0 0 0,0 0 0,-1 1 0,1 0 0,-2-1 0,1 2 0,4 11 0,-4-5 0,-2-7 0,0 0 0,1 0 0,-1-1 0,1 1 0,0-1 0,8 11 0,13 24 61,-21-34-265,0 0 0,0-1 1,1 1-1,0-1 0,1 0 1,9 10-1,2-4-6622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52.9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0 349 24575,'0'-3'0,"0"0"0,1-1 0,-1 1 0,1 0 0,-1 0 0,1 0 0,0 0 0,0 0 0,0 0 0,1 0 0,-1 0 0,1 0 0,-1 1 0,1-1 0,0 0 0,0 1 0,0 0 0,1-1 0,-1 1 0,0 0 0,1 0 0,0 0 0,3-2 0,5-1 0,1 0 0,0 0 0,0 1 0,20-4 0,0-1 0,50-11 0,-63 17 0,-1-1 0,1 0 0,-1-2 0,0 0 0,28-15 0,-33 13 0,1 0 0,1 1 0,-1 0 0,1 1 0,0 0 0,0 2 0,24-5 0,-25 7 0,-1-1 0,1-1 0,0 0 0,-1-1 0,0 0 0,0-1 0,0-1 0,14-9 0,-16 9 0,0 2 0,1-1 0,0 1 0,0 1 0,0 0 0,1 1 0,17-3 0,4 3 0,48 1 0,0 0 0,-54-1 67,31-7 0,12-2-1566,-44 9-5327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55.0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35 24575,'2'-1'0,"1"1"0,-1-1 0,1 0 0,-1 1 0,1-1 0,-1 0 0,0-1 0,4-1 0,13-6 0,1 4 0,0 1 0,1 1 0,32-1 0,66 6 0,-45 0 0,-60-2 0,0 1 0,0 0 0,-1 1 0,27 7 0,-33-7 0,-1 0 0,0 1 0,0-1 0,-1 1 0,1 1 0,0-1 0,-1 1 0,0 0 0,0 0 0,0 1 0,0-1 0,6 9 0,-5-4 0,10 13 0,14 26 0,-25-40 0,-1 1 0,0 0 0,-1 0 0,1 0 0,-2 0 0,3 18 0,10 59 0,-8-53 0,-2 0 0,1 35 0,-6 278 0,-1-151 0,1-188 0,0 0 0,0 0 0,-1 0 0,0 0 0,-3 9 0,3-13 0,0 0 0,0 0 0,-1-1 0,1 1 0,-1 0 0,0-1 0,1 1 0,-1-1 0,0 1 0,-1-1 0,1 0 0,0 0 0,-1 0 0,-3 2 0,1-1 0,0 0 0,0 1 0,1 0 0,0-1 0,-8 9 0,12-11 0,-1 0 0,1-1 0,-1 1 0,1 0 0,-1 0 0,1 0 0,0-1 0,-1 1 0,1 0 0,0 0 0,0 0 0,-1 0 0,1 0 0,0 0 0,0-1 0,0 1 0,0 0 0,1 2 0,-1-2 0,1 0 0,-1 0 0,1 0 0,-1-1 0,1 1 0,0 0 0,0 0 0,-1 0 0,1-1 0,0 1 0,0 0 0,0-1 0,0 1 0,0 0 0,0-1 0,0 0 0,0 1 0,0-1 0,2 1 0,16 3 0,1 0 0,0-2 0,-1 0 0,1-1 0,0-1 0,26-3 0,7 0 0,75 2-1365,-100 1-5461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4:02.0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 2035 24575,'-1'-3'0,"1"1"0,-1-1 0,0 1 0,1-1 0,-1 1 0,0 0 0,-1-1 0,-2-3 0,-5-13 0,3-10 0,1 0 0,2-1 0,1 1 0,1-1 0,3-38 0,0 8 0,-2-258 0,1 309 0,-1-1 0,1 0 0,1 1 0,0-1 0,0 1 0,1-1 0,0 1 0,0 0 0,1 0 0,7-11 0,-6 9 0,0 0 0,0-1 0,-2 1 0,1-1 0,-1 0 0,2-21 0,-3-71 0,-1 13 0,2 70 0,9-37 0,-7 38 0,-1 0 0,2-22 0,-6 33 0,1 0 0,0 0 0,1 0 0,-1 0 0,2 0 0,-1 0 0,1 1 0,1-1 0,-1 1 0,2 0 0,-1 0 0,1 0 0,6-7 0,-3 3 0,1 0 0,12-24 0,-18 29 0,0 0 0,0 0 0,1 1 0,1-1 0,-1 1 0,1 0 0,0 0 0,0 0 0,1 1 0,-1 0 0,1 0 0,0 0 0,14-7 0,6-2 0,-1-1 0,0-1 0,24-21 0,35-22 0,-67 49 0,2 1 0,20-7 0,-18 8 0,26-14 0,-26 8 0,-1 0 0,24-21 0,-26 19 0,38-24 0,-48 35 0,0 1 0,1 0 0,-1 0 0,1 1 0,0 0 0,0 1 0,0 0 0,14-2 0,35 3 0,-38 1 0,33-5 0,-46 4 0,0 0 0,0-1 0,0 0 0,0-1 0,0 0 0,0 0 0,-1 0 0,8-5 0,7-8 0,-10 9 0,0-1 0,0 1 0,0 1 0,15-6 0,-2 2 0,134-46 0,-128 47 0,-9 2 0,0 1 0,0 1 0,1 1 0,24-2 0,306 5 0,-164 3 0,1239-2-1365,-1400 0-5461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4:02.8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24575,'8'0'0,"-1"0"0,0 1 0,0 0 0,0 0 0,1 0 0,-1 1 0,0 0 0,9 5 0,-6-2 0,0 1 0,0 1 0,0 0 0,11 10 0,-17-14 0,7 8 0,1-1 0,0-1 0,1 0 0,0-1 0,16 8 0,-6-6 0,0-2 0,26 7 0,-35-10 0,0 0 0,0 1 0,21 12 0,15 7 0,2 4 0,-43-23 0,1 0 0,0-1 0,0 0 0,0-1 0,13 4 0,-2-1 0,0 0 0,0 2 0,20 10 0,-27-13 0,0 0 0,1-2 0,0 0 0,28 4 0,-30-5 0,-8-2 0,-1 0 0,0 0 0,0 1 0,0-1 0,0 1 0,0 0 0,0 1 0,0-1 0,-1 1 0,1-1 0,-1 1 0,0 0 0,0 0 0,0 0 0,0 1 0,0-1 0,-1 1 0,1 0 0,-1-1 0,0 1 0,0 0 0,-1 0 0,3 8 0,1 8 0,0 0 0,-1 0 0,1 38 0,-2-30 0,-1-16 0,0 0 0,1 0 0,1 0 0,0-1 0,1 1 0,0-1 0,1 0 0,8 12 0,17 35 0,-27-46 0,0 1 0,0-1 0,-1 1 0,-1 0 0,0 0 0,0 14 0,-2 2 0,-4 47 0,3-68 0,1-1 0,-2 1 0,1-1 0,-1 0 0,0 0 0,-1 1 0,1-2 0,-1 1 0,-1 0 0,1 0 0,-1-1 0,-1 0 0,1 0 0,-1 0 0,0-1 0,0 1 0,-12 8 0,1-2 0,0 0 0,0-2 0,-2 0 0,1-1 0,-1 0 0,0-2 0,-1 0 0,0-1 0,0-1 0,-24 3 0,16-1-1365,6 0-5461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4:08.3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35 24575,'1'-1'0,"-1"-1"0,0 1 0,1 0 0,-1 0 0,0 0 0,1 0 0,-1 0 0,1 0 0,0 0 0,-1 1 0,1-1 0,0 0 0,0 0 0,-1 0 0,1 1 0,0-1 0,0 0 0,0 1 0,0-1 0,0 1 0,0-1 0,0 1 0,0-1 0,0 1 0,0 0 0,0-1 0,2 1 0,33-7 0,-32 7 0,45-4 0,-1 1 0,78 7 0,-121-3 0,0 0 0,0 0 0,0 1 0,0 0 0,-1-1 0,1 2 0,0-1 0,-1 0 0,1 1 0,-1 0 0,0 0 0,7 7 0,3 4 0,25 34 0,-7-10 0,-27-31 0,-1-1 0,0 0 0,0 1 0,0 0 0,-1 0 0,0 0 0,-1 0 0,1 1 0,-1-1 0,-1 1 0,1-1 0,0 13 0,0-6 0,-1-7 0,2 0 0,-1 1 0,1-2 0,0 1 0,0 0 0,1-1 0,0 1 0,0-1 0,10 11 0,-8-10 0,1 2 0,-2-1 0,1 1 0,6 14 0,-7-7 0,0 1 0,4 32 0,3 9 0,-7-34 0,-1-1 0,1 29 0,-1-11 0,-2-35 0,-1 0 0,1 0 0,0 0 0,0 0 0,1 0 0,0-1 0,0 0 0,6 10 0,-4-9 0,-1 1 0,1 1 0,-2-1 0,5 11 0,-4-2 0,0 0 0,-2 0 0,1 1 0,-1 19 0,-5 70 0,1-38 0,2-44 0,0-3 0,-1 0 0,-4 26 0,4-40 0,-1 0 0,1-1 0,-2 1 0,1 0 0,-1-1 0,0 1 0,0-1 0,-1 0 0,0 0 0,-7 9 0,6-10 0,0 1 0,-1-1 0,1 0 0,-1 0 0,0-1 0,-1 0 0,1 0 0,-1 0 0,1-1 0,-1 0 0,-8 2 0,1-1 0,0-1 0,1-1 0,-2-1 0,-27 0 0,24-1 0,6 0 0,-1 0 0,-20 3 0,29-2 0,0 0 0,0 0 0,0 0 0,0 0 0,0 1 0,0 0 0,0 0 0,0 0 0,1 0 0,-1 1 0,-4 4 0,7-6 0,0-1 0,1 0 0,-1 1 0,1-1 0,-1 1 0,1-1 0,-1 1 0,1-1 0,-1 1 0,1 0 0,0-1 0,-1 1 0,1-1 0,0 1 0,0 0 0,-1-1 0,1 1 0,0 0 0,0-1 0,0 1 0,0 0 0,0 0 0,0-1 0,0 1 0,0 0 0,0-1 0,0 2 0,1-1 0,-1-1 0,1 1 0,0 0 0,-1 0 0,1-1 0,0 1 0,0 0 0,0-1 0,0 1 0,-1-1 0,1 1 0,0-1 0,0 1 0,0-1 0,0 0 0,1 1 0,7 1 0,0-1 0,0 0 0,11 0 0,-18-1 0,18-1 0,0 0 0,-1-2 0,1 0 0,29-10 0,-8 3 0,7-3 0,-27 7 0,0 1 0,0 1 0,26-2 0,-23 4 0,47-12 0,-46 9 0,45-6 0,100 10 0,-163 2 0,-12-2 0,-45 0 0,-1 2 0,-86 13 0,99-6-682,-52 3-1,63-10-6143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4:12.3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69 582 24575,'-1'-7'0,"0"0"0,0 0 0,-1 1 0,1-1 0,-2 1 0,1-1 0,-1 1 0,0 0 0,0 0 0,-5-7 0,3 4 0,0 0 0,0 0 0,-5-17 0,5 5 0,1 1 0,1-1 0,0-32 0,5-67 0,1 39 0,-3 68 0,-1 4 0,1-1 0,1 1 0,0 0 0,0 0 0,5-18 0,-5 25 0,0-1 0,0 1 0,0-1 0,1 1 0,0-1 0,-1 1 0,1 0 0,0 0 0,0 0 0,0 0 0,0 0 0,1 0 0,-1 0 0,0 1 0,1-1 0,-1 1 0,1 0 0,0-1 0,-1 1 0,1 1 0,0-1 0,-1 0 0,6 0 0,23-3 0,0 2 0,1 2 0,48 4 0,2 0 0,-31-5 0,-28 0 0,1 0 0,-1 2 0,29 4 0,-46-4 0,-1 0 0,1 1 0,-1-1 0,1 1 0,-1 0 0,0 1 0,0-1 0,0 1 0,0 0 0,0 0 0,-1 0 0,1 1 0,-1 0 0,0 0 0,0 0 0,0 0 0,0 1 0,3 5 0,29 63 0,-17-34 0,-14-28-227,-1 0-1,0 0 1,-1 0-1,0 1 1,2 14-1,-2-1-6598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4:18.1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24575,'3'3'0,"0"1"0,-1-1 0,0 0 0,0 1 0,0 0 0,0-1 0,0 1 0,-1 0 0,1 0 0,-1 0 0,1 6 0,10 25 0,9-3 0,-16-26 0,-1 1 0,0-1 0,0 1 0,0 0 0,0 1 0,-1-1 0,-1 1 0,4 13 0,0 19 0,6 30 0,-6-44 0,3 49 0,-5-36 0,-3-32 0,1 0 0,0 0 0,1-1 0,-1 1 0,1-1 0,0 0 0,1 0 0,-1 0 0,1 0 0,1-1 0,8 10 0,-7-9 0,-1 0 0,0 0 0,-1 1 0,1-1 0,-1 1 0,-1 0 0,1 0 0,-1 1 0,4 11 0,-3 5 0,-1-8 0,0-1 0,10 29 0,-12-41 0,1 1 0,-1-1 0,1 0 0,0 1 0,0-1 0,0 0 0,0 0 0,1-1 0,-1 1 0,1 0 0,-1-1 0,1 0 0,0 1 0,0-1 0,0 0 0,0-1 0,7 4 0,5-1 0,-1-2 0,1 1 0,0-1 0,0-1 0,0-1 0,0 0 0,15-3 0,-10 2 0,1 0 0,32 4 0,-46-2 0,0 0 0,0 1 0,0-1 0,-1 2 0,1-1 0,0 1 0,-1 0 0,0 0 0,0 1 0,0 0 0,8 7 0,21 20 0,-17-14 0,23 18 0,-33-30 0,-1 1 0,0 0 0,0 0 0,-1 1 0,0 0 0,0 0 0,-1 0 0,0 1 0,0 0 0,-1 0 0,7 15 0,-7-9 0,0 1 0,0 0 0,-1 0 0,-1 1 0,-1-1 0,0 19 0,-1 6 0,-4 112 0,3-146 0,0 0 0,-1 0 0,0-1 0,0 1 0,-1-1 0,0 1 0,0-1 0,0 0 0,0 0 0,-1 0 0,0-1 0,0 1 0,0-1 0,0 0 0,-1 0 0,-6 4 0,-2 1 0,0 0 0,-1 0 0,-1-1 0,-27 10 0,19-12-92,0-1-1,0-1 0,0-1 1,-1-1-1,1-1 0,-39-3 1,38 1-625,-3 0-6109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4:18.9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1 100 24575,'0'-2'0,"1"1"0,-1-1 0,1 1 0,0-1 0,0 1 0,-1 0 0,1-1 0,0 1 0,0 0 0,0 0 0,1-1 0,-1 1 0,0 0 0,0 0 0,1 0 0,-1 1 0,2-2 0,26-15 0,-27 16 0,11-4 0,-1 0 0,2 1 0,-1 0 0,0 1 0,19-1 0,29-8 0,-34 5 0,1 2 0,-1 1 0,39-1 0,86 6 0,-56 1 0,634-2-1365,-703 0-5461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09:26.0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0 131 24575,'82'1'0,"91"-3"0,-81-13 0,-62 9 0,41-4 0,19 8 0,-59 2 0,-1-1 0,1-1 0,-1-1 0,1-2 0,43-12 0,113-33 0,-171 46 0,26-3 0,-1 2 0,1 3 0,82 4 0,-36 0 0,261-2 0,-316 2 0,-1 1 0,49 12 0,-37-7 0,17 6 0,-32-7 0,40 5 0,65 9 0,-77-11 0,101 23 0,-132-28 0,-1 1 0,0 2 0,0 0 0,-1 2 0,-1 0 0,1 2 0,39 27 0,-49-29 0,1-1 0,-1-1 0,2 0 0,-1-1 0,25 8 0,-27-9 0,1 0 0,-1 0 0,-1 1 0,1 1 0,-1 0 0,-1 1 0,14 12 0,-9-7 0,0-1 0,31 18 0,-10-11 0,1-2 0,47 16 0,-76-32 0,0 1 0,-1 0 0,0 0 0,1 1 0,-1 0 0,-1 1 0,1 0 0,-1 0 0,0 0 0,0 1 0,11 12 0,2 5 0,1-1 0,1-1 0,1-1 0,1-1 0,0-1 0,2-1 0,34 18 0,-17-10 0,-2 2 0,41 35 0,-22-21 0,-38-27 0,31 25 0,-31-21 0,1-1 0,35 19 0,-37-24 0,0 1 0,0 1 0,31 29 0,-21-15 0,45 32 0,-9-3 0,3 3 0,-34-29 0,-29-24 0,-1-1 0,1 0 0,0-1 0,0 1 0,15 7 0,-14-8 0,0 0 0,0 0 0,-1 0 0,1 1 0,5 7 0,-5-5 0,1-1 0,17 13 0,0-6 0,-16-9 0,-1 0 0,0 0 0,-1 0 0,1 1 0,-1 1 0,0 0 0,11 12 0,-14-14-273,-1 1 0,1-1 0,0-1 0,8 7 0,3 0-6553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09:27.3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203 0 24575,'12'0'0,"0"1"0,0 0 0,0 0 0,-1 1 0,1 0 0,13 6 0,-18-6 0,0 1 0,0 1 0,-1-1 0,1 1 0,-1 1 0,0-1 0,0 1 0,-1 0 0,0 0 0,0 1 0,5 6 0,8 8 0,1 0 0,34 28 0,-29-28 0,31 34 0,-51-48 0,0-1 0,0 1 0,0 0 0,-1 0 0,0 0 0,0 1 0,0-1 0,-1 1 0,2 9 0,-1 3 0,0 0 0,-1 20 0,0-9 0,-1-24 0,0 0 0,1 0 0,-1 0 0,1 0 0,1-1 0,-1 1 0,1-1 0,0 1 0,0-1 0,7 7 0,-6-6 0,-1-1 0,1 0 0,-1 1 0,0-1 0,0 1 0,-1 0 0,0 0 0,2 7 0,-4-12 0,0 1 0,0-1 0,0 0 0,0 1 0,0-1 0,0 0 0,-1 0 0,1 1 0,0-1 0,-1 0 0,1 0 0,-1 0 0,0 1 0,1-1 0,-1 0 0,0 0 0,0 0 0,1 0 0,-1 0 0,0 0 0,0-1 0,0 1 0,0 0 0,0 0 0,-1-1 0,1 1 0,0 0 0,0-1 0,0 1 0,0-1 0,-1 0 0,1 1 0,0-1 0,-1 0 0,-1 0 0,-7 2 0,0 0 0,0-1 0,-14-1 0,17 0 0,-224-4 0,210 2 0,-1 0 0,1-2 0,-29-7 0,2 0 0,40 9 10,1 0 0,-1-1 0,0 0 0,1 0-1,-1-1 1,1 0 0,-11-7 0,-1-4-308,-21-21 0,22 19-550,2 2-5978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09:28.7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2352 2 24575,'-81'-2'0,"-92"5"0,155-1 0,0 2 0,0 0 0,1 1 0,-32 14 0,-25 7 0,31-13 0,-44 21 0,-34 11 0,107-42 0,-1 2 0,1 0 0,-1 1 0,1 0 0,1 1 0,-17 11 0,-61 37 0,60-37 0,-44 31 0,-12 9 0,3-2 0,74-49 0,0-1 0,0 0 0,-1-1 0,-13 5 0,11-5 0,1 0 0,0 1 0,-12 8 0,-85 56 0,78-47 0,-4 3 0,-32 31 0,53-45 0,0 0 0,-22 13 0,25-19 0,1 1 0,0 0 0,0 0 0,1 1 0,0 0 0,0 1 0,-13 18 0,10-11 0,0-1 0,-2 0 0,0-1 0,0 0 0,-1-1 0,-1-1 0,-28 18 0,28-19 0,0 1 0,2 1 0,-23 23 0,-8 8 0,18-21 0,15-14 0,0 1 0,0 0 0,1 1 0,0 1 0,1 0 0,0 0 0,-10 19 0,1 8 0,8-16 0,-22 35 0,27-50 0,-1 0 0,0 0 0,-9 7 0,11-11 0,0 1 0,-1 0 0,2 0 0,-1 1 0,1 0 0,-1-1 0,2 2 0,-1-1 0,-3 8 0,-2 10 0,1 1 0,1 0 0,1 0 0,1 1 0,-2 33 0,4-29 0,-1 1 0,-2-1 0,-12 40 0,9-40 0,1 1 0,2 0 0,-3 33 0,8-1-1365,1-35-5461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09:29.7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24575,'0'447'0,"1"-437"0,0 0 0,0 0 0,1-1 0,0 1 0,0 0 0,1 0 0,1-1 0,-1 0 0,2 0 0,-1 0 0,1 0 0,12 15 0,5 12 0,-16-25 0,1 0 0,0 0 0,1-1 0,0 0 0,14 14 0,2-4 0,-5-4 0,25 27 0,-33-31 0,1 0 0,0-1 0,1 0 0,0-1 0,1-1 0,0 0 0,1-1 0,0 0 0,0-1 0,21 6 0,-27-9 0,0 0 0,-1 0 0,1 1 0,13 10 0,21 11 0,10 3 0,-37-19 0,1-1 0,20 8 0,-30-14 0,-1 1 0,1 0 0,-1-1 0,0 2 0,8 6 0,-8-7 0,-1 1 0,1-1 0,-1 0 0,1-1 0,1 1 0,11 4 0,-13-7 0,1 1 0,0-1 0,0 0 0,0 0 0,0-1 0,0 1 0,0-1 0,0-1 0,0 1 0,0-1 0,0 0 0,0 0 0,0-1 0,0 0 0,0 0 0,-1 0 0,1-1 0,8-5 0,-6 2 0,-1 1 0,-1-1 0,1 0 0,-1-1 0,0 1 0,-1-1 0,1-1 0,-1 1 0,-1-1 0,1 0 0,-1 0 0,3-11 0,13-50 0,-18 56 0,2-1 0,-1 1 0,2 0 0,-1 1 0,2-1 0,0 1 0,9-15 0,10-8 0,-2-2 0,22-45 0,-36 63 0,-1-2 0,0 1 0,-2-1 0,0 0 0,-2 0 0,3-28 0,-5 35 0,1 0 0,0 0 0,1 1 0,0-1 0,1 1 0,0 0 0,1 0 0,1 0 0,0 1 0,1 0 0,0 1 0,17-18 0,-22 25-151,2 0-1,-1 0 0,0 1 0,1 0 1,-1 0-1,1 0 0,0 1 1,5-3-1,13-2-6674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09:30.9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130 0 24575,'-1'3'0,"0"0"0,1 0 0,-1 0 0,0 0 0,-1 0 0,1 0 0,-1 0 0,-1 2 0,-5 10 0,-81 216 0,84-214 0,0 0 0,2 0 0,0 0 0,-1 29 0,5 73 0,0-54 0,0 30-1365,-1-68-5461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09:57.6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974 1 24575,'-318'0'0,"312"0"0,1 0 0,0 0 0,0 0 0,0 1 0,0 0 0,-1 0 0,1 0 0,0 0 0,0 1 0,1 0 0,-1 0 0,0 0 0,1 1 0,-1-1 0,1 1 0,0 0 0,0 1 0,0-1 0,0 1 0,0-1 0,1 1 0,0 0 0,0 1 0,0-1 0,0 0 0,-3 9 0,3-9 0,1 0 0,-1 0 0,1 0 0,-1 0 0,-1-1 0,1 1 0,0-1 0,-1 0 0,0 0 0,-5 4 0,-3 0 0,0-1 0,-16 6 0,21-9 0,0-1 0,1 1 0,-1 0 0,0 1 0,1-1 0,0 1 0,0 1 0,0-1 0,1 1 0,-1 0 0,1 0 0,-6 8 0,-3 11 0,10-15 0,-1 0 0,-13 16 0,-3 1 0,12-15 0,0-1 0,0 1 0,-19 15 0,22-22 0,1-1 0,0 2 0,1-1 0,-1 0 0,1 1 0,0 0 0,0 0 0,0 0 0,1 1 0,0-1 0,0 1 0,0 0 0,1 0 0,0 0 0,0 0 0,-2 9 0,0 0 0,-1 0 0,-1-1 0,-1 0 0,-14 24 0,13-25 0,1 0 0,0 0 0,1 1 0,0 0 0,-5 20 0,-3 27 0,7-36 0,1 1 0,-4 47 0,10 26 0,-1 23 0,0-117-2,0 1 0,-1-1 0,1 0 0,-1 0 0,0 1 0,-1-1 0,1 0 0,-1-1 0,0 1 0,-5 6 0,-6 10-1341,4-3-5483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09:58.9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24575,'2'0'0,"0"0"0,0 1 0,0-1 0,0 1 0,0 0 0,0 0 0,0-1 0,0 1 0,0 0 0,-1 1 0,1-1 0,0 0 0,-1 0 0,1 1 0,-1-1 0,1 1 0,-1-1 0,0 1 0,0 0 0,2 2 0,0 1 0,0 0 0,0 1 0,-1 0 0,1-1 0,1 10 0,-1-6 0,-1 0 0,1-1 0,0 1 0,1-1 0,0 1 0,0-1 0,1 0 0,10 13 0,-6-9 0,-1 0 0,0 0 0,0 1 0,-2 0 0,10 23 0,-12-27 0,0 1 0,1-1 0,0-1 0,1 1 0,0-1 0,0 0 0,1 0 0,10 9 0,-2-4 0,0-1 0,1 0 0,24 13 0,-31-19 0,0 1 0,0-1 0,9 11 0,-10-9 0,1-1 0,-1 0 0,14 8 0,-13-10 0,0-1 0,1 1 0,0-2 0,0 1 0,0-1 0,0-1 0,0 0 0,1 0 0,15 0 0,-22-2 0,0 0 0,0 0 0,0-1 0,-1 1 0,1-1 0,0 0 0,0 0 0,0 0 0,0 0 0,-1-1 0,1 0 0,-1 1 0,1-1 0,-1 0 0,0-1 0,1 1 0,-1-1 0,0 1 0,-1-1 0,1 0 0,0 0 0,-1 0 0,0-1 0,1 1 0,-1 0 0,-1-1 0,3-5 0,1-7 0,-1 1 0,-1-1 0,-1 0 0,1-21 0,3-24 0,2 6-455,-3 0 0,-2-59 0,-3 87-6371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10:04.0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1280 24575,'509'0'0,"-502"0"0,0 0 0,1-1 0,-1 0 0,0 0 0,8-2 0,-12 2 0,0 0 0,-1 0 0,1-1 0,-1 1 0,1-1 0,-1 1 0,1-1 0,-1 0 0,0 0 0,0 0 0,0 0 0,0 0 0,0 0 0,0-1 0,2-4 0,30-66 0,-22 46 0,26-44 0,-25 48 0,-2 0 0,-1 0 0,-1-1 0,0 0 0,8-45 0,-12 43 0,-4 20 0,0-1 0,0 1 0,1 0 0,-1 0 0,1 0 0,1 0 0,-1 0 0,1 0 0,0 1 0,0-1 0,1 1 0,0 0 0,5-6 0,-2 4 0,-2 2 0,1 0 0,-1-1 0,0 0 0,0 0 0,0 0 0,-1-1 0,0 1 0,5-12 0,9-33 0,-3-1 0,10-60 0,-19 68 0,-2 0 0,-1 0 0,-6-62 0,5-68 0,0 158 0,0-14 0,-2 29 0,0 0 0,0 0 0,-1 0 0,1 0 0,0 0 0,-1 0 0,1 0 0,-1 1 0,1-1 0,-1 0 0,0 0 0,1 0 0,-1 0 0,0 1 0,1-1 0,-1 0 0,0 1 0,0-1 0,0 1 0,0-1 0,0 1 0,0-1 0,0 1 0,1-1 0,-1 1 0,-2 0 0,-3-2 0,-1 0 0,0 1 0,1 0 0,-1 1 0,0 0 0,0 0 0,1 0 0,-1 1 0,-8 1 0,11-1 0,-1 0 0,1 1 0,0-1 0,0 1 0,0 0 0,0 0 0,1 0 0,-1 0 0,0 1 0,1 0 0,0-1 0,-1 1 0,1 0 0,0 1 0,-3 4 0,-6 9 0,-1-1 0,0 0 0,-1 0 0,-1-2 0,-22 18 0,26-22 0,0 0 0,0 0 0,1 1 0,0 1 0,1 0 0,0 0 0,1 1 0,1 0 0,-8 17 0,2-6 45,-30 42 0,11-20-1500,18-22-5371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10:04.6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24575,'7'0'0,"15"-1"0,0 2 0,-1 0 0,1 1 0,26 7 0,-10-1 0,-24-5 0,-1 0 0,0 0 0,13 6 0,-22-7 0,1 0 0,-1 0 0,0 1 0,0 0 0,0-1 0,0 1 0,-1 1 0,1-1 0,-1 0 0,0 1 0,0 0 0,4 6 0,-1 1 0,1-1 0,0 1 0,1-1 0,0-1 0,0 1 0,1-1 0,0-1 0,0 0 0,14 9 0,71 39 0,-89-53 0,0 1 0,0 0 0,0 0 0,0 0 0,-1 1 0,0-1 0,0 1 0,0 0 0,6 10 0,-6-8 0,0-1 0,0 0 0,1 0 0,0 0 0,0-1 0,1 0 0,5 5 0,35 20-1365,-27-16-5461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10:09.6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1 610 24575,'0'-4'0,"0"0"0,1 0 0,-1 0 0,1 0 0,0 0 0,1 0 0,-1 0 0,1 0 0,-1 1 0,1-1 0,0 0 0,1 1 0,-1 0 0,5-6 0,5-2 0,-1-1 0,21-13 0,-20 16 0,-1-1 0,15-14 0,-15 10 0,-2 0 0,15-25 0,9-15 0,-30 50 0,5-9 0,1 1 0,1 0 0,0 1 0,1 0 0,22-17 0,-28 24 0,0 0 0,0-1 0,0 1 0,-1-1 0,1 0 0,-1 0 0,0 0 0,0 0 0,-1-1 0,0 1 0,0-1 0,0 0 0,-1 0 0,3-7 0,-2 5 0,0 1 0,1 0 0,1 0 0,-1 0 0,1 0 0,0 1 0,1 0 0,10-10 0,13-15 0,-20 19 0,-5 6 0,0 0 0,1 1 0,-1-1 0,1 1 0,11-9 0,-15 14 0,0-1 0,0 0 0,0 1 0,0-1 0,1 1 0,-1-1 0,0 1 0,0 0 0,0 0 0,0-1 0,1 1 0,-1 0 0,0 0 0,0 0 0,0 0 0,1 0 0,0 1 0,0-1 0,-1 1 0,1 0 0,-1 0 0,1 0 0,-1 0 0,1 0 0,-1 0 0,0 0 0,0 0 0,1 0 0,-1 1 0,0-1 0,0 0 0,0 1 0,1 2 0,2 6 0,0 0 0,0 0 0,-1 1 0,0 0 0,-1-1 0,0 1 0,0 17 0,7 32 0,7 12 0,-11-43 0,2 1 0,1-1 0,17 42 0,-15-48 0,-2 0 0,0 1 0,-1 0 0,5 41 0,-7-21 0,-2 79 0,-3-115 0,-2 24 0,2-1 0,1 1 0,10 54 0,-1-38-21,-6-22-651,15 45 0,-11-50-6154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10:29.7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24575,'6'0'0,"1"0"0,-1 0 0,1 1 0,-1 0 0,11 3 0,-14-3 0,-1 0 0,1 0 0,0 1 0,-1-1 0,0 1 0,1 0 0,-1 0 0,0-1 0,0 1 0,0 1 0,0-1 0,0 0 0,-1 0 0,1 1 0,1 3 0,14 26 0,-12-21 0,1 0 0,0-1 0,0 0 0,1 0 0,0 0 0,13 13 0,-8-12 0,-1 1 0,-1 0 0,0 0 0,-1 1 0,15 27 0,-4-5 0,-10-19 0,-1 0 0,0 1 0,-2 0 0,1 1 0,6 28 0,-8-19 0,2 1 0,1-1 0,1 0 0,25 47 0,-27-61 0,0-1 0,15 17 0,14 19 0,-2 24 0,-28-56 0,1 0 0,0-1 0,1 1 0,0-2 0,13 16 0,-3-9 0,-1 0 0,-1 2 0,-1 0 0,17 32 0,-24-37 0,-1 1 0,-1 0 0,0 0 0,3 23 0,-9-36 0,0-1 0,1 1 0,-1-1 0,1 1 0,0-1 0,0 0 0,1 1 0,0-1 0,0-1 0,0 1 0,0 0 0,1-1 0,-1 1 0,8 5 0,-3-3 0,-1-1 0,0 1 0,0 0 0,-1 0 0,0 1 0,0 0 0,-1 0 0,0 0 0,0 1 0,-1-1 0,0 1 0,0 0 0,-1 1 0,-1-1 0,3 10 0,5 18 0,2-1 0,1 0 0,26 48 0,-25-60-1365,0-5-5461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10:30.5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59 24575,'20'1'0,"0"-1"0,0 2 0,0 1 0,0 0 0,23 8 0,-32-7 0,-1 0 0,0 0 0,0 1 0,0 1 0,0-1 0,-1 2 0,0-1 0,0 1 0,-1 0 0,15 16 0,8 11 0,2-2 0,2-1 0,57 39 0,-51-39 0,-31-23 0,-1 1 0,0 1 0,-1 0 0,8 12 0,-8-10 0,1-1 0,0 0 0,1-1 0,14 13 0,-21-21 0,-1 0 0,1 0 0,0 0 0,0 0 0,0-1 0,0 0 0,0 1 0,0-1 0,1 0 0,-1-1 0,0 1 0,0-1 0,1 1 0,-1-1 0,1 0 0,-1 0 0,0 0 0,1-1 0,-1 1 0,0-1 0,0 0 0,6-2 0,-6 2 0,0-1 0,0 1 0,0-1 0,0 0 0,-1 0 0,1 0 0,-1-1 0,0 1 0,1-1 0,-1 1 0,0-1 0,-1 0 0,1 1 0,0-1 0,-1 0 0,1 0 0,0-6 0,3-6 0,0-1 0,2-23 0,-2 13 0,0-1 0,-3 15 0,0-1 0,1 1 0,1 0 0,0 0 0,10-20 0,-7 17-124,1 0 0,-2-1 0,0 0 0,-1 0 0,-1 0 0,0-1-1,-1 0 1,-1 1 0,-1-1 0,0-24 0,-2 14-6702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10:31.6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986 2033 24575,'0'-1208'0,"-1"1198"0,1 1 0,-1-1 0,-1 1 0,0 0 0,0-1 0,-1 1 0,0 0 0,-1 0 0,0 1 0,0-1 0,-8-12 0,-7-14 0,15 26 0,0 1 0,0 0 0,-1 1 0,0-1 0,0 1 0,-1 0 0,-8-9 0,-11-6 0,0 2 0,-40-26 0,55 39 0,0 1 0,1-1 0,0-1 0,0 1 0,1-2 0,0 1 0,-7-10 0,8 9 0,0 1 0,-1 0 0,0 0 0,-1 1 0,-17-12 0,-51-24 0,38 22 0,-14-5 0,39 20 0,1 0 0,0-1 0,0-1 0,0 0 0,1 0 0,0-1 0,-16-17 0,11 10 0,1 0 0,-24-16 0,-19-18 0,39 29 0,10 9 0,-2 0 0,0 1 0,-20-15 0,29 24 0,0 0 0,0 0 0,-1 0 0,1 1 0,0-1 0,-1 1 0,0 0 0,1 0 0,-1 0 0,0 0 0,1 1 0,-1-1 0,0 1 0,0 0 0,0 0 0,1 1 0,-1-1 0,0 1 0,0-1 0,-4 3 0,6-2 0,-1 0 0,1 0 0,0 0 0,0 1 0,-1-1 0,1 0 0,0 1 0,0 0 0,1 0 0,-1-1 0,0 1 0,1 0 0,-1 0 0,1 0 0,-1 1 0,1-1 0,0 0 0,0 0 0,0 1 0,0-1 0,1 1 0,-1-1 0,1 1 0,-1-1 0,1 1 0,0-1 0,0 1 0,0-1 0,0 1 0,0-1 0,1 4 0,2 7 0,-1 0 0,2 0 0,0 0 0,8 17 0,-11-29 0,36 78 0,-22-51 0,-2 0 0,15 46 0,-15-34-12,3-1 0,32 61 0,-16-37-1317,-19-36-5497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10:32.1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0 129 24575,'63'1'0,"-21"0"0,-1-1 0,1-2 0,57-11 0,-25 1 0,-42 7 0,41-11 0,-51 10 0,-16 5 0,1-1 0,-1 0 0,0 0 0,0 0 0,0 0 0,-1-1 0,1 0 0,-1 0 0,10-7 0,-10 5-124,1 0 0,0 1 0,0-1 0,0 2 0,0-1 0,1 1-1,0 0 1,0 0 0,-1 0 0,15-2 0,2 1-6702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10:33.3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1 389 24575,'1'0'0,"0"-1"0,0 1 0,0 0 0,0 0 0,0-1 0,0 1 0,0-1 0,-1 1 0,1-1 0,0 1 0,0-1 0,0 1 0,0-1 0,-1 0 0,1 1 0,0-1 0,-1 0 0,1 0 0,0 1 0,-1-1 0,1 0 0,-1 0 0,0 0 0,1 0 0,-1 0 0,1-1 0,7-30 0,-6 20 0,0 6 0,0 0 0,1 1 0,0-1 0,0 1 0,0-1 0,1 1 0,0 0 0,0 0 0,0 1 0,6-6 0,-4 4 0,0-1 0,0 0 0,10-15 0,-7 3 0,-1-1 0,8-26 0,8-18 0,-21 59 0,0 0 0,0 1 0,0-1 0,0 1 0,1 0 0,0 0 0,0 0 0,0 0 0,0 1 0,1-1 0,-1 1 0,1 0 0,0 0 0,0 1 0,0 0 0,8-3 0,-6 3 0,-1 0 0,0 1 0,0-1 0,1 1 0,-1 1 0,1-1 0,-1 1 0,0 0 0,1 1 0,-1 0 0,1 0 0,-1 0 0,0 1 0,7 2 0,-8-1 0,1 0 0,-1 0 0,0 0 0,0 1 0,0 0 0,-1 0 0,0 1 0,1-1 0,-1 1 0,-1 0 0,1 0 0,-1 0 0,4 8 0,1 4 0,0 1 0,10 35 0,-8-16 0,-1 1 0,-2-1 0,-1 2 0,0 69 0,-8 431-1365,2-512-5461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10:38.6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2227 24575,'38'0'0,"104"-3"0,-118 1 0,0-1 0,0-2 0,44-13 0,-43 10 0,0 1 0,1 0 0,0 2 0,0 1 0,36 0 0,-51 3 0,-1 0 0,0-1 0,0 0 0,0 0 0,0-1 0,0 0 0,0-1 0,17-9 0,-9 6 0,0 0 0,1 2 0,0 0 0,0 1 0,32-3 0,-21 3 0,36-9 0,-59 11 0,-1-1 0,1 0 0,-1-1 0,0 1 0,0-1 0,0 0 0,-1-1 0,1 0 0,-1 1 0,0-1 0,5-8 0,27-23 0,-28 28 0,0-1 0,0 0 0,-1 0 0,-1-1 0,0 0 0,11-19 0,12-17 0,32-48 0,-53 79 0,0 0 0,-1 0 0,0-1 0,9-28 0,-11 27 0,0 1 0,1 0 0,1 1 0,17-26 0,-14 23 0,0 1 0,-1-1 0,-1 0 0,10-32 0,-14 41 0,-1 0 0,2 0 0,-1 0 0,11-12 0,-8 11 0,-1 0 0,9-17 0,-9 14 0,-2 0 0,1 0 0,-1 0 0,-1-1 0,-1 1 0,5-28 0,-3 4 0,12-45 0,-8 42 0,-6 29 0,0 1 0,1 0 0,0 0 0,10-16 0,-8 16 0,-1 0 0,0-1 0,6-19 0,-6 6 0,-1 0 0,1-30 0,5-32 0,-2 41 0,-2 13 0,11-37 0,15-58 0,0 0 0,-1 1 0,7 5 0,-37 118 0,0 0 0,0 0 0,0 0 0,-1 0 0,0 0 0,1 0 0,-1 0 0,0 0 0,-1 0 0,1 0 0,0 0 0,-1 0 0,0 0 0,0 0 0,-2-6 0,2 7 0,-1 0 0,0-1 0,0 1 0,0 0 0,0 1 0,0-1 0,0 0 0,0 0 0,0 1 0,-1 0 0,1-1 0,-1 1 0,1 0 0,-1 0 0,1 0 0,-1 0 0,0 1 0,-4-1 0,-2-1 0,0 1 0,0 1 0,0 0 0,0 0 0,0 1 0,0 0 0,0 0 0,0 1 0,0 0 0,1 1 0,-1-1 0,1 2 0,-1-1 0,-14 10 0,-19 9-37,14-8-627,-38 25 0,50-28-6162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10:39.1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24575,'5'0'0,"0"0"0,1 0 0,-1 1 0,0-1 0,1 1 0,-1 0 0,0 1 0,0-1 0,0 1 0,0 0 0,0 1 0,0-1 0,0 1 0,-1 0 0,1 0 0,-1 0 0,0 1 0,0-1 0,0 1 0,5 7 0,-3-5 0,0-1 0,1 0 0,-1 0 0,1 0 0,11 4 0,-13-6 0,1 0 0,-1 0 0,1 0 0,-1 1 0,0 0 0,-1 0 0,1 0 0,-1 0 0,0 1 0,7 9 0,1 9 0,0 1 0,-2 1 0,7 25 0,13 32 0,-24-65 0,-1 0 0,0 1 0,-2-1 0,0 0 0,-1 1 0,0 21 0,-1-10 0,7 31 0,-1-15-455,-1 0 0,-1 56 0,-5-73-6371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10:40.4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0 167 24575,'1'-7'0,"-1"1"0,1-1 0,0 0 0,0 1 0,0 0 0,1-1 0,0 1 0,1 0 0,-1 0 0,1 0 0,0 0 0,1 0 0,-1 1 0,1-1 0,0 1 0,8-8 0,-6 8 0,0 0 0,1 0 0,0 0 0,0 1 0,0-1 0,0 2 0,0-1 0,1 1 0,0 0 0,0 1 0,0 0 0,15-2 0,14 1 0,1 1 0,0 2 0,43 5 0,-78-4 0,-1-1 0,1 0 0,0 1 0,0-1 0,-1 1 0,1 0 0,0 0 0,-1 0 0,1 1 0,-1-1 0,0 0 0,1 1 0,-1 0 0,0-1 0,0 1 0,0 0 0,0 0 0,0 0 0,0 1 0,2 3 0,-1 1 0,0 0 0,0 0 0,-1 1 0,0-1 0,0 1 0,0 8 0,0-6 0,1-1 0,0 0 0,0-1 0,1 1 0,8 13 0,-8-13 0,1-1 0,-1 1 0,0 0 0,-1 0 0,4 17 0,-3 20 0,-1 0 0,-5 63 0,0-28 0,2-73 0,0 0 0,-1 1 0,0-1 0,0 0 0,0 0 0,-1 0 0,-1-1 0,1 1 0,-1 0 0,-1-1 0,1 0 0,-1 1 0,0-1 0,-1-1 0,0 1 0,0-1 0,0 0 0,-1 0 0,0 0 0,0-1 0,0 0 0,-1 0 0,1 0 0,-1-1 0,-1 0 0,1-1 0,-12 5 0,-127 40 0,118-39 0,21-8 0,1 1 0,0 0 0,-1 1 0,1-1 0,0 1 0,0 0 0,1 1 0,-10 6 0,-4 4 0,-7 7 0,26-20 0,0-1 0,0 0 0,0 1 0,0-1 0,0 0 0,0 1 0,0-1 0,0 0 0,0 0 0,0 1 0,0-1 0,0 0 0,0 1 0,0-1 0,0 0 0,0 1 0,0-1 0,0 0 0,1 0 0,-1 1 0,0-1 0,0 0 0,0 0 0,1 1 0,-1-1 0,0 0 0,0 0 0,0 0 0,1 1 0,-1-1 0,0 0 0,1 0 0,-1 0 0,0 0 0,0 0 0,1 1 0,-1-1 0,0 0 0,1 0 0,-1 0 0,1 0 0,17 6 0,-14-5 0,25 7 0,1-2 0,59 4 0,18 4 0,-45-5-297,0-3 0,111-3-1,-152-4-175,6 1-6353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8:44.9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416 2172 24575,'-59'1'0,"-69"-3"0,125 2 0,0 0 0,0 0 0,0-1 0,0 0 0,0 1 0,0-1 0,1 0 0,-1-1 0,0 1 0,1 0 0,-1-1 0,0 1 0,1-1 0,0 0 0,-1 0 0,1 0 0,-3-4 0,0-1 0,1 1 0,1-1 0,0 0 0,0 0 0,-3-10 0,-10-22 0,-2 4 0,2 0 0,2-1 0,1 0 0,2-2 0,1 1 0,2-1 0,2 0 0,-3-62 0,8 78 0,-2 0 0,-8-35 0,5 32 0,-3-40 0,6-276 0,5 175 0,-2-120 0,1 273 0,-1 1 0,2 0 0,-1-1 0,2 1 0,0 0 0,4-13 0,-4 18 0,0 0 0,0 1 0,0 0 0,0 0 0,1 0 0,0 0 0,1 1 0,-1-1 0,1 1 0,0 0 0,0 0 0,8-4 0,-3 1 0,-1 3 0,-1 0 0,0-1 0,0-1 0,0 1 0,11-14 0,-13 12 0,1 1 0,0 0 0,0 0 0,1 1 0,-1 0 0,1 0 0,1 1 0,-1 0 0,1 1 0,0 0 0,0 0 0,0 0 0,0 1 0,20-3 0,-20 5 0,1-1 0,0-1 0,-1 1 0,1-2 0,-1 1 0,0-1 0,0-1 0,-1 1 0,1-1 0,10-9 0,-10 5 0,-1 1 0,1 0 0,1 1 0,-1 0 0,1 1 0,1 0 0,-1 0 0,1 1 0,0 0 0,0 1 0,23-5 0,95-21 0,-117 27 0,-1 0 0,1-2 0,-1 1 0,18-11 0,-19 10 0,0 0 0,0 0 0,0 1 0,1 0 0,-1 1 0,14-2 0,29 0 0,-33 4 0,0-1 0,29-7 0,-29 5 0,-14 3 0,0-1 0,1 1 0,-1-1 0,0 0 0,0-1 0,0 1 0,0-1 0,-1 0 0,1-1 0,6-4 0,-2 0 11,1 1 0,0 0 0,1 0 1,0 1-1,0 1 0,0 0 0,0 1 0,24-5 0,-14 3-744,31-13 1,-35 10-6094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8:45.8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 24575,'92'-1'0,"103"3"0,-184 0 0,-1 0 0,0 1 0,1 0 0,-1 0 0,0 1 0,15 9 0,-14-7 0,1-1 0,-1 0 0,1-1 0,18 4 0,-15-4 0,1 0 0,-1 0 0,0 1 0,0 1 0,26 14 0,-23-10 0,0 1 0,-1 0 0,-1 1 0,21 20 0,7 1 0,1 1 0,-42-31 0,0 0 0,0 0 0,-1 1 0,1-1 0,-1 1 0,1 0 0,-1 0 0,0 0 0,-1 0 0,3 7 0,0 10 0,-1 1 0,-1-1 0,-1 0 0,-3 40 0,0-23 0,2-30 0,0 0 0,-1 0 0,0 0 0,-1 0 0,0 0 0,0-1 0,0 1 0,-7 12 0,6-15 0,0 0 0,-1 0 0,1 0 0,-1 0 0,0-1 0,0 0 0,-1 1 0,1-2 0,-1 1 0,0 0 0,0-1 0,-8 4 0,-4 1 0,0 0 0,-1 1 0,2 1 0,-1 1 0,-19 16 0,8-1 0,21-17 0,-1-1 0,0-1 0,-1 0 0,0 0 0,0 0 0,0-1 0,-1-1 0,-17 8 0,-23 3-1365,30-8-5461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8:47.4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1 463 24575,'5'-1'0,"1"0"0,0 0 0,-1-1 0,1 1 0,-1-1 0,6-3 0,8-2 0,10-4 0,1-2 0,-2-1 0,0-1 0,28-21 0,-49 31 0,0 0 0,-1-1 0,0 0 0,0-1 0,9-12 0,-10 13 0,-1 0 0,1 0 0,0 1 0,0 0 0,1 0 0,-1 0 0,1 0 0,7-3 0,-3 2 0,-5 4 0,0 0 0,0 0 0,0-1 0,0 0 0,-1 0 0,0 0 0,1-1 0,-1 0 0,0 1 0,-1-1 0,1 0 0,4-8 0,0-1 0,-4 5 0,1 0 0,0 1 0,0 0 0,0 0 0,1 0 0,10-9 0,-7 9 0,8-8 0,1 1 0,22-12 0,-6 2 0,7-5 0,-38 27 0,1 1 0,-1-1 0,0 1 0,0 0 0,1 0 0,-1 0 0,0 0 0,1 1 0,-1-1 0,1 1 0,3 0 0,-5 0 0,0 0 0,-1 1 0,1-1 0,0 1 0,0 0 0,-1 0 0,1-1 0,-1 1 0,1 0 0,-1 0 0,1 1 0,-1-1 0,1 0 0,-1 0 0,0 1 0,0-1 0,0 1 0,0-1 0,0 1 0,0-1 0,0 1 0,0 0 0,0-1 0,-1 1 0,1 0 0,-1 0 0,1-1 0,-1 4 0,2 7 0,0-1 0,-1 1 0,-1 14 0,0-19 0,-5 573 0,5-358-1365,0-195-5461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9:35.5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1117 1950 24575,'0'-572'0,"1"566"0,-1 1 0,-1-1 0,1 1 0,-1-1 0,0 1 0,0-1 0,-1 1 0,1 0 0,-1-1 0,0 1 0,-1 0 0,1 0 0,-1 1 0,0-1 0,0 0 0,-1 1 0,1 0 0,-1 0 0,0 0 0,-7-6 0,5 5 0,1-1 0,0 0 0,0 0 0,1 0 0,-8-13 0,9 14 0,0-1 0,0 1 0,-1 0 0,1 0 0,-1 0 0,0 1 0,-1-1 0,1 1 0,-1 0 0,-6-4 0,-6-4 0,0-1 0,2-1 0,-1 0 0,2-1 0,-21-26 0,-21-22 0,50 57 0,2 0 0,-1 0 0,1-1 0,0 1 0,0-1 0,0-1 0,1 1 0,1 0 0,-4-10 0,5 10 0,-1 1 0,0 0 0,0 0 0,-1 0 0,1 0 0,-2 0 0,1 1 0,0-1 0,-1 1 0,0 0 0,0 0 0,-1 0 0,1 1 0,-8-6 0,1 3 0,6 4 0,-1-1 0,1 1 0,0-1 0,0 0 0,0 0 0,1 0 0,0-1 0,-1 0 0,1 0 0,-4-7 0,-9-15 0,-2 0 0,-1 0 0,-34-34 0,22 35 0,28 23 0,0 1 0,0-1 0,0 0 0,0 0 0,1 0 0,-1 0 0,1-1 0,0 0 0,0 1 0,1-1 0,-1 0 0,1-1 0,-4-5 0,-6-24 0,-2 1 0,-1 1 0,-26-41 0,26 46 0,-15-37 0,20 40 0,-2 0 0,-22-35 0,12 24 0,19 27 0,-1 1 0,0 0 0,-1 0 0,0 0 0,0 1 0,0-1 0,-1 1 0,0 0 0,0 1 0,0-1 0,-9-4 0,-118-45 0,132 54 0,-1 1 0,1 0 0,0-1 0,0 1 0,-1 0 0,1 0 0,0 0 0,-1 0 0,1 0 0,0 0 0,-1 0 0,1 0 0,0 0 0,-1 1 0,1-1 0,0 0 0,0 1 0,-1-1 0,1 1 0,0 0 0,0-1 0,0 1 0,0 0 0,0 0 0,0 0 0,0-1 0,0 1 0,0 0 0,0 0 0,0 1 0,0-1 0,1 0 0,-1 0 0,1 0 0,-1 0 0,1 1 0,-1-1 0,1 0 0,-1 0 0,1 1 0,0 1 0,-2 8 0,0-1 0,1 1 0,0 0 0,2 12 0,-1-15 0,0 27 0,5 129 0,-3-153 0,0-1 0,1 1 0,0-1 0,1 0 0,0 0 0,7 13 0,-5-12 0,0 1 0,-2-1 0,1 1 0,3 19 0,-2 28-1365,-5-33-5461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9:40.0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35 24575,'19'-1'0,"0"-1"0,0-1 0,26-7 0,-23 5 0,44-6 0,256 9 0,-165 4 0,-148-2 0,0-1 0,0 1 0,0 0 0,-1 0 0,1 1 0,0 1 0,0-1 0,-1 1 0,1 1 0,-1 0 0,10 4 0,33 19-1365,-28-15-5461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9:43.8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0 299 24575,'12'0'0,"-1"-1"0,0 0 0,0 0 0,0-1 0,0-1 0,-1 0 0,1 0 0,10-6 0,-14 6 0,0-1 0,0 0 0,0 0 0,-1-1 0,0 0 0,0 0 0,0 0 0,-1-1 0,0 0 0,0 0 0,0 0 0,4-9 0,-3 4 0,1 0 0,0 0 0,0 0 0,1 1 0,0 0 0,1 1 0,12-11 0,29-27 0,-34 31 0,30-23 0,-46 38 0,1 1 0,0-1 0,0 0 0,0 1 0,-1-1 0,1 1 0,0-1 0,0 1 0,0 0 0,0-1 0,0 1 0,0 0 0,0 0 0,0-1 0,0 1 0,0 0 0,0 0 0,0 0 0,0 0 0,0 0 0,0 0 0,0 1 0,0-1 0,-1 0 0,1 0 0,2 1 0,-2 0 0,0 1 0,0-1 0,0 0 0,0 0 0,0 1 0,0-1 0,0 0 0,0 1 0,0-1 0,-1 1 0,1-1 0,-1 1 0,1 0 0,0 2 0,1 8 0,-1 1 0,0-1 0,-1 18 0,0-24 0,-4 1273-1365,4-1251-5461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9:56.7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509 2162 24575,'0'-8'0,"-1"1"0,0 0 0,0 0 0,-1 0 0,1 0 0,-2 0 0,1 0 0,-1 1 0,0-1 0,0 1 0,-1-1 0,0 1 0,0 0 0,0 1 0,-1-1 0,0 1 0,0 0 0,-9-7 0,-7-4 0,-1 1 0,0 1 0,-40-18 0,53 27 0,-1-1 0,2 0 0,-1 0 0,1-1 0,0 0 0,0 0 0,0-1 0,1 0 0,1 0 0,-1 0 0,-9-18 0,6 4 0,0 1 0,1-1 0,1-1 0,-6-26 0,12 38 0,0 1 0,-1 0 0,0 0 0,-1 0 0,0 0 0,0 0 0,-1 1 0,-1 0 0,-12-17 0,13 20 0,0 0 0,0 0 0,0-1 0,1 0 0,0 0 0,0 0 0,1 0 0,0 0 0,-3-11 0,-1-10 0,-5-37 0,6 33 0,-17-129 0,14 105 0,3 1 0,3-2 0,3-60 0,0 84 0,0 19 0,1 0 0,1 0 0,0 0 0,1 0 0,0 0 0,1 0 0,0 1 0,1 0 0,1 0 0,0 0 0,15-22 0,-17 31 0,1 0 0,-1-1 0,1 1 0,0 1 0,0-1 0,9-4 0,-10 6 0,1 0 0,-1 0 0,-1 0 0,1-1 0,0 0 0,-1 0 0,1 0 0,-1 0 0,0 0 0,0-1 0,0 0 0,-1 1 0,4-7 0,-1-1 0,-1 0 0,2 0 0,-1 0 0,1 1 0,1 0 0,0 0 0,1 1 0,14-15 0,36-20 0,-45 35 0,-1 1 0,1-2 0,-2 0 0,0 0 0,13-15 0,-17 17 0,8-12 0,19-20 0,-28 34 0,1 0 0,-1 1 0,1 0 0,0 0 0,0 1 0,1-1 0,8-2 0,-8 3 0,-1 0 0,1-1 0,-1 1 0,7-7 0,-8 6 0,0 1 0,0-1 0,0 2 0,0-1 0,0 1 0,13-5 0,98-15 0,-85 17 0,-2 2 0,-15 2 0,0 0 0,21-7 0,-31 8 0,-1-1 0,0 0 0,1 0 0,-1 0 0,0 0 0,0-1 0,0 0 0,0 0 0,0 0 0,-1 0 0,6-7 0,-3 3 0,0 2 0,1-1 0,-1 1 0,1 0 0,0 0 0,0 1 0,0 0 0,1 0 0,0 0 0,-1 1 0,1 1 0,13-4 0,34-14 0,-15 2-151,1 1-1,0 2 0,1 2 0,0 2 1,1 2-1,0 2 0,0 1 1,75 1-1,-90 5-6674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9:57.7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 24575,'34'0'0,"-12"-1"0,1 1 0,23 4 0,-39-3 0,1 1 0,0 0 0,0 0 0,-1 1 0,1 0 0,-1 0 0,0 1 0,0 0 0,10 7 0,3 3 0,35 17 0,-37-22 0,-1 1 0,-1 0 0,26 21 0,-28-20 0,2 0 0,20 12 0,-19-13 0,30 24 0,-22-12 0,-10-8 0,0-1 0,34 22 0,-30-24 0,-9-6 0,1 1 0,-1 0 0,-1 0 0,1 1 0,-1 1 0,0 0 0,13 15 0,-11-10 0,1 0 0,16 14 0,-16-16 0,-1 0 0,0 1 0,11 15 0,-18-19 0,1-1 0,-1 1 0,-1 0 0,0 1 0,0-1 0,0 0 0,-1 1 0,0 0 0,0 9 0,0 13 0,-2 39 0,-1-42 0,1-21 0,0 0 0,0-1 0,-1 1 0,0 0 0,0 0 0,-1 0 0,1-1 0,-1 1 0,-1-1 0,0 1 0,0-1 0,0 0 0,0 0 0,-1 0 0,0-1 0,0 1 0,-1-1 0,1 0 0,-1 0 0,-10 7 0,7-5 0,-1-1 0,0 0 0,0 0 0,-1-1 0,1 0 0,-1-1 0,0 0 0,-1 0 0,1-1 0,-1-1 0,1 0 0,-1 0 0,0-1 0,-12 0 0,1 0-455,-1 2 0,-26 5 0,22-2-6371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0:04.0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0 291 24575,'0'-15'0,"1"0"0,0-1 0,1 1 0,6-26 0,-7 36 0,1 0 0,0 1 0,0-1 0,0 0 0,0 1 0,1-1 0,0 1 0,0 0 0,0 0 0,0 0 0,1 0 0,-1 1 0,1-1 0,0 1 0,0 0 0,0 0 0,1 0 0,4-2 0,47-17 0,-41 18 0,-1-2 0,1 0 0,-1-1 0,27-17 0,-33 19 0,1 0 0,0 0 0,0 0 0,0 1 0,1 0 0,0 1 0,-1 0 0,1 1 0,0 0 0,15-1 0,13 1 0,57 4 0,-35 1 0,-53-4 0,-1 1 0,1 1 0,0-1 0,0 1 0,-1 1 0,1-1 0,0 1 0,-1 0 0,0 0 0,1 1 0,-1 0 0,0 0 0,0 0 0,-1 1 0,1 0 0,-1 0 0,0 1 0,0-1 0,0 1 0,8 10 0,-7-7 0,0 0 0,0 0 0,0 1 0,-1 0 0,0 0 0,-1 0 0,0 1 0,-1-1 0,0 1 0,0 0 0,-1 0 0,2 12 0,9 79 0,-5-51 0,0 52 0,-8 311 0,-1-395 0,0 0 0,-1 0 0,-1 0 0,-1 0 0,-1-1 0,0 1 0,-9 18 0,9-25 0,-1-1 0,0 0 0,-1-1 0,0 1 0,-1-1 0,1-1 0,-2 1 0,1-1 0,-1-1 0,-1 0 0,-12 8 0,19-13 0,-1 0 0,1 0 0,0 0 0,0 1 0,0-1 0,-2 4 0,5-6 0,-1 1 0,1-1 0,0 1 0,-1-1 0,1 0 0,0 1 0,0-1 0,0 1 0,-1-1 0,1 0 0,0 1 0,0-1 0,0 1 0,0-1 0,0 1 0,0-1 0,0 1 0,0-1 0,0 1 0,0-1 0,0 1 0,0 0 0,1-1 0,-1 1 0,1 0 0,0-1 0,-1 1 0,1 0 0,-1-1 0,1 1 0,0-1 0,0 0 0,-1 1 0,1-1 0,0 1 0,0-1 0,-1 0 0,1 0 0,0 1 0,1-1 0,15 3 0,-1 0 0,1-1 0,-1-1 0,18-1 0,-16-1 0,-1 2 0,1 0 0,31 6 0,-7 1-260,1-2-1,0-1 1,86-4-1,-118-1-62,16 0-6503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1:05.9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705 1603 24575,'58'1'0,"70"-3"0,-116-1 0,0 1 0,0-2 0,-1 1 0,1-2 0,-1 1 0,14-9 0,15-6 0,-32 15 0,1-1 0,-1 0 0,0 0 0,-1-1 0,9-7 0,6-6 0,-17 15 0,0-1 0,0 0 0,-1 0 0,0 0 0,0-1 0,-1 1 0,0-1 0,0 0 0,0 0 0,0 0 0,-1-1 0,0 1 0,2-10 0,-2 5 0,2 1 0,0-1 0,9-18 0,-7 18 0,0-1 0,-1-1 0,-1 1 0,0 0 0,-1-1 0,0 0 0,-1 0 0,1-22 0,-1 17 0,0 12 0,-1-1 0,1 1 0,0 0 0,0 0 0,1 0 0,0 1 0,0-1 0,6-8 0,-4 7 0,-1 0 0,0-1 0,0 0 0,3-8 0,4-21 0,-1-1 0,-2 0 0,-2 0 0,-2-1 0,1-47 0,-5 73 0,0-11 0,-5-44 0,3 60 0,0 0 0,0 0 0,0 1 0,-1-1 0,0 1 0,0-1 0,-1 1 0,0 0 0,-7-9 0,-28-31 0,28 36 0,1 0 0,0-1 0,1-1 0,0 1 0,1-2 0,1 1 0,-8-20 0,13 30 0,1-1 0,-1 1 0,0-1 0,1 1 0,-2 0 0,1 0 0,0 0 0,-1 0 0,1 0 0,-1 0 0,0 1 0,-4-4 0,-3 0 0,0 0 0,-18-8 0,19 11 0,0-1 0,0-1 0,1 1 0,0-1 0,-9-8 0,-3-3 0,0 0 0,-1 2 0,-1 0 0,-44-19 0,58 28 0,1 1 0,0-1 0,0 0 0,-11-11 0,13 11 0,0 0 0,-1 0 0,0 1 0,1 0 0,-2 0 0,1 0 0,-11-4 0,-1 3 0,0 2 0,0 0 0,0 1 0,0 0 0,-1 2 0,-28 2 0,27 0 0,-1-2 0,0 0 0,1-1 0,-39-8 0,32 3 0,-44-3 0,32 4 0,32 4 0,0-1 0,0-1 0,0 1 0,0-1 0,0-1 0,1 1 0,0-1 0,0 0 0,0 0 0,-9-9 0,7 6 0,0 1 0,0 0 0,0 1 0,-1 0 0,-10-5 0,-144-47 0,163 57 0,-1 0 0,1 0 0,-1-1 0,1 1 0,-1 0 0,1 0 0,-1 0 0,0 0 0,1 0 0,-1-1 0,1 1 0,-1 0 0,1 0 0,-1 1 0,1-1 0,-1 0 0,0 0 0,1 0 0,-1 0 0,1 0 0,-1 1 0,1-1 0,-1 0 0,1 0 0,-1 1 0,1-1 0,-1 0 0,1 1 0,-1 0 0,0 0 0,1 0 0,0 0 0,-1 0 0,1 0 0,0 1 0,0-1 0,0 0 0,0 0 0,0 0 0,0 0 0,0 0 0,0 1 0,1 1 0,14 41 0,-13-38 0,7 14 0,2-1 0,0 0 0,20 26 0,11 18 0,-4-7 0,-29-44 0,0 0 0,-1 0 0,0 1 0,-1 0 0,0 1 0,5 16 0,1 23 0,-10-35 0,2 0 0,-1 0 0,2-1 0,1 1 0,11 21 0,72 115-1365,-80-137-5461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1:06.8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1 191 24575,'11'-1'0,"1"0"0,-1-2 0,0 1 0,0-1 0,0 0 0,-1-1 0,19-10 0,-16 8 0,0 1 0,0 0 0,0 0 0,23-3 0,-2 3 0,-11 3 0,-1-1 0,1-2 0,32-10 0,6-4 0,101-20 0,-130 33 0,50-12 0,-62 13-341,1 1 0,-1 0-1,27 0 1,-21 3-6485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1:08.0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0 177 24575,'3'0'0,"0"1"0,0-1 0,0 1 0,0-1 0,1 0 0,-1 0 0,5-2 0,0 2 0,-3 0 0,0 0 0,0 0 0,0-1 0,0 0 0,0 0 0,0 0 0,-1 0 0,1-1 0,0 0 0,-1 0 0,1 0 0,-1 0 0,0-1 0,0 1 0,0-1 0,0 0 0,0-1 0,-1 1 0,1-1 0,-1 1 0,0-1 0,0 0 0,0 0 0,3-8 0,-1 2 0,1 0 0,0 0 0,1 1 0,0 0 0,0 0 0,1 0 0,0 1 0,0 0 0,1 1 0,16-11 0,-24 17 0,1 0 0,-1 1 0,0-1 0,1 0 0,-1 1 0,1-1 0,-1 1 0,1 0 0,-1-1 0,1 1 0,0 0 0,-1 0 0,1 0 0,-1 0 0,1 0 0,-1 1 0,1-1 0,0 0 0,-1 1 0,3 0 0,-2 0 0,0 1 0,0-1 0,0 1 0,0-1 0,-1 1 0,1 0 0,0-1 0,-1 1 0,0 0 0,1 0 0,-1 0 0,2 3 0,1 6 0,0 1 0,0-1 0,-1 1 0,2 15 0,-4-23 0,6 31 0,2 14 0,-2 0 0,2 50 0,-10-40 0,2 38 0,0-86 0,0 0 0,1 0 0,0 0 0,1 0 0,1 0 0,6 15 0,-2-7 0,-1 0 0,0 0 0,-2 1 0,0 0 0,-1 0 0,-1 1 0,-1-1 0,-1 0 0,-2 29 0,0-18-1365,1-4-5461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1:26.1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544 2447 24575,'-5'0'0,"0"-1"0,0 0 0,0-1 0,0 1 0,0-1 0,1 0 0,-1 0 0,1-1 0,-1 0 0,1 1 0,0-1 0,-6-5 0,-25-15 0,27 18 0,-1 0 0,1-1 0,1 0 0,-11-9 0,-7-6 0,13 10 0,0 0 0,1-1 0,0 0 0,-14-23 0,8 13 0,5 4 0,1 0 0,0 0 0,1-1 0,1 0 0,1-1 0,1 0 0,1 0 0,-6-30 0,2 8 0,-15-41 0,2 13 0,19 58 0,-2 0 0,1 0 0,-2 0 0,0 1 0,0 0 0,-12-14 0,6 9 0,-15-28 0,21 30 0,1 0 0,0-1 0,1 0 0,1 0 0,0-1 0,1 1 0,-1-25 0,4-115 0,3 76 0,-3-366 0,0 436 0,1 1 0,-1-1 0,2 0 0,-1 1 0,1-1 0,1 1 0,-1 0 0,2-1 0,-1 1 0,1 1 0,0-1 0,0 0 0,1 1 0,0 0 0,1 0 0,-1 1 0,1-1 0,1 1 0,-1 0 0,1 1 0,0 0 0,0 0 0,9-5 0,-11 7 0,0-1 0,0 1 0,-1-1 0,1 0 0,-1-1 0,0 1 0,0-1 0,-1 0 0,1 0 0,-1 0 0,5-10 0,0-4 0,11-40 0,-19 58 0,1-2 0,0 0 0,0 0 0,1-1 0,-1 1 0,1 1 0,0-1 0,0 0 0,0 0 0,0 1 0,0-1 0,0 1 0,1-1 0,3-2 0,1 0 0,1 1 0,0-1 0,13-4 0,-14 7 0,0-1 0,-1-1 0,1 1 0,-1-1 0,1 0 0,-1 0 0,9-9 0,7-12 0,-13 15 0,-1 0 0,2 0 0,-1 1 0,1 0 0,1 1 0,0 0 0,0 0 0,16-7 0,-26 14 0,7-1 0,-1-1 0,0-1 0,0 1 0,0-1 0,-1 0 0,1 0 0,-1-1 0,0 0 0,10-11 0,-11 12 0,-1-1 0,1 1 0,0 0 0,0 0 0,1 0 0,-1 1 0,1-1 0,0 1 0,0 1 0,0-1 0,0 1 0,0 0 0,1 1 0,-1-1 0,8 0 0,0 0 0,-1-2 0,18-6 0,-24 7 0,-1-1 0,1-1 0,-1 1 0,0-1 0,0 0 0,-1 0 0,10-12 0,-10 12 0,0-1 0,0 0 0,1 1 0,0 0 0,0 0 0,0 1 0,0 0 0,14-7 0,80-15 0,29-5 0,-103 25 0,0 1 0,1 1 0,-1 1 0,52 1 0,-45 2 0,1-1 0,47-9 0,-32 2 0,94-4 0,52 12 0,-74 2 0,-27-2-1365,-66 0-5461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1:29.6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24575,'0'9'0,"1"1"0,0-1 0,1 0 0,0 1 0,0-1 0,1 0 0,0 0 0,1 0 0,0-1 0,0 1 0,1-1 0,0 0 0,1 0 0,-1-1 0,1 1 0,13 11 0,61 75 0,4 4 0,-65-77 0,21 31 0,-30-37 0,1 0 0,1-1 0,0 0 0,1-1 0,17 14 0,-13-13 0,-1 0 0,16 18 0,-17-16 0,1-1 0,17 14 0,-19-19 0,-1 0 0,-1 1 0,0 1 0,21 24 0,-28-28 0,0-1 0,0 1 0,-1 0 0,0 0 0,-1 0 0,0 0 0,0 1 0,-1 0 0,0-1 0,2 18 0,-1 19 0,-2 0 0,-6 54 0,5-95 0,-1 1 0,0-1 0,0 0 0,0 0 0,-1 0 0,0 0 0,1 0 0,-1 0 0,0-1 0,-1 1 0,-4 5 0,-2 1 0,0-2 0,-16 14 0,-10 8 0,5-2 0,-2-1 0,-1-2 0,-54 33 0,41-27 0,37-24 0,0 0 0,0-1 0,0 0 0,-1 0 0,0-1 0,0 0 0,-1-1 0,1 0 0,-21 4 0,24-8 0,0 1 0,0 0 0,0 0 0,0 1 0,0 0 0,0 0 0,1 1 0,-1 0 0,1 0 0,-1 1 0,1-1 0,0 1 0,-7 7 0,7-5-195,-1 0 0,0 0 0,0-1 0,-1 0 0,1 0 0,-15 6 0,0-4-6631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1:31.3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1 132 24575,'9'-1'0,"1"-1"0,-1 0 0,1 0 0,-1-1 0,0 0 0,0 0 0,0-1 0,10-6 0,-7 4 0,0 1 0,1 0 0,21-6 0,13 6 0,-40 5 0,1 0 0,-1-1 0,0 0 0,0 0 0,0 0 0,1-1 0,-1 0 0,-1 0 0,1-1 0,11-6 0,-8 3 0,1-1 0,0 2 0,0 0 0,0 0 0,0 1 0,1 0 0,0 1 0,0 0 0,0 1 0,0 0 0,0 1 0,0 1 0,14 0 0,-7 0 0,-1 1 0,0 0 0,0 2 0,0 0 0,22 6 0,-35-7 0,0-1 0,0 1 0,0 0 0,0 1 0,0-1 0,0 1 0,-1 0 0,1 0 0,-1 0 0,0 0 0,0 1 0,0 0 0,-1 0 0,1 0 0,-1 0 0,0 1 0,0-1 0,0 1 0,-1-1 0,1 1 0,-1 0 0,2 7 0,30 173 0,-31-173 0,0 1 0,1-1 0,0 0 0,12 21 0,-10-21 0,0 0 0,-1 0 0,-1 0 0,5 22 0,-4 13 0,-2 1 0,-5 78 0,-1-33 0,4-67 0,-1-10 0,0-1 0,-4 29 0,3-39 0,0 0 0,-1 0 0,1 0 0,-1 0 0,0-1 0,-1 1 0,1 0 0,-1-1 0,0 1 0,0-1 0,0 0 0,-5 5 0,-6 5 0,0 0 0,-1 0 0,0-2 0,-1 1 0,-1-2 0,0 0 0,-33 15 0,14-14 0,-40 10 0,152-20 0,-67-2 0,1-1 0,0 1 0,0 0 0,1 0 0,-1 1 0,0 1 0,0 0 0,0 0 0,0 1 0,13 5 0,-2 2 0,0-1 0,1-1 0,1-2 0,31 7 0,-41-11 0,0 2 0,0-1 0,0 1 0,-1 1 0,0 1 0,1-1 0,-2 2 0,1 0 0,11 9 0,-19-13 0,-1 0 0,1 0 0,-1 1 0,1-1 0,-1 1 0,0 0 0,-1 0 0,1 0 0,-1 0 0,1 1 0,-1-1 0,0 1 0,-1-1 0,1 1 0,-1 0 0,0 0 0,0-1 0,-1 1 0,1 0 0,-1 0 0,0 0 0,0 0 0,-1 0 0,0 0 0,1-1 0,-2 1 0,-1 6 0,-12 28 0,-35 65 0,47-99 0,0 0 0,-1-1 0,0 1 0,0-1 0,0 0 0,0 0 0,0 0 0,-1-1 0,0 1 0,-6 2 0,5-2 0,1-1 0,0 1 0,0-1 0,0 1 0,0 1 0,1-1 0,0 1 0,-7 8 0,6-3 0,-1-1 0,-1 0 0,0 0 0,0 0 0,-1-1 0,0 0 0,0-1 0,-1 1 0,0-1 0,0-1 0,-1 0 0,-10 5 0,10-5 0,1 0 0,-1 1 0,1 0 0,-9 10 0,8-8 0,0-1 0,0 0 0,-12 7 0,17-12-73,-9 6-142,0-2 0,-1 1-1,0-2 1,0 0-1,-16 4 1,7-6-6611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2:13.2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67 0 24575,'-2'1'0,"1"-1"0,-1 1 0,1 0 0,-1-1 0,1 1 0,0 0 0,-1 0 0,1 0 0,0 0 0,-1 0 0,1 0 0,0 0 0,0 1 0,0-1 0,0 0 0,0 0 0,-1 3 0,-15 26 0,17-28 0,-5 9 0,0 0 0,2 0 0,-1 1 0,2-1 0,-1 1 0,-1 24 0,5 76 0,1-60 0,-1 488 0,-1-524 0,1 0 0,1 0 0,0-1 0,1 1 0,0-1 0,2 0 0,0 0 0,8 18 0,-3-17 0,1-1 0,0-1 0,17 18 0,-13-15 0,20 28 0,67 97 0,-84-117 0,35 34 0,-31-36 0,25 34 0,-35-42 0,1 0 0,1-1 0,0-1 0,23 17 0,19 18 0,-28-21 0,-7-6 0,0-1 0,44 32 0,-44-38 0,-10-6 0,0-1 0,1 0 0,0 0 0,22 8 0,-20-10 0,-1 2 0,0-1 0,-1 2 0,0 0 0,23 18 0,-24-16 0,1-1 0,0 0 0,1-1 0,-1-1 0,26 11 0,-12-8 0,-1 2 0,27 15 0,-30-14 0,0-1 0,47 16 0,-63-26 0,4 0 0,-1 1 0,0 0 0,0 0 0,0 1 0,-1 0 0,1 1 0,-1 0 0,0 0 0,9 8 0,-4-2 0,1 0 0,1-1 0,-1-1 0,1 0 0,1-1 0,0 0 0,17 5 0,6 3 0,-25-8 0,0 0 0,-1 0 0,0 1 0,20 19 0,13 10 0,113 67 0,-144-94 13,0 1 0,-1 0 0,13 15 0,5 4-1430,-10-12-5409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2:14.5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24575,'7'6'0,"0"0"0,1-1 0,-1 1 0,1-1 0,1-1 0,-1 0 0,1 0 0,-1-1 0,16 4 0,-15-4 0,0 0 0,1 0 0,-1 1 0,0 0 0,-1 1 0,1 0 0,-1 0 0,13 11 0,5 13 0,-20-21 0,1-1 0,0 0 0,1 0 0,-1 0 0,14 8 0,-8-6 0,-1 0 0,1 0 0,-2 1 0,1 1 0,-1 0 0,-1 1 0,0 0 0,-1 0 0,0 1 0,8 16 0,-4-9 0,0-1 0,27 30 0,-23-30 0,27 41 0,-16-7 0,-19-35 0,1 0 0,1 0 0,18 23 0,-19-29 0,0 0 0,-1 1 0,-1 0 0,0 0 0,-1 1 0,0 0 0,-1 0 0,7 25 0,-13-36 0,1-1 0,-1 1 0,-1 0 0,1-1 0,0 1 0,0 0 0,-1-1 0,0 1 0,1-1 0,-1 1 0,0-1 0,0 1 0,-1-1 0,1 0 0,0 0 0,-1 1 0,1-1 0,-1 0 0,0 0 0,0 0 0,0-1 0,0 1 0,0 0 0,0-1 0,-3 2 0,-6 5 0,-1-1 0,-1-1 0,-18 7 0,25-10 0,-11 3 0,-1-1 0,-18 3 0,20-4 0,0 0 0,1 0 0,-20 9 0,9 0-120,6-3-87,0 0-1,-1-2 1,0 0-1,0-1 0,-31 6 1,27-11-6619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06.2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1402 2 24575,'-81'-1'0,"-91"3"0,144 2 0,-41 11 0,34-7 0,31-6 0,0-1 0,0 1 0,0-1 0,1 1 0,-1 0 0,0 0 0,1 1 0,0-1 0,0 1 0,0 0 0,0 0 0,0 0 0,0 0 0,1 0 0,-5 7 0,5-6 0,-1 0 0,0 0 0,-1 0 0,1 0 0,0-1 0,-1 1 0,0-1 0,0 0 0,0 0 0,-8 4 0,-7 1 0,-1 0 0,0-2 0,0 0 0,0-1 0,-30 4 0,35-7 0,0 1 0,1 0 0,0 1 0,0 1 0,0 0 0,0 1 0,1 0 0,0 1 0,0 1 0,1 0 0,-15 13 0,10-10 0,1-1 0,-1 0 0,-30 11 0,-6 4 0,17-8 0,19-9 0,0 0 0,-16 12 0,3-1 0,23-16 0,1 1 0,0 0 0,-1 0 0,1 1 0,1-1 0,-1 1 0,1 1 0,0-1 0,0 1 0,0 0 0,-4 8 0,3-3 0,2-4 0,1 0 0,-2 1 0,1-1 0,-1-1 0,0 1 0,0-1 0,-10 10 0,-2-4 0,2 1 0,-1 1 0,2 1 0,0 0 0,1 1 0,0 0 0,-19 34 0,25-37 0,1 0 0,0 1 0,1-1 0,0 1 0,1 0 0,1 0 0,1 1 0,-2 23 0,1 34 0,8 79 0,-4-145 6,0 0-1,1 0 1,-1 0 0,2 0-1,-1 0 1,1-1-1,-1 1 1,1-1 0,1 1-1,-1-1 1,1 0-1,0 0 1,0-1 0,1 1-1,9 7 1,5 3-260,2-1 1,36 19 0,-36-22-442,0 1-6131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07.5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28 24575,'1'1'0,"0"-1"0,0 0 0,0 1 0,0-1 0,0 1 0,0-1 0,0 1 0,0-1 0,0 1 0,0 0 0,0-1 0,0 1 0,-1 0 0,1 0 0,0 0 0,0 0 0,0 1 0,15 22 0,-8-11 0,-2-7 0,-1 1 0,2-1 0,-1-1 0,9 7 0,18 15 0,-21-13 0,25 20 0,-31-30 0,1 1 0,-1-1 0,1-1 0,0 1 0,0-1 0,0-1 0,8 3 0,5 2 0,-1 0 0,21 12 0,12 4 0,-48-21 0,1 1 0,-1-1 0,0 0 0,0 1 0,6 5 0,10 7 0,-20-15 0,1 0 0,-1 0 0,0 0 0,1 0 0,-1 0 0,0 0 0,0 0 0,1 1 0,-1-1 0,0 0 0,1 0 0,-1-1 0,0 1 0,0 0 0,1 0 0,-1 0 0,0 0 0,1 0 0,-1 0 0,0 0 0,0 0 0,1-1 0,-1 1 0,0 0 0,0 0 0,1 0 0,-1 0 0,0-1 0,0 1 0,0 0 0,1 0 0,-1-1 0,0 1 0,0 0 0,0 0 0,0-1 0,0 1 0,1 0 0,-1-1 0,0 1 0,0 0 0,0 0 0,0-1 0,0 1 0,0 0 0,0-1 0,0 1 0,0 0 0,0-1 0,1-18 0,-1 17 0,-5-251-1365,5 225-5461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09.0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1209 24575,'510'0'0,"-502"0"0,1 0 0,-1-1 0,1 0 0,-1-1 0,0 0 0,0 0 0,1-1 0,-2 0 0,1 0 0,10-6 0,-6 1 0,0-1 0,0 0 0,-1 0 0,0-1 0,10-13 0,3-3 0,-10 13 0,-2-1 0,0-1 0,20-29 0,-23 29 0,1 0 0,18-20 0,5-6 0,-29 35 0,-1-2 0,1 1 0,-1 0 0,0-1 0,-1 1 0,0-1 0,0 0 0,-1 0 0,0 0 0,1-12 0,-2 13 0,0 0 0,1 0 0,-1 0 0,2 1 0,-1-1 0,1 0 0,0 1 0,0-1 0,1 1 0,0 0 0,0-1 0,1 1 0,6-9 0,-2 6 0,-3 5 0,0-1 0,0 0 0,-1 0 0,1 0 0,-1-1 0,-1 0 0,1 0 0,-1 0 0,0 0 0,0 0 0,-1 0 0,0-1 0,2-10 0,1-8 0,1-1 0,1 1 0,18-46 0,-19 57 0,-2 0 0,0 0 0,0 0 0,-1-1 0,1-28 0,-5-78 0,-1 61 0,3 33 0,-1 15 0,1-1 0,-2 1 0,0 0 0,-4-24 0,4 33 0,0 1 0,1-1 0,-1 1 0,-1-1 0,1 1 0,0-1 0,0 1 0,-1 0 0,1 0 0,-1 0 0,0 0 0,0 0 0,0 0 0,0 0 0,0 1 0,0-1 0,0 0 0,0 1 0,-1 0 0,1 0 0,-1 0 0,1 0 0,-1 0 0,1 0 0,-1 0 0,1 1 0,-1-1 0,-3 1 0,3 0 0,0 0 0,-1 0 0,1 1 0,0 0 0,0-1 0,0 1 0,-1 0 0,1 0 0,0 1 0,0-1 0,1 0 0,-1 1 0,0 0 0,0 0 0,1 0 0,-4 3 0,-5 5 0,0 1 0,-11 15 0,8-9 0,-50 62 63,-29 31-1491,74-90-5398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09.5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24575,'14'0'0,"0"0"0,0 1 0,0 1 0,-1 0 0,18 5 0,-25-5 0,0 1 0,0-1 0,0 1 0,0 1 0,0-1 0,-1 1 0,1 0 0,-1 0 0,0 0 0,0 1 0,-1 0 0,0 0 0,5 6 0,5 11 0,0 1 0,-1 0 0,10 29 0,-14-35 0,-1-1 0,19 26 0,-17-29 0,-1 0 0,-1 1 0,0 0 0,5 16 0,7 32-1365,-10-35-5461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16.6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2 349 24575,'0'-28'0,"-1"11"0,1 0 0,0 0 0,1 0 0,1 0 0,1 1 0,0-1 0,1 0 0,10-23 0,-2 10 0,-6 14 0,1 1 0,15-26 0,-20 37 0,0 1 0,1 0 0,-1 0 0,1 0 0,0 0 0,0 0 0,0 1 0,0-1 0,0 1 0,0 0 0,1 0 0,-1 0 0,1 0 0,-1 1 0,1-1 0,7-1 0,-8 3 0,0 0 0,0 0 0,0 0 0,0 1 0,0-1 0,0 1 0,0 0 0,0-1 0,0 1 0,0 1 0,0-1 0,-1 0 0,1 1 0,0-1 0,-1 1 0,1 0 0,-1 0 0,0 0 0,0 0 0,0 0 0,0 1 0,0-1 0,0 0 0,0 1 0,-1 0 0,2 3 0,5 8 0,-1 0 0,0 1 0,6 23 0,20 78 0,15 87 0,-34-148 0,-9-37 0,0 1 0,2 21 0,-4-22 0,1 1 0,0-1 0,2-1 0,8 22 0,-6-21 0,-2 1 0,0-1 0,6 34 0,-9-11-682,-2 44-1,-2-57-6143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34.8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24575,'5'-1'0,"1"1"0,-1 0 0,0 0 0,1 1 0,-1-1 0,0 1 0,1 0 0,-1 1 0,0-1 0,0 1 0,0 0 0,0 0 0,0 1 0,0-1 0,-1 1 0,1 0 0,-1 1 0,0-1 0,4 5 0,2 0 0,0 1 0,0-2 0,1 0 0,-1 0 0,2-1 0,-1 0 0,1-1 0,-1 0 0,19 4 0,4 3 0,-24-7 0,1 0 0,-2 1 0,16 10 0,12 7 0,-25-17 0,24 13 0,35 25 0,-61-37 0,1 2 0,-1-1 0,0 1 0,-1 1 0,0-1 0,-1 2 0,10 14 0,58 108 0,-65-113 0,-1 1 0,-2 0 0,1 0 0,-2 1 0,-1 0 0,-1 0 0,4 33 0,13 43 0,-21-94 0,2 3 0,1 1 0,-1-1 0,1 0 0,0 0 0,1 0 0,0-1 0,5 7 0,17 23 0,-14-12 0,-2 0 0,0 1 0,-1 0 0,-2 1 0,7 33 0,19 57 46,-17-64-1457,-11-31-5415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36.0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91 24575,'4'1'0,"-1"0"0,1 0 0,-1 1 0,0-1 0,0 1 0,1-1 0,4 5 0,2 0 0,-4-3 0,-1 1 0,0 0 0,1 0 0,-2 0 0,1 1 0,-1 0 0,1 0 0,-1 0 0,3 6 0,31 54 0,-34-56 0,5 11 0,-1 0 0,9 34 0,-13-37 0,0-1 0,2 0 0,0 0 0,1-1 0,13 24 0,-7-19 0,-8-12 0,0 0 0,0 0 0,1-1 0,7 8 0,-11-13 0,-1-1 0,1 1 0,0-1 0,-1 0 0,1 1 0,0-1 0,0 0 0,0 0 0,0 0 0,0-1 0,0 1 0,1 0 0,-1-1 0,0 1 0,0-1 0,0 0 0,1 0 0,-1 0 0,0 0 0,0 0 0,0 0 0,4-1 0,-4 0 0,0 0 0,0 0 0,0 0 0,0 0 0,0-1 0,0 1 0,0-1 0,-1 1 0,1-1 0,0 0 0,-1 1 0,1-1 0,-1 0 0,0 0 0,1 0 0,-1 0 0,0 0 0,0 0 0,0-1 0,-1 1 0,1 0 0,0 0 0,-1-4 0,3-7 0,-1 0 0,-1-25 0,0 33 0,-3-219 133,-1 60-1631,3 137-5328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42.7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262 1675 24575,'5'0'0,"0"-1"0,0 0 0,0 0 0,0 0 0,0 0 0,0-1 0,-1 0 0,1 0 0,0 0 0,-1 0 0,1-1 0,-1 0 0,0 0 0,0 0 0,0 0 0,0-1 0,-1 1 0,1-1 0,3-5 0,5-9 0,0-1 0,-1 0 0,11-25 0,-4 7 0,-8 19 0,39-82 0,-43 85 0,-1 0 0,0 0 0,-1-1 0,-1 1 0,1-17 0,-2 20 0,0 0 0,0 0 0,1 0 0,1 0 0,0 1 0,1 0 0,8-16 0,-3 5 0,0-1 0,-2 0 0,-1-1 0,0 0 0,5-40 0,-7 10 0,-2-81 0,-2 45 0,-4-72 0,1 146 0,0 1 0,-1 0 0,0 0 0,-1 0 0,-1 0 0,0 1 0,-1 0 0,-1 0 0,-12-20 0,4 12 0,-15-31 0,-8-11 0,33 57 0,-2 0 0,1 1 0,-1-1 0,0 2 0,0-1 0,0 1 0,-9-5 0,-21-16 0,29 19 0,1 0 0,-2 1 0,1 0 0,-1 0 0,0 1 0,0 0 0,-1 1 0,1 0 0,-1 0 0,-15-3 0,1 2 0,13 4 0,0-1 0,0-1 0,0 1 0,1-2 0,-1 0 0,1 0 0,0-1 0,0 0 0,-9-7 0,13 7 0,-1-1 0,0 1 0,0 1 0,0-1 0,-15-5 0,21 9 0,-1 0 0,1 1 0,-1-1 0,1 1 0,-1 0 0,0-1 0,1 1 0,-1 0 0,1 0 0,-1 0 0,1 0 0,-1 0 0,0 1 0,1-1 0,-1 0 0,1 1 0,-1-1 0,1 1 0,-1 0 0,1-1 0,0 1 0,-1 0 0,1 0 0,0 0 0,-1 0 0,1 0 0,0 0 0,0 0 0,0 0 0,0 0 0,0 1 0,0-1 0,0 0 0,0 1 0,1-1 0,-1 1 0,1-1 0,-2 3 0,-1 6 0,0 0 0,1 0 0,0 0 0,0 1 0,0 18 0,5 58 0,0-35 0,-2-42 0,0 0 0,0 1 0,1-1 0,1 0 0,-1 1 0,2-1 0,-1-1 0,2 1 0,-1 0 0,9 12 0,6 15 0,7 14 0,-20-41 2,0 1-1,7 18 0,11 19 57,-22-45-188,0 0 0,0 0 1,1 0-1,0 0 0,-1 0 1,1 0-1,0-1 0,0 1 0,1-1 1,5 4-1,11 2-6696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43.7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98 24575,'0'0'0,"1"-1"0,-1 0 0,0 0 0,0 0 0,1 0 0,-1 0 0,1 0 0,-1 0 0,1 1 0,-1-1 0,1 0 0,-1 0 0,1 1 0,0-1 0,-1 0 0,1 1 0,0-1 0,0 0 0,0 1 0,-1-1 0,1 1 0,2-1 0,25-10 0,-14 6 0,16-7 0,1 2 0,56-11 0,-58 14 0,14 0 0,0 3 0,0 1 0,80 5 0,-36 0 0,-62-1 0,-1 0 0,0 2 0,1 1 0,-1 1 0,-1 1 0,42 17 0,-42-15-1365,-2-2-5461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46.1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1 448 24575,'-1'-48'0,"3"-58"0,-1 100 0,1 0 0,-1 0 0,1 0 0,0 0 0,1 1 0,-1-1 0,1 1 0,0-1 0,7-7 0,-5 6 0,-1 0 0,0-1 0,0 0 0,4-8 0,-2-4 0,-1 1 0,2 0 0,0 1 0,1-1 0,15-24 0,-20 39 0,0 0 0,-1 1 0,1-1 0,1 1 0,-1 0 0,1 0 0,-1 0 0,1 0 0,0 0 0,6-3 0,-7 5 0,1 0 0,-1 0 0,0 0 0,0 1 0,1-1 0,-1 1 0,1-1 0,-1 1 0,0 0 0,1 1 0,-1-1 0,0 1 0,1-1 0,-1 1 0,0 0 0,4 2 0,-3-1 0,0 0 0,0 0 0,-1 1 0,0-1 0,1 1 0,-1 0 0,0 0 0,0 0 0,-1 1 0,1-1 0,0 0 0,-1 1 0,0 0 0,0 0 0,2 5 0,1 3 0,-1-1 0,0 1 0,-1 0 0,2 14 0,-2-12 0,0 0 0,1-1 0,1 1 0,10 19 0,3 11 0,-13-28 0,0 1 0,-1-1 0,-1 1 0,2 35 0,-7 71 0,0-53 0,1 533-1365,1-576-5461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52.1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1427 2485 24575,'3'0'0,"0"0"0,0-1 0,0 1 0,0-1 0,0 0 0,0 0 0,0 0 0,0-1 0,0 1 0,-1-1 0,1 1 0,0-1 0,-1 0 0,0 0 0,1 0 0,-1 0 0,0-1 0,4-4 0,3-5 0,-1-2 0,12-23 0,-4 8 0,24-49 0,-28 53 0,1-1 0,23-32 0,-28 46 0,-1-1 0,-1 0 0,0 0 0,-1-1 0,0 1 0,-1-1 0,-1 0 0,3-22 0,-1 12 0,12-41 0,-7 37 0,2-1 0,0 1 0,2 1 0,19-28 0,-21 37 0,-1-1 0,-1-1 0,0 0 0,-2 0 0,0-1 0,-2 0 0,0 0 0,-1-1 0,-1 0 0,-1 1 0,-1-1 0,-2-41 0,-3-255 0,3 307 0,0-1 0,-1 1 0,0-1 0,-1 1 0,-6-19 0,7 25 0,-1 1 0,0-1 0,0 1 0,-1-1 0,1 1 0,-1 0 0,0 0 0,0 0 0,0 1 0,-1-1 0,1 1 0,-1-1 0,0 1 0,0 1 0,-7-5 0,-1 0 0,6 5 0,0-1 0,1 1 0,-1-2 0,1 1 0,0 0 0,0-1 0,0 0 0,0 0 0,1-1 0,-1 1 0,1-1 0,1 0 0,-1 0 0,-5-10 0,7 10 0,-1 0 0,0 1 0,0-1 0,-1 0 0,1 1 0,-1 0 0,0 0 0,0 0 0,-6-4 0,-4-1 0,-26-14 0,29 17 0,0 0 0,0 0 0,1-1 0,0 0 0,-10-10 0,-1-5 0,17 16 0,-1 0 0,0 1 0,0 0 0,0 0 0,-1 0 0,1 1 0,-1-1 0,0 1 0,-1 1 0,1-1 0,-12-3 0,10 5 0,0-1 0,0 1 0,0-1 0,1-1 0,-1 1 0,1-1 0,-1 0 0,2-1 0,-1 0 0,0 0 0,1-1 0,-6-5 0,3 2 0,-1 1 0,1 1 0,-1-1 0,-18-8 0,17 10 0,1-1 0,0 0 0,0 0 0,-12-12 0,6 5 0,0 1 0,-1 1 0,0 0 0,-1 1 0,-1 0 0,-33-12 0,28 12 0,-1-1 0,1-1 0,-27-20 0,43 27 0,0 1 0,0 1 0,-1-1 0,0 1 0,0 1 0,0 0 0,-13-3 0,-33-13 0,50 16 0,0 0 0,1 0 0,-1-1 0,1 1 0,-1-1 0,1 0 0,-4-5 0,5 5 0,0 0 0,-1 0 0,0 1 0,0-1 0,0 1 0,0 0 0,-1 0 0,1 0 0,-8-3 0,-22-4 0,24 7 0,0 0 0,0 0 0,1 0 0,-1-2 0,1 1 0,0-1 0,0 0 0,-14-12 0,16 10 0,0-1 0,0 1 0,-1 1 0,0 0 0,-1 0 0,1 0 0,-1 1 0,0 0 0,0 1 0,-1 0 0,1 0 0,-1 1 0,0 1 0,-11-3 0,-32-4 0,1-3 0,0-2 0,-68-27 0,84 28 0,25 10 0,0 0 0,0-2 0,0 1 0,0-2 0,-10-6 0,18 11 0,1-1 0,0 1 0,-1-1 0,1 1 0,-1 0 0,1 0 0,-1 0 0,0 0 0,0 1 0,1-1 0,-1 1 0,-4-1 0,6 1 0,0 0 0,1 0 0,-1 1 0,0-1 0,1 0 0,-1 0 0,0 0 0,1 1 0,-1-1 0,1 0 0,-1 1 0,0-1 0,1 0 0,-1 1 0,1-1 0,-1 1 0,1-1 0,-1 1 0,1-1 0,0 1 0,-1 0 0,0 1 0,1 0 0,-1-1 0,1 1 0,-1-1 0,1 1 0,0 0 0,0-1 0,0 1 0,0 0 0,0-1 0,0 1 0,1 3 0,2 3 0,0 1 0,0-1 0,1 0 0,0 0 0,1 0 0,-1 0 0,1-1 0,7 7 0,9 16 0,75 111 0,-79-105 0,-15-30 0,0 0 0,0 0 0,1-1 0,0 1 0,0-1 0,1 0 0,0 0 0,5 6 0,23 18 0,26 26 0,-53-49 0,0 0 0,0 0 0,-1 1 0,1 0 0,-2-1 0,1 2 0,4 11 0,-4-5 0,-2-7 0,0 0 0,1 0 0,-1-1 0,1 1 0,0-1 0,8 11 0,13 24 61,-21-34-265,0 0 0,0-1 1,1 1-1,0-1 0,1 0 1,9 10-1,2-4-6622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52.9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0 349 24575,'0'-3'0,"0"0"0,1-1 0,-1 1 0,1 0 0,-1 0 0,1 0 0,0 0 0,0 0 0,0 0 0,1 0 0,-1 0 0,1 0 0,-1 1 0,1-1 0,0 0 0,0 1 0,0 0 0,1-1 0,-1 1 0,0 0 0,1 0 0,0 0 0,3-2 0,5-1 0,1 0 0,0 0 0,0 1 0,20-4 0,0-1 0,50-11 0,-63 17 0,-1-1 0,1 0 0,-1-2 0,0 0 0,28-15 0,-33 13 0,1 0 0,1 1 0,-1 0 0,1 1 0,0 0 0,0 2 0,24-5 0,-25 7 0,-1-1 0,1-1 0,0 0 0,-1-1 0,0 0 0,0-1 0,0-1 0,14-9 0,-16 9 0,0 2 0,1-1 0,0 1 0,0 1 0,0 0 0,1 1 0,17-3 0,4 3 0,48 1 0,0 0 0,-54-1 67,31-7 0,12-2-1566,-44 9-5327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55.0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35 24575,'2'-1'0,"1"1"0,-1-1 0,1 0 0,-1 1 0,1-1 0,-1 0 0,0-1 0,4-1 0,13-6 0,1 4 0,0 1 0,1 1 0,32-1 0,66 6 0,-45 0 0,-60-2 0,0 1 0,0 0 0,-1 1 0,27 7 0,-33-7 0,-1 0 0,0 1 0,0-1 0,-1 1 0,1 1 0,0-1 0,-1 1 0,0 0 0,0 0 0,0 1 0,0-1 0,6 9 0,-5-4 0,10 13 0,14 26 0,-25-40 0,-1 1 0,0 0 0,-1 0 0,1 0 0,-2 0 0,3 18 0,10 59 0,-8-53 0,-2 0 0,1 35 0,-6 278 0,-1-151 0,1-188 0,0 0 0,0 0 0,-1 0 0,0 0 0,-3 9 0,3-13 0,0 0 0,0 0 0,-1-1 0,1 1 0,-1 0 0,0-1 0,1 1 0,-1-1 0,0 1 0,-1-1 0,1 0 0,0 0 0,-1 0 0,-3 2 0,1-1 0,0 0 0,0 1 0,1 0 0,0-1 0,-8 9 0,12-11 0,-1 0 0,1-1 0,-1 1 0,1 0 0,-1 0 0,1 0 0,0-1 0,-1 1 0,1 0 0,0 0 0,0 0 0,-1 0 0,1 0 0,0 0 0,0-1 0,0 1 0,0 0 0,1 2 0,-1-2 0,1 0 0,-1 0 0,1 0 0,-1-1 0,1 1 0,0 0 0,0 0 0,-1 0 0,1-1 0,0 1 0,0 0 0,0-1 0,0 1 0,0 0 0,0-1 0,0 0 0,0 1 0,0-1 0,2 1 0,16 3 0,1 0 0,0-2 0,-1 0 0,1-1 0,0-1 0,26-3 0,7 0 0,75 2-1365,-100 1-5461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4:02.0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 2035 24575,'-1'-3'0,"1"1"0,-1-1 0,0 1 0,1-1 0,-1 1 0,0 0 0,-1-1 0,-2-3 0,-5-13 0,3-10 0,1 0 0,2-1 0,1 1 0,1-1 0,3-38 0,0 8 0,-2-258 0,1 309 0,-1-1 0,1 0 0,1 1 0,0-1 0,0 1 0,1-1 0,0 1 0,0 0 0,1 0 0,7-11 0,-6 9 0,0 0 0,0-1 0,-2 1 0,1-1 0,-1 0 0,2-21 0,-3-71 0,-1 13 0,2 70 0,9-37 0,-7 38 0,-1 0 0,2-22 0,-6 33 0,1 0 0,0 0 0,1 0 0,-1 0 0,2 0 0,-1 0 0,1 1 0,1-1 0,-1 1 0,2 0 0,-1 0 0,1 0 0,6-7 0,-3 3 0,1 0 0,12-24 0,-18 29 0,0 0 0,0 0 0,1 1 0,1-1 0,-1 1 0,1 0 0,0 0 0,0 0 0,1 1 0,-1 0 0,1 0 0,0 0 0,14-7 0,6-2 0,-1-1 0,0-1 0,24-21 0,35-22 0,-67 49 0,2 1 0,20-7 0,-18 8 0,26-14 0,-26 8 0,-1 0 0,24-21 0,-26 19 0,38-24 0,-48 35 0,0 1 0,1 0 0,-1 0 0,1 1 0,0 0 0,0 1 0,0 0 0,14-2 0,35 3 0,-38 1 0,33-5 0,-46 4 0,0 0 0,0-1 0,0 0 0,0-1 0,0 0 0,0 0 0,-1 0 0,8-5 0,7-8 0,-10 9 0,0-1 0,0 1 0,0 1 0,15-6 0,-2 2 0,134-46 0,-128 47 0,-9 2 0,0 1 0,0 1 0,1 1 0,24-2 0,306 5 0,-164 3 0,1239-2-1365,-1400 0-5461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4:02.8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24575,'8'0'0,"-1"0"0,0 1 0,0 0 0,0 0 0,1 0 0,-1 1 0,0 0 0,9 5 0,-6-2 0,0 1 0,0 1 0,0 0 0,11 10 0,-17-14 0,7 8 0,1-1 0,0-1 0,1 0 0,0-1 0,16 8 0,-6-6 0,0-2 0,26 7 0,-35-10 0,0 0 0,0 1 0,21 12 0,15 7 0,2 4 0,-43-23 0,1 0 0,0-1 0,0 0 0,0-1 0,13 4 0,-2-1 0,0 0 0,0 2 0,20 10 0,-27-13 0,0 0 0,1-2 0,0 0 0,28 4 0,-30-5 0,-8-2 0,-1 0 0,0 0 0,0 1 0,0-1 0,0 1 0,0 0 0,0 1 0,0-1 0,-1 1 0,1-1 0,-1 1 0,0 0 0,0 0 0,0 0 0,0 1 0,0-1 0,-1 1 0,1 0 0,-1-1 0,0 1 0,0 0 0,-1 0 0,3 8 0,1 8 0,0 0 0,-1 0 0,1 38 0,-2-30 0,-1-16 0,0 0 0,1 0 0,1 0 0,0-1 0,1 1 0,0-1 0,1 0 0,8 12 0,17 35 0,-27-46 0,0 1 0,0-1 0,-1 1 0,-1 0 0,0 0 0,0 14 0,-2 2 0,-4 47 0,3-68 0,1-1 0,-2 1 0,1-1 0,-1 0 0,0 0 0,-1 1 0,1-2 0,-1 1 0,-1 0 0,1 0 0,-1-1 0,-1 0 0,1 0 0,-1 0 0,0-1 0,0 1 0,-12 8 0,1-2 0,0 0 0,0-2 0,-2 0 0,1-1 0,-1 0 0,0-2 0,-1 0 0,0-1 0,0-1 0,-24 3 0,16-1-1365,6 0-5461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4:08.3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35 24575,'1'-1'0,"-1"-1"0,0 1 0,1 0 0,-1 0 0,0 0 0,1 0 0,-1 0 0,1 0 0,0 0 0,-1 1 0,1-1 0,0 0 0,0 0 0,-1 0 0,1 1 0,0-1 0,0 0 0,0 1 0,0-1 0,0 1 0,0-1 0,0 1 0,0-1 0,0 1 0,0 0 0,0-1 0,2 1 0,33-7 0,-32 7 0,45-4 0,-1 1 0,78 7 0,-121-3 0,0 0 0,0 0 0,0 1 0,0 0 0,-1-1 0,1 2 0,0-1 0,-1 0 0,1 1 0,-1 0 0,0 0 0,7 7 0,3 4 0,25 34 0,-7-10 0,-27-31 0,-1-1 0,0 0 0,0 1 0,0 0 0,-1 0 0,0 0 0,-1 0 0,1 1 0,-1-1 0,-1 1 0,1-1 0,0 13 0,0-6 0,-1-7 0,2 0 0,-1 1 0,1-2 0,0 1 0,0 0 0,1-1 0,0 1 0,0-1 0,10 11 0,-8-10 0,1 2 0,-2-1 0,1 1 0,6 14 0,-7-7 0,0 1 0,4 32 0,3 9 0,-7-34 0,-1-1 0,1 29 0,-1-11 0,-2-35 0,-1 0 0,1 0 0,0 0 0,0 0 0,1 0 0,0-1 0,0 0 0,6 10 0,-4-9 0,-1 1 0,1 1 0,-2-1 0,5 11 0,-4-2 0,0 0 0,-2 0 0,1 1 0,-1 19 0,-5 70 0,1-38 0,2-44 0,0-3 0,-1 0 0,-4 26 0,4-40 0,-1 0 0,1-1 0,-2 1 0,1 0 0,-1-1 0,0 1 0,0-1 0,-1 0 0,0 0 0,-7 9 0,6-10 0,0 1 0,-1-1 0,1 0 0,-1 0 0,0-1 0,-1 0 0,1 0 0,-1 0 0,1-1 0,-1 0 0,-8 2 0,1-1 0,0-1 0,1-1 0,-2-1 0,-27 0 0,24-1 0,6 0 0,-1 0 0,-20 3 0,29-2 0,0 0 0,0 0 0,0 0 0,0 0 0,0 1 0,0 0 0,0 0 0,0 0 0,1 0 0,-1 1 0,-4 4 0,7-6 0,0-1 0,1 0 0,-1 1 0,1-1 0,-1 1 0,1-1 0,-1 1 0,1-1 0,-1 1 0,1 0 0,0-1 0,-1 1 0,1-1 0,0 1 0,0 0 0,-1-1 0,1 1 0,0 0 0,0-1 0,0 1 0,0 0 0,0 0 0,0-1 0,0 1 0,0 0 0,0-1 0,0 2 0,1-1 0,-1-1 0,1 1 0,0 0 0,-1 0 0,1-1 0,0 1 0,0 0 0,0-1 0,0 1 0,-1-1 0,1 1 0,0-1 0,0 1 0,0-1 0,0 0 0,1 1 0,7 1 0,0-1 0,0 0 0,11 0 0,-18-1 0,18-1 0,0 0 0,-1-2 0,1 0 0,29-10 0,-8 3 0,7-3 0,-27 7 0,0 1 0,0 1 0,26-2 0,-23 4 0,47-12 0,-46 9 0,45-6 0,100 10 0,-163 2 0,-12-2 0,-45 0 0,-1 2 0,-86 13 0,99-6-682,-52 3-1,63-10-6143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4:12.3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69 582 24575,'-1'-7'0,"0"0"0,0 0 0,-1 1 0,1-1 0,-2 1 0,1-1 0,-1 1 0,0 0 0,0 0 0,-5-7 0,3 4 0,0 0 0,0 0 0,-5-17 0,5 5 0,1 1 0,1-1 0,0-32 0,5-67 0,1 39 0,-3 68 0,-1 4 0,1-1 0,1 1 0,0 0 0,0 0 0,5-18 0,-5 25 0,0-1 0,0 1 0,0-1 0,1 1 0,0-1 0,-1 1 0,1 0 0,0 0 0,0 0 0,0 0 0,0 0 0,1 0 0,-1 0 0,0 1 0,1-1 0,-1 1 0,1 0 0,0-1 0,-1 1 0,1 1 0,0-1 0,-1 0 0,6 0 0,23-3 0,0 2 0,1 2 0,48 4 0,2 0 0,-31-5 0,-28 0 0,1 0 0,-1 2 0,29 4 0,-46-4 0,-1 0 0,1 1 0,-1-1 0,1 1 0,-1 0 0,0 1 0,0-1 0,0 1 0,0 0 0,0 0 0,-1 0 0,1 1 0,-1 0 0,0 0 0,0 0 0,0 0 0,0 1 0,3 5 0,29 63 0,-17-34 0,-14-28-227,-1 0-1,0 0 1,-1 0-1,0 1 1,2 14-1,-2-1-6598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4:18.1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24575,'3'3'0,"0"1"0,-1-1 0,0 0 0,0 1 0,0 0 0,0-1 0,0 1 0,-1 0 0,1 0 0,-1 0 0,1 6 0,10 25 0,9-3 0,-16-26 0,-1 1 0,0-1 0,0 1 0,0 0 0,0 1 0,-1-1 0,-1 1 0,4 13 0,0 19 0,6 30 0,-6-44 0,3 49 0,-5-36 0,-3-32 0,1 0 0,0 0 0,1-1 0,-1 1 0,1-1 0,0 0 0,1 0 0,-1 0 0,1 0 0,1-1 0,8 10 0,-7-9 0,-1 0 0,0 0 0,-1 1 0,1-1 0,-1 1 0,-1 0 0,1 0 0,-1 1 0,4 11 0,-3 5 0,-1-8 0,0-1 0,10 29 0,-12-41 0,1 1 0,-1-1 0,1 0 0,0 1 0,0-1 0,0 0 0,0 0 0,1-1 0,-1 1 0,1 0 0,-1-1 0,1 0 0,0 1 0,0-1 0,0 0 0,0-1 0,7 4 0,5-1 0,-1-2 0,1 1 0,0-1 0,0-1 0,0-1 0,0 0 0,15-3 0,-10 2 0,1 0 0,32 4 0,-46-2 0,0 0 0,0 1 0,0-1 0,-1 2 0,1-1 0,0 1 0,-1 0 0,0 0 0,0 1 0,0 0 0,8 7 0,21 20 0,-17-14 0,23 18 0,-33-30 0,-1 1 0,0 0 0,0 0 0,-1 1 0,0 0 0,0 0 0,-1 0 0,0 1 0,0 0 0,-1 0 0,7 15 0,-7-9 0,0 1 0,0 0 0,-1 0 0,-1 1 0,-1-1 0,0 19 0,-1 6 0,-4 112 0,3-146 0,0 0 0,-1 0 0,0-1 0,0 1 0,-1-1 0,0 1 0,0-1 0,0 0 0,0 0 0,-1 0 0,0-1 0,0 1 0,0-1 0,0 0 0,-1 0 0,-6 4 0,-2 1 0,0 0 0,-1 0 0,-1-1 0,-27 10 0,19-12-92,0-1-1,0-1 0,0-1 1,-1-1-1,1-1 0,-39-3 1,38 1-625,-3 0-6109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4:18.9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1 100 24575,'0'-2'0,"1"1"0,-1-1 0,1 1 0,0-1 0,0 1 0,-1 0 0,1-1 0,0 1 0,0 0 0,0 0 0,1-1 0,-1 1 0,0 0 0,0 0 0,1 0 0,-1 1 0,2-2 0,26-15 0,-27 16 0,11-4 0,-1 0 0,2 1 0,-1 0 0,0 1 0,19-1 0,29-8 0,-34 5 0,1 2 0,-1 1 0,39-1 0,86 6 0,-56 1 0,634-2-1365,-703 0-5461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09:26.0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0 131 24575,'82'1'0,"91"-3"0,-81-13 0,-62 9 0,41-4 0,19 8 0,-59 2 0,-1-1 0,1-1 0,-1-1 0,1-2 0,43-12 0,113-33 0,-171 46 0,26-3 0,-1 2 0,1 3 0,82 4 0,-36 0 0,261-2 0,-316 2 0,-1 1 0,49 12 0,-37-7 0,17 6 0,-32-7 0,40 5 0,65 9 0,-77-11 0,101 23 0,-132-28 0,-1 1 0,0 2 0,0 0 0,-1 2 0,-1 0 0,1 2 0,39 27 0,-49-29 0,1-1 0,-1-1 0,2 0 0,-1-1 0,25 8 0,-27-9 0,1 0 0,-1 0 0,-1 1 0,1 1 0,-1 0 0,-1 1 0,14 12 0,-9-7 0,0-1 0,31 18 0,-10-11 0,1-2 0,47 16 0,-76-32 0,0 1 0,-1 0 0,0 0 0,1 1 0,-1 0 0,-1 1 0,1 0 0,-1 0 0,0 0 0,0 1 0,11 12 0,2 5 0,1-1 0,1-1 0,1-1 0,1-1 0,0-1 0,2-1 0,34 18 0,-17-10 0,-2 2 0,41 35 0,-22-21 0,-38-27 0,31 25 0,-31-21 0,1-1 0,35 19 0,-37-24 0,0 1 0,0 1 0,31 29 0,-21-15 0,45 32 0,-9-3 0,3 3 0,-34-29 0,-29-24 0,-1-1 0,1 0 0,0-1 0,0 1 0,15 7 0,-14-8 0,0 0 0,0 0 0,-1 0 0,1 1 0,5 7 0,-5-5 0,1-1 0,17 13 0,0-6 0,-16-9 0,-1 0 0,0 0 0,-1 0 0,1 1 0,-1 1 0,0 0 0,11 12 0,-14-14-273,-1 1 0,1-1 0,0-1 0,8 7 0,3 0-6553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09:27.3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203 0 24575,'12'0'0,"0"1"0,0 0 0,0 0 0,-1 1 0,1 0 0,13 6 0,-18-6 0,0 1 0,0 1 0,-1-1 0,1 1 0,-1 1 0,0-1 0,0 1 0,-1 0 0,0 0 0,0 1 0,5 6 0,8 8 0,1 0 0,34 28 0,-29-28 0,31 34 0,-51-48 0,0-1 0,0 1 0,0 0 0,-1 0 0,0 0 0,0 1 0,0-1 0,-1 1 0,2 9 0,-1 3 0,0 0 0,-1 20 0,0-9 0,-1-24 0,0 0 0,1 0 0,-1 0 0,1 0 0,1-1 0,-1 1 0,1-1 0,0 1 0,0-1 0,7 7 0,-6-6 0,-1-1 0,1 0 0,-1 1 0,0-1 0,0 1 0,-1 0 0,0 0 0,2 7 0,-4-12 0,0 1 0,0-1 0,0 0 0,0 1 0,0-1 0,0 0 0,-1 0 0,1 1 0,0-1 0,-1 0 0,1 0 0,-1 0 0,0 1 0,1-1 0,-1 0 0,0 0 0,0 0 0,1 0 0,-1 0 0,0 0 0,0-1 0,0 1 0,0 0 0,0 0 0,-1-1 0,1 1 0,0 0 0,0-1 0,0 1 0,0-1 0,-1 0 0,1 1 0,0-1 0,-1 0 0,-1 0 0,-7 2 0,0 0 0,0-1 0,-14-1 0,17 0 0,-224-4 0,210 2 0,-1 0 0,1-2 0,-29-7 0,2 0 0,40 9 10,1 0 0,-1-1 0,0 0 0,1 0-1,-1-1 1,1 0 0,-11-7 0,-1-4-308,-21-21 0,22 19-550,2 2-5978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09:28.7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2352 2 24575,'-81'-2'0,"-92"5"0,155-1 0,0 2 0,0 0 0,1 1 0,-32 14 0,-25 7 0,31-13 0,-44 21 0,-34 11 0,107-42 0,-1 2 0,1 0 0,-1 1 0,1 0 0,1 1 0,-17 11 0,-61 37 0,60-37 0,-44 31 0,-12 9 0,3-2 0,74-49 0,0-1 0,0 0 0,-1-1 0,-13 5 0,11-5 0,1 0 0,0 1 0,-12 8 0,-85 56 0,78-47 0,-4 3 0,-32 31 0,53-45 0,0 0 0,-22 13 0,25-19 0,1 1 0,0 0 0,0 0 0,1 1 0,0 0 0,0 1 0,-13 18 0,10-11 0,0-1 0,-2 0 0,0-1 0,0 0 0,-1-1 0,-1-1 0,-28 18 0,28-19 0,0 1 0,2 1 0,-23 23 0,-8 8 0,18-21 0,15-14 0,0 1 0,0 0 0,1 1 0,0 1 0,1 0 0,0 0 0,-10 19 0,1 8 0,8-16 0,-22 35 0,27-50 0,-1 0 0,0 0 0,-9 7 0,11-11 0,0 1 0,-1 0 0,2 0 0,-1 1 0,1 0 0,-1-1 0,2 2 0,-1-1 0,-3 8 0,-2 10 0,1 1 0,1 0 0,1 0 0,1 1 0,-2 33 0,4-29 0,-1 1 0,-2-1 0,-12 40 0,9-40 0,1 1 0,2 0 0,-3 33 0,8-1-1365,1-35-5461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09:29.7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24575,'0'447'0,"1"-437"0,0 0 0,0 0 0,1-1 0,0 1 0,0 0 0,1 0 0,1-1 0,-1 0 0,2 0 0,-1 0 0,1 0 0,12 15 0,5 12 0,-16-25 0,1 0 0,0 0 0,1-1 0,0 0 0,14 14 0,2-4 0,-5-4 0,25 27 0,-33-31 0,1 0 0,0-1 0,1 0 0,0-1 0,1-1 0,0 0 0,1-1 0,0 0 0,0-1 0,21 6 0,-27-9 0,0 0 0,-1 0 0,1 1 0,13 10 0,21 11 0,10 3 0,-37-19 0,1-1 0,20 8 0,-30-14 0,-1 1 0,1 0 0,-1-1 0,0 2 0,8 6 0,-8-7 0,-1 1 0,1-1 0,-1 0 0,1-1 0,1 1 0,11 4 0,-13-7 0,1 1 0,0-1 0,0 0 0,0 0 0,0-1 0,0 1 0,0-1 0,0-1 0,0 1 0,0-1 0,0 0 0,0 0 0,0-1 0,0 0 0,0 0 0,-1 0 0,1-1 0,8-5 0,-6 2 0,-1 1 0,-1-1 0,1 0 0,-1-1 0,0 1 0,-1-1 0,1-1 0,-1 1 0,-1-1 0,1 0 0,-1 0 0,3-11 0,13-50 0,-18 56 0,2-1 0,-1 1 0,2 0 0,-1 1 0,2-1 0,0 1 0,9-15 0,10-8 0,-2-2 0,22-45 0,-36 63 0,-1-2 0,0 1 0,-2-1 0,0 0 0,-2 0 0,3-28 0,-5 35 0,1 0 0,0 0 0,1 1 0,0-1 0,1 1 0,0 0 0,1 0 0,1 0 0,0 1 0,1 0 0,0 1 0,17-18 0,-22 25-151,2 0-1,-1 0 0,0 1 0,1 0 1,-1 0-1,1 0 0,0 1 1,5-3-1,13-2-6674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09:30.9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130 0 24575,'-1'3'0,"0"0"0,1 0 0,-1 0 0,0 0 0,-1 0 0,1 0 0,-1 0 0,-1 2 0,-5 10 0,-81 216 0,84-214 0,0 0 0,2 0 0,0 0 0,-1 29 0,5 73 0,0-54 0,0 30-1365,-1-68-5461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09:57.6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974 1 24575,'-318'0'0,"312"0"0,1 0 0,0 0 0,0 0 0,0 1 0,0 0 0,-1 0 0,1 0 0,0 0 0,0 1 0,1 0 0,-1 0 0,0 0 0,1 1 0,-1-1 0,1 1 0,0 0 0,0 1 0,0-1 0,0 1 0,0-1 0,1 1 0,0 0 0,0 1 0,0-1 0,0 0 0,-3 9 0,3-9 0,1 0 0,-1 0 0,1 0 0,-1 0 0,-1-1 0,1 1 0,0-1 0,-1 0 0,0 0 0,-5 4 0,-3 0 0,0-1 0,-16 6 0,21-9 0,0-1 0,1 1 0,-1 0 0,0 1 0,1-1 0,0 1 0,0 1 0,0-1 0,1 1 0,-1 0 0,1 0 0,-6 8 0,-3 11 0,10-15 0,-1 0 0,-13 16 0,-3 1 0,12-15 0,0-1 0,0 1 0,-19 15 0,22-22 0,1-1 0,0 2 0,1-1 0,-1 0 0,1 1 0,0 0 0,0 0 0,0 0 0,1 1 0,0-1 0,0 1 0,0 0 0,1 0 0,0 0 0,0 0 0,-2 9 0,0 0 0,-1 0 0,-1-1 0,-1 0 0,-14 24 0,13-25 0,1 0 0,0 0 0,1 1 0,0 0 0,-5 20 0,-3 27 0,7-36 0,1 1 0,-4 47 0,10 26 0,-1 23 0,0-117-2,0 1 0,-1-1 0,1 0 0,-1 0 0,0 1 0,-1-1 0,1 0 0,-1-1 0,0 1 0,-5 6 0,-6 10-1341,4-3-5483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09:58.9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24575,'2'0'0,"0"0"0,0 1 0,0-1 0,0 1 0,0 0 0,0 0 0,0-1 0,0 1 0,0 0 0,-1 1 0,1-1 0,0 0 0,-1 0 0,1 1 0,-1-1 0,1 1 0,-1-1 0,0 1 0,0 0 0,2 2 0,0 1 0,0 0 0,0 1 0,-1 0 0,1-1 0,1 10 0,-1-6 0,-1 0 0,1-1 0,0 1 0,1-1 0,0 1 0,0-1 0,1 0 0,10 13 0,-6-9 0,-1 0 0,0 0 0,0 1 0,-2 0 0,10 23 0,-12-27 0,0 1 0,1-1 0,0-1 0,1 1 0,0-1 0,0 0 0,1 0 0,10 9 0,-2-4 0,0-1 0,1 0 0,24 13 0,-31-19 0,0 1 0,0-1 0,9 11 0,-10-9 0,1-1 0,-1 0 0,14 8 0,-13-10 0,0-1 0,1 1 0,0-2 0,0 1 0,0-1 0,0-1 0,0 0 0,1 0 0,15 0 0,-22-2 0,0 0 0,0 0 0,0-1 0,-1 1 0,1-1 0,0 0 0,0 0 0,0 0 0,0 0 0,-1-1 0,1 0 0,-1 1 0,1-1 0,-1 0 0,0-1 0,1 1 0,-1-1 0,0 1 0,-1-1 0,1 0 0,0 0 0,-1 0 0,0-1 0,1 1 0,-1 0 0,-1-1 0,3-5 0,1-7 0,-1 1 0,-1-1 0,-1 0 0,1-21 0,3-24 0,2 6-455,-3 0 0,-2-59 0,-3 87-6371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10:04.0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1280 24575,'509'0'0,"-502"0"0,0 0 0,1-1 0,-1 0 0,0 0 0,8-2 0,-12 2 0,0 0 0,-1 0 0,1-1 0,-1 1 0,1-1 0,-1 1 0,1-1 0,-1 0 0,0 0 0,0 0 0,0 0 0,0 0 0,0 0 0,0-1 0,2-4 0,30-66 0,-22 46 0,26-44 0,-25 48 0,-2 0 0,-1 0 0,-1-1 0,0 0 0,8-45 0,-12 43 0,-4 20 0,0-1 0,0 1 0,1 0 0,-1 0 0,1 0 0,1 0 0,-1 0 0,1 0 0,0 1 0,0-1 0,1 1 0,0 0 0,5-6 0,-2 4 0,-2 2 0,1 0 0,-1-1 0,0 0 0,0 0 0,0 0 0,-1-1 0,0 1 0,5-12 0,9-33 0,-3-1 0,10-60 0,-19 68 0,-2 0 0,-1 0 0,-6-62 0,5-68 0,0 158 0,0-14 0,-2 29 0,0 0 0,0 0 0,-1 0 0,1 0 0,0 0 0,-1 0 0,1 0 0,-1 1 0,1-1 0,-1 0 0,0 0 0,1 0 0,-1 0 0,0 1 0,1-1 0,-1 0 0,0 1 0,0-1 0,0 1 0,0-1 0,0 1 0,0-1 0,0 1 0,1-1 0,-1 1 0,-2 0 0,-3-2 0,-1 0 0,0 1 0,1 0 0,-1 1 0,0 0 0,0 0 0,1 0 0,-1 1 0,-8 1 0,11-1 0,-1 0 0,1 1 0,0-1 0,0 1 0,0 0 0,0 0 0,1 0 0,-1 0 0,0 1 0,1 0 0,0-1 0,-1 1 0,1 0 0,0 1 0,-3 4 0,-6 9 0,-1-1 0,0 0 0,-1 0 0,-1-2 0,-22 18 0,26-22 0,0 0 0,0 0 0,1 1 0,0 1 0,1 0 0,0 0 0,1 1 0,1 0 0,-8 17 0,2-6 45,-30 42 0,11-20-1500,18-22-5371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10:04.6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24575,'7'0'0,"15"-1"0,0 2 0,-1 0 0,1 1 0,26 7 0,-10-1 0,-24-5 0,-1 0 0,0 0 0,13 6 0,-22-7 0,1 0 0,-1 0 0,0 1 0,0 0 0,0-1 0,0 1 0,-1 1 0,1-1 0,-1 0 0,0 1 0,0 0 0,4 6 0,-1 1 0,1-1 0,0 1 0,1-1 0,0-1 0,0 1 0,1-1 0,0-1 0,0 0 0,14 9 0,71 39 0,-89-53 0,0 1 0,0 0 0,0 0 0,0 0 0,-1 1 0,0-1 0,0 1 0,0 0 0,6 10 0,-6-8 0,0-1 0,0 0 0,1 0 0,0 0 0,0-1 0,1 0 0,5 5 0,35 20-1365,-27-16-5461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10:09.6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1 610 24575,'0'-4'0,"0"0"0,1 0 0,-1 0 0,1 0 0,0 0 0,1 0 0,-1 0 0,1 0 0,-1 1 0,1-1 0,0 0 0,1 1 0,-1 0 0,5-6 0,5-2 0,-1-1 0,21-13 0,-20 16 0,-1-1 0,15-14 0,-15 10 0,-2 0 0,15-25 0,9-15 0,-30 50 0,5-9 0,1 1 0,1 0 0,0 1 0,1 0 0,22-17 0,-28 24 0,0 0 0,0-1 0,0 1 0,-1-1 0,1 0 0,-1 0 0,0 0 0,0 0 0,-1-1 0,0 1 0,0-1 0,0 0 0,-1 0 0,3-7 0,-2 5 0,0 1 0,1 0 0,1 0 0,-1 0 0,1 0 0,0 1 0,1 0 0,10-10 0,13-15 0,-20 19 0,-5 6 0,0 0 0,1 1 0,-1-1 0,1 1 0,11-9 0,-15 14 0,0-1 0,0 0 0,0 1 0,0-1 0,1 1 0,-1-1 0,0 1 0,0 0 0,0 0 0,0-1 0,1 1 0,-1 0 0,0 0 0,0 0 0,0 0 0,1 0 0,0 1 0,0-1 0,-1 1 0,1 0 0,-1 0 0,1 0 0,-1 0 0,1 0 0,-1 0 0,0 0 0,0 0 0,1 0 0,-1 1 0,0-1 0,0 0 0,0 1 0,1 2 0,2 6 0,0 0 0,0 0 0,-1 1 0,0 0 0,-1-1 0,0 1 0,0 17 0,7 32 0,7 12 0,-11-43 0,2 1 0,1-1 0,17 42 0,-15-48 0,-2 0 0,0 1 0,-1 0 0,5 41 0,-7-21 0,-2 79 0,-3-115 0,-2 24 0,2-1 0,1 1 0,10 54 0,-1-38-21,-6-22-651,15 45 0,-11-50-6154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10:29.7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24575,'6'0'0,"1"0"0,-1 0 0,1 1 0,-1 0 0,11 3 0,-14-3 0,-1 0 0,1 0 0,0 1 0,-1-1 0,0 1 0,1 0 0,-1 0 0,0-1 0,0 1 0,0 1 0,0-1 0,0 0 0,-1 0 0,1 1 0,1 3 0,14 26 0,-12-21 0,1 0 0,0-1 0,0 0 0,1 0 0,0 0 0,13 13 0,-8-12 0,-1 1 0,-1 0 0,0 0 0,-1 1 0,15 27 0,-4-5 0,-10-19 0,-1 0 0,0 1 0,-2 0 0,1 1 0,6 28 0,-8-19 0,2 1 0,1-1 0,1 0 0,25 47 0,-27-61 0,0-1 0,15 17 0,14 19 0,-2 24 0,-28-56 0,1 0 0,0-1 0,1 1 0,0-2 0,13 16 0,-3-9 0,-1 0 0,-1 2 0,-1 0 0,17 32 0,-24-37 0,-1 1 0,-1 0 0,0 0 0,3 23 0,-9-36 0,0-1 0,1 1 0,-1-1 0,1 1 0,0-1 0,0 0 0,1 1 0,0-1 0,0-1 0,0 1 0,0 0 0,1-1 0,-1 1 0,8 5 0,-3-3 0,-1-1 0,0 1 0,0 0 0,-1 0 0,0 1 0,0 0 0,-1 0 0,0 0 0,0 1 0,-1-1 0,0 1 0,0 0 0,-1 1 0,-1-1 0,3 10 0,5 18 0,2-1 0,1 0 0,26 48 0,-25-60-1365,0-5-5461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10:30.5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59 24575,'20'1'0,"0"-1"0,0 2 0,0 1 0,0 0 0,23 8 0,-32-7 0,-1 0 0,0 0 0,0 1 0,0 1 0,0-1 0,-1 2 0,0-1 0,0 1 0,-1 0 0,15 16 0,8 11 0,2-2 0,2-1 0,57 39 0,-51-39 0,-31-23 0,-1 1 0,0 1 0,-1 0 0,8 12 0,-8-10 0,1-1 0,0 0 0,1-1 0,14 13 0,-21-21 0,-1 0 0,1 0 0,0 0 0,0 0 0,0-1 0,0 0 0,0 1 0,0-1 0,1 0 0,-1-1 0,0 1 0,0-1 0,1 1 0,-1-1 0,1 0 0,-1 0 0,0 0 0,1-1 0,-1 1 0,0-1 0,0 0 0,6-2 0,-6 2 0,0-1 0,0 1 0,0-1 0,0 0 0,-1 0 0,1 0 0,-1-1 0,0 1 0,1-1 0,-1 1 0,0-1 0,-1 0 0,1 1 0,0-1 0,-1 0 0,1 0 0,0-6 0,3-6 0,0-1 0,2-23 0,-2 13 0,0-1 0,-3 15 0,0-1 0,1 1 0,1 0 0,0 0 0,10-20 0,-7 17-124,1 0 0,-2-1 0,0 0 0,-1 0 0,-1 0 0,0-1-1,-1 0 1,-1 1 0,-1-1 0,0-24 0,-2 14-6702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10:31.6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986 2033 24575,'0'-1208'0,"-1"1198"0,1 1 0,-1-1 0,-1 1 0,0 0 0,0-1 0,-1 1 0,0 0 0,-1 0 0,0 1 0,0-1 0,-8-12 0,-7-14 0,15 26 0,0 1 0,0 0 0,-1 1 0,0-1 0,0 1 0,-1 0 0,-8-9 0,-11-6 0,0 2 0,-40-26 0,55 39 0,0 1 0,1-1 0,0-1 0,0 1 0,1-2 0,0 1 0,-7-10 0,8 9 0,0 1 0,-1 0 0,0 0 0,-1 1 0,-17-12 0,-51-24 0,38 22 0,-14-5 0,39 20 0,1 0 0,0-1 0,0-1 0,0 0 0,1 0 0,0-1 0,-16-17 0,11 10 0,1 0 0,-24-16 0,-19-18 0,39 29 0,10 9 0,-2 0 0,0 1 0,-20-15 0,29 24 0,0 0 0,0 0 0,-1 0 0,1 1 0,0-1 0,-1 1 0,0 0 0,1 0 0,-1 0 0,0 0 0,1 1 0,-1-1 0,0 1 0,0 0 0,0 0 0,1 1 0,-1-1 0,0 1 0,0-1 0,-4 3 0,6-2 0,-1 0 0,1 0 0,0 0 0,0 1 0,-1-1 0,1 0 0,0 1 0,0 0 0,1 0 0,-1-1 0,0 1 0,1 0 0,-1 0 0,1 0 0,-1 1 0,1-1 0,0 0 0,0 0 0,0 1 0,0-1 0,1 1 0,-1-1 0,1 1 0,-1-1 0,1 1 0,0-1 0,0 1 0,0-1 0,0 1 0,0-1 0,1 4 0,2 7 0,-1 0 0,2 0 0,0 0 0,8 17 0,-11-29 0,36 78 0,-22-51 0,-2 0 0,15 46 0,-15-34-12,3-1 0,32 61 0,-16-37-1317,-19-36-5497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10:32.1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0 129 24575,'63'1'0,"-21"0"0,-1-1 0,1-2 0,57-11 0,-25 1 0,-42 7 0,41-11 0,-51 10 0,-16 5 0,1-1 0,-1 0 0,0 0 0,0 0 0,0 0 0,-1-1 0,1 0 0,-1 0 0,10-7 0,-10 5-124,1 0 0,0 1 0,0-1 0,0 2 0,0-1 0,1 1-1,0 0 1,0 0 0,-1 0 0,15-2 0,2 1-6702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10:33.3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1 389 24575,'1'0'0,"0"-1"0,0 1 0,0 0 0,0 0 0,0-1 0,0 1 0,0-1 0,-1 1 0,1-1 0,0 1 0,0-1 0,0 1 0,0-1 0,-1 0 0,1 1 0,0-1 0,-1 0 0,1 0 0,0 1 0,-1-1 0,1 0 0,-1 0 0,0 0 0,1 0 0,-1 0 0,1-1 0,7-30 0,-6 20 0,0 6 0,0 0 0,1 1 0,0-1 0,0 1 0,0-1 0,1 1 0,0 0 0,0 0 0,0 1 0,6-6 0,-4 4 0,0-1 0,0 0 0,10-15 0,-7 3 0,-1-1 0,8-26 0,8-18 0,-21 59 0,0 0 0,0 1 0,0-1 0,0 1 0,1 0 0,0 0 0,0 0 0,0 0 0,0 1 0,1-1 0,-1 1 0,1 0 0,0 0 0,0 1 0,0 0 0,8-3 0,-6 3 0,-1 0 0,0 1 0,0-1 0,1 1 0,-1 1 0,1-1 0,-1 1 0,0 0 0,1 1 0,-1 0 0,1 0 0,-1 0 0,0 1 0,7 2 0,-8-1 0,1 0 0,-1 0 0,0 0 0,0 1 0,0 0 0,-1 0 0,0 1 0,1-1 0,-1 1 0,-1 0 0,1 0 0,-1 0 0,4 8 0,1 4 0,0 1 0,10 35 0,-8-16 0,-1 1 0,-2-1 0,-1 2 0,0 69 0,-8 431-1365,2-512-5461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10:38.6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2227 24575,'38'0'0,"104"-3"0,-118 1 0,0-1 0,0-2 0,44-13 0,-43 10 0,0 1 0,1 0 0,0 2 0,0 1 0,36 0 0,-51 3 0,-1 0 0,0-1 0,0 0 0,0 0 0,0-1 0,0 0 0,0-1 0,17-9 0,-9 6 0,0 0 0,1 2 0,0 0 0,0 1 0,32-3 0,-21 3 0,36-9 0,-59 11 0,-1-1 0,1 0 0,-1-1 0,0 1 0,0-1 0,0 0 0,-1-1 0,1 0 0,-1 1 0,0-1 0,5-8 0,27-23 0,-28 28 0,0-1 0,0 0 0,-1 0 0,-1-1 0,0 0 0,11-19 0,12-17 0,32-48 0,-53 79 0,0 0 0,-1 0 0,0-1 0,9-28 0,-11 27 0,0 1 0,1 0 0,1 1 0,17-26 0,-14 23 0,0 1 0,-1-1 0,-1 0 0,10-32 0,-14 41 0,-1 0 0,2 0 0,-1 0 0,11-12 0,-8 11 0,-1 0 0,9-17 0,-9 14 0,-2 0 0,1 0 0,-1 0 0,-1-1 0,-1 1 0,5-28 0,-3 4 0,12-45 0,-8 42 0,-6 29 0,0 1 0,1 0 0,0 0 0,10-16 0,-8 16 0,-1 0 0,0-1 0,6-19 0,-6 6 0,-1 0 0,1-30 0,5-32 0,-2 41 0,-2 13 0,11-37 0,15-58 0,0 0 0,-1 1 0,7 5 0,-37 118 0,0 0 0,0 0 0,0 0 0,-1 0 0,0 0 0,1 0 0,-1 0 0,0 0 0,-1 0 0,1 0 0,0 0 0,-1 0 0,0 0 0,0 0 0,-2-6 0,2 7 0,-1 0 0,0-1 0,0 1 0,0 0 0,0 1 0,0-1 0,0 0 0,0 0 0,0 1 0,-1 0 0,1-1 0,-1 1 0,1 0 0,-1 0 0,1 0 0,-1 0 0,0 1 0,-4-1 0,-2-1 0,0 1 0,0 1 0,0 0 0,0 0 0,0 1 0,0 0 0,0 0 0,0 1 0,0 0 0,1 1 0,-1-1 0,1 2 0,-1-1 0,-14 10 0,-19 9-37,14-8-627,-38 25 0,50-28-6162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10:39.1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24575,'5'0'0,"0"0"0,1 0 0,-1 1 0,0-1 0,1 1 0,-1 0 0,0 1 0,0-1 0,0 1 0,0 0 0,0 1 0,0-1 0,0 1 0,-1 0 0,1 0 0,-1 0 0,0 1 0,0-1 0,0 1 0,5 7 0,-3-5 0,0-1 0,1 0 0,-1 0 0,1 0 0,11 4 0,-13-6 0,1 0 0,-1 0 0,1 0 0,-1 1 0,0 0 0,-1 0 0,1 0 0,-1 0 0,0 1 0,7 9 0,1 9 0,0 1 0,-2 1 0,7 25 0,13 32 0,-24-65 0,-1 0 0,0 1 0,-2-1 0,0 0 0,-1 1 0,0 21 0,-1-10 0,7 31 0,-1-15-455,-1 0 0,-1 56 0,-5-73-6371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10:40.4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0 167 24575,'1'-7'0,"-1"1"0,1-1 0,0 0 0,0 1 0,0 0 0,1-1 0,0 1 0,1 0 0,-1 0 0,1 0 0,0 0 0,1 0 0,-1 1 0,1-1 0,0 1 0,8-8 0,-6 8 0,0 0 0,1 0 0,0 0 0,0 1 0,0-1 0,0 2 0,0-1 0,1 1 0,0 0 0,0 1 0,0 0 0,15-2 0,14 1 0,1 1 0,0 2 0,43 5 0,-78-4 0,-1-1 0,1 0 0,0 1 0,0-1 0,-1 1 0,1 0 0,0 0 0,-1 0 0,1 1 0,-1-1 0,0 0 0,1 1 0,-1 0 0,0-1 0,0 1 0,0 0 0,0 0 0,0 0 0,0 1 0,2 3 0,-1 1 0,0 0 0,0 0 0,-1 1 0,0-1 0,0 1 0,0 8 0,0-6 0,1-1 0,0 0 0,0-1 0,1 1 0,8 13 0,-8-13 0,1-1 0,-1 1 0,0 0 0,-1 0 0,4 17 0,-3 20 0,-1 0 0,-5 63 0,0-28 0,2-73 0,0 0 0,-1 1 0,0-1 0,0 0 0,0 0 0,-1 0 0,-1-1 0,1 1 0,-1 0 0,-1-1 0,1 0 0,-1 1 0,0-1 0,-1-1 0,0 1 0,0-1 0,0 0 0,-1 0 0,0 0 0,0-1 0,0 0 0,-1 0 0,1 0 0,-1-1 0,-1 0 0,1-1 0,-12 5 0,-127 40 0,118-39 0,21-8 0,1 1 0,0 0 0,-1 1 0,1-1 0,0 1 0,0 0 0,1 1 0,-10 6 0,-4 4 0,-7 7 0,26-20 0,0-1 0,0 0 0,0 1 0,0-1 0,0 0 0,0 1 0,0-1 0,0 0 0,0 0 0,0 1 0,0-1 0,0 0 0,0 1 0,0-1 0,0 0 0,0 1 0,0-1 0,0 0 0,1 0 0,-1 1 0,0-1 0,0 0 0,0 0 0,1 1 0,-1-1 0,0 0 0,0 0 0,0 0 0,1 1 0,-1-1 0,0 0 0,1 0 0,-1 0 0,0 0 0,0 0 0,1 1 0,-1-1 0,0 0 0,1 0 0,-1 0 0,1 0 0,17 6 0,-14-5 0,25 7 0,1-2 0,59 4 0,18 4 0,-45-5-297,0-3 0,111-3-1,-152-4-175,6 1-6353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11:18.6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24575,'671'0'0,"-649"2"0,0 0 0,-1 2 0,35 9 0,-18-3 0,-29-7 0,0 0 0,0 1 0,0 0 0,0 1 0,-1 0 0,0 0 0,14 12 0,22 13 0,-22-19 0,1-1 0,46 14 0,-50-19 0,0 1 0,-1 1 0,0 0 0,-1 2 0,0 0 0,20 13 0,-13-5 0,1-2 0,0 0 0,31 12 0,26 14 0,11 6 0,-58-31 0,62 40 0,-60-32 0,-25-17 0,-1 0 0,0 0 0,-1 1 0,0 0 0,0 1 0,16 20 0,26 32 0,-31-38 0,27 40 0,-43-55 0,0 0 0,0 1 0,-1 0 0,0-1 0,-1 2 0,0-1 0,0 0 0,-1 1 0,1 11 0,-2-13 0,0-1 0,0 1 0,1 0 0,0-1 0,0 1 0,1-1 0,0 0 0,0 0 0,1 0 0,7 11 0,39 51 0,12 19 0,-55-77 0,-1 1 0,0-1 0,-1 2 0,0-1 0,-1 0 0,3 14 0,5 31 0,-4-22 0,-1 0 0,3 61 0,-8-73 0,1 0 0,1 0 0,1 0 0,1 0 0,2-1 0,16 38 0,9 26 0,-12-20 0,-3 1 0,12 84 0,-26-39 0,-1-29 0,-1-60 0,9 32 0,-6-34 0,4 40 0,-7-32-1365,-2-2-5461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11:19.4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24575,'27'0'0,"1"1"0,51 8 0,-67-6 0,0 1 0,0-1 0,0 2 0,0 0 0,-1 0 0,1 1 0,-2 1 0,17 11 0,-10-5 0,10 9 0,0-2 0,2-1 0,45 23 0,-61-34 0,1 0 0,-1 0 0,22 20 0,9 5 0,1 5 0,-36-29 0,1 0 0,0-1 0,15 10 0,-9-10 0,0-1 0,0-1 0,23 7 0,-17-7 0,29 14 0,-41-15 0,0 1 0,-1 0 0,0 1 0,0 0 0,15 15 0,-11-10 0,-11-10 0,0 0 0,0 0 0,0-1 0,0 1 0,0-1 0,1 0 0,-1 1 0,0-1 0,1 0 0,-1 0 0,6 1 0,-7-2 0,0 0 0,0 0 0,0-1 0,0 1 0,0 0 0,0 0 0,0 0 0,0-1 0,0 1 0,0 0 0,0-1 0,0 1 0,0-1 0,0 1 0,0-1 0,0 0 0,0 1 0,-1-1 0,1 0 0,0 0 0,0 1 0,-1-1 0,1 0 0,0 0 0,-1 0 0,1 0 0,-1 0 0,0 0 0,1 0 0,-1 0 0,1-2 0,3-13 0,-1 0 0,-1 0 0,0-1 0,-1 1 0,-1-1 0,-3-28 0,2 4 0,-2-216-1365,3 230-5461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8:44.9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416 2172 24575,'-59'1'0,"-69"-3"0,125 2 0,0 0 0,0 0 0,0-1 0,0 0 0,0 1 0,0-1 0,1 0 0,-1-1 0,0 1 0,1 0 0,-1-1 0,0 1 0,1-1 0,0 0 0,-1 0 0,1 0 0,-3-4 0,0-1 0,1 1 0,1-1 0,0 0 0,0 0 0,-3-10 0,-10-22 0,-2 4 0,2 0 0,2-1 0,1 0 0,2-2 0,1 1 0,2-1 0,2 0 0,-3-62 0,8 78 0,-2 0 0,-8-35 0,5 32 0,-3-40 0,6-276 0,5 175 0,-2-120 0,1 273 0,-1 1 0,2 0 0,-1-1 0,2 1 0,0 0 0,4-13 0,-4 18 0,0 0 0,0 1 0,0 0 0,0 0 0,1 0 0,0 0 0,1 1 0,-1-1 0,1 1 0,0 0 0,0 0 0,8-4 0,-3 1 0,-1 3 0,-1 0 0,0-1 0,0-1 0,0 1 0,11-14 0,-13 12 0,1 1 0,0 0 0,0 0 0,1 1 0,-1 0 0,1 0 0,1 1 0,-1 0 0,1 1 0,0 0 0,0 0 0,0 0 0,0 1 0,20-3 0,-20 5 0,1-1 0,0-1 0,-1 1 0,1-2 0,-1 1 0,0-1 0,0-1 0,-1 1 0,1-1 0,10-9 0,-10 5 0,-1 1 0,1 0 0,1 1 0,-1 0 0,1 1 0,1 0 0,-1 0 0,1 1 0,0 0 0,0 1 0,23-5 0,95-21 0,-117 27 0,-1 0 0,1-2 0,-1 1 0,18-11 0,-19 10 0,0 0 0,0 0 0,0 1 0,1 0 0,-1 1 0,14-2 0,29 0 0,-33 4 0,0-1 0,29-7 0,-29 5 0,-14 3 0,0-1 0,1 1 0,-1-1 0,0 0 0,0-1 0,0 1 0,0-1 0,-1 0 0,1-1 0,6-4 0,-2 0 11,1 1 0,0 0 0,1 0 1,0 1-1,0 1 0,0 0 0,0 1 0,24-5 0,-14 3-744,31-13 1,-35 10-6094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8:45.8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 24575,'92'-1'0,"103"3"0,-184 0 0,-1 0 0,0 1 0,1 0 0,-1 0 0,0 1 0,15 9 0,-14-7 0,1-1 0,-1 0 0,1-1 0,18 4 0,-15-4 0,1 0 0,-1 0 0,0 1 0,0 1 0,26 14 0,-23-10 0,0 1 0,-1 0 0,-1 1 0,21 20 0,7 1 0,1 1 0,-42-31 0,0 0 0,0 0 0,-1 1 0,1-1 0,-1 1 0,1 0 0,-1 0 0,0 0 0,-1 0 0,3 7 0,0 10 0,-1 1 0,-1-1 0,-1 0 0,-3 40 0,0-23 0,2-30 0,0 0 0,-1 0 0,0 0 0,-1 0 0,0 0 0,0-1 0,0 1 0,-7 12 0,6-15 0,0 0 0,-1 0 0,1 0 0,-1 0 0,0-1 0,0 0 0,-1 1 0,1-2 0,-1 1 0,0 0 0,0-1 0,-8 4 0,-4 1 0,0 0 0,-1 1 0,2 1 0,-1 1 0,-19 16 0,8-1 0,21-17 0,-1-1 0,0-1 0,-1 0 0,0 0 0,0 0 0,0-1 0,-1-1 0,-17 8 0,-23 3-1365,30-8-5461</inkml:trace>
</inkml:ink>
</file>

<file path=ppt/ink/ink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8:47.4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1 463 24575,'5'-1'0,"1"0"0,0 0 0,-1-1 0,1 1 0,-1-1 0,6-3 0,8-2 0,10-4 0,1-2 0,-2-1 0,0-1 0,28-21 0,-49 31 0,0 0 0,-1-1 0,0 0 0,0-1 0,9-12 0,-10 13 0,-1 0 0,1 0 0,0 1 0,0 0 0,1 0 0,-1 0 0,1 0 0,7-3 0,-3 2 0,-5 4 0,0 0 0,0 0 0,0-1 0,0 0 0,-1 0 0,0 0 0,1-1 0,-1 0 0,0 1 0,-1-1 0,1 0 0,4-8 0,0-1 0,-4 5 0,1 0 0,0 1 0,0 0 0,0 0 0,1 0 0,10-9 0,-7 9 0,8-8 0,1 1 0,22-12 0,-6 2 0,7-5 0,-38 27 0,1 1 0,-1-1 0,0 1 0,0 0 0,1 0 0,-1 0 0,0 0 0,1 1 0,-1-1 0,1 1 0,3 0 0,-5 0 0,0 0 0,-1 1 0,1-1 0,0 1 0,0 0 0,-1 0 0,1-1 0,-1 1 0,1 0 0,-1 0 0,1 1 0,-1-1 0,1 0 0,-1 0 0,0 1 0,0-1 0,0 1 0,0-1 0,0 1 0,0-1 0,0 1 0,0 0 0,0-1 0,-1 1 0,1 0 0,-1 0 0,1-1 0,-1 4 0,2 7 0,0-1 0,-1 1 0,-1 14 0,0-19 0,-5 573 0,5-358-1365,0-195-5461</inkml:trace>
</inkml:ink>
</file>

<file path=ppt/ink/ink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9:35.5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1117 1950 24575,'0'-572'0,"1"566"0,-1 1 0,-1-1 0,1 1 0,-1-1 0,0 1 0,0-1 0,-1 1 0,1 0 0,-1-1 0,0 1 0,-1 0 0,1 0 0,-1 1 0,0-1 0,0 0 0,-1 1 0,1 0 0,-1 0 0,0 0 0,-7-6 0,5 5 0,1-1 0,0 0 0,0 0 0,1 0 0,-8-13 0,9 14 0,0-1 0,0 1 0,-1 0 0,1 0 0,-1 0 0,0 1 0,-1-1 0,1 1 0,-1 0 0,-6-4 0,-6-4 0,0-1 0,2-1 0,-1 0 0,2-1 0,-21-26 0,-21-22 0,50 57 0,2 0 0,-1 0 0,1-1 0,0 1 0,0-1 0,0-1 0,1 1 0,1 0 0,-4-10 0,5 10 0,-1 1 0,0 0 0,0 0 0,-1 0 0,1 0 0,-2 0 0,1 1 0,0-1 0,-1 1 0,0 0 0,0 0 0,-1 0 0,1 1 0,-8-6 0,1 3 0,6 4 0,-1-1 0,1 1 0,0-1 0,0 0 0,0 0 0,1 0 0,0-1 0,-1 0 0,1 0 0,-4-7 0,-9-15 0,-2 0 0,-1 0 0,-34-34 0,22 35 0,28 23 0,0 1 0,0-1 0,0 0 0,0 0 0,1 0 0,-1 0 0,1-1 0,0 0 0,0 1 0,1-1 0,-1 0 0,1-1 0,-4-5 0,-6-24 0,-2 1 0,-1 1 0,-26-41 0,26 46 0,-15-37 0,20 40 0,-2 0 0,-22-35 0,12 24 0,19 27 0,-1 1 0,0 0 0,-1 0 0,0 0 0,0 1 0,0-1 0,-1 1 0,0 0 0,0 1 0,0-1 0,-9-4 0,-118-45 0,132 54 0,-1 1 0,1 0 0,0-1 0,0 1 0,-1 0 0,1 0 0,0 0 0,-1 0 0,1 0 0,0 0 0,-1 0 0,1 0 0,0 0 0,-1 1 0,1-1 0,0 0 0,0 1 0,-1-1 0,1 1 0,0 0 0,0-1 0,0 1 0,0 0 0,0 0 0,0 0 0,0-1 0,0 1 0,0 0 0,0 0 0,0 1 0,0-1 0,1 0 0,-1 0 0,1 0 0,-1 0 0,1 1 0,-1-1 0,1 0 0,-1 0 0,1 1 0,0 1 0,-2 8 0,0-1 0,1 1 0,0 0 0,2 12 0,-1-15 0,0 27 0,5 129 0,-3-153 0,0-1 0,1 1 0,0-1 0,1 0 0,0 0 0,7 13 0,-5-12 0,0 1 0,-2-1 0,1 1 0,3 19 0,-2 28-1365,-5-33-5461</inkml:trace>
</inkml:ink>
</file>

<file path=ppt/ink/ink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9:40.0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35 24575,'19'-1'0,"0"-1"0,0-1 0,26-7 0,-23 5 0,44-6 0,256 9 0,-165 4 0,-148-2 0,0-1 0,0 1 0,0 0 0,-1 0 0,1 1 0,0 1 0,0-1 0,-1 1 0,1 1 0,-1 0 0,10 4 0,33 19-1365,-28-15-5461</inkml:trace>
</inkml:ink>
</file>

<file path=ppt/ink/ink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9:43.8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0 299 24575,'12'0'0,"-1"-1"0,0 0 0,0 0 0,0-1 0,0-1 0,-1 0 0,1 0 0,10-6 0,-14 6 0,0-1 0,0 0 0,0 0 0,-1-1 0,0 0 0,0 0 0,0 0 0,-1-1 0,0 0 0,0 0 0,0 0 0,4-9 0,-3 4 0,1 0 0,0 0 0,0 0 0,1 1 0,0 0 0,1 1 0,12-11 0,29-27 0,-34 31 0,30-23 0,-46 38 0,1 1 0,0-1 0,0 0 0,0 1 0,-1-1 0,1 1 0,0-1 0,0 1 0,0 0 0,0-1 0,0 1 0,0 0 0,0 0 0,0-1 0,0 1 0,0 0 0,0 0 0,0 0 0,0 0 0,0 0 0,0 0 0,0 1 0,0-1 0,-1 0 0,1 0 0,2 1 0,-2 0 0,0 1 0,0-1 0,0 0 0,0 0 0,0 1 0,0-1 0,0 0 0,0 1 0,0-1 0,-1 1 0,1-1 0,-1 1 0,1 0 0,0 2 0,1 8 0,-1 1 0,0-1 0,-1 18 0,0-24 0,-4 1273-1365,4-1251-5461</inkml:trace>
</inkml:ink>
</file>

<file path=ppt/ink/ink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9:56.7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509 2162 24575,'0'-8'0,"-1"1"0,0 0 0,0 0 0,-1 0 0,1 0 0,-2 0 0,1 0 0,-1 1 0,0-1 0,0 1 0,-1-1 0,0 1 0,0 0 0,0 1 0,-1-1 0,0 1 0,0 0 0,-9-7 0,-7-4 0,-1 1 0,0 1 0,-40-18 0,53 27 0,-1-1 0,2 0 0,-1 0 0,1-1 0,0 0 0,0 0 0,0-1 0,1 0 0,1 0 0,-1 0 0,-9-18 0,6 4 0,0 1 0,1-1 0,1-1 0,-6-26 0,12 38 0,0 1 0,-1 0 0,0 0 0,-1 0 0,0 0 0,0 0 0,-1 1 0,-1 0 0,-12-17 0,13 20 0,0 0 0,0 0 0,0-1 0,1 0 0,0 0 0,0 0 0,1 0 0,0 0 0,-3-11 0,-1-10 0,-5-37 0,6 33 0,-17-129 0,14 105 0,3 1 0,3-2 0,3-60 0,0 84 0,0 19 0,1 0 0,1 0 0,0 0 0,1 0 0,0 0 0,1 0 0,0 1 0,1 0 0,1 0 0,0 0 0,15-22 0,-17 31 0,1 0 0,-1-1 0,1 1 0,0 1 0,0-1 0,9-4 0,-10 6 0,1 0 0,-1 0 0,-1 0 0,1-1 0,0 0 0,-1 0 0,1 0 0,-1 0 0,0 0 0,0-1 0,0 0 0,-1 1 0,4-7 0,-1-1 0,-1 0 0,2 0 0,-1 0 0,1 1 0,1 0 0,0 0 0,1 1 0,14-15 0,36-20 0,-45 35 0,-1 1 0,1-2 0,-2 0 0,0 0 0,13-15 0,-17 17 0,8-12 0,19-20 0,-28 34 0,1 0 0,-1 1 0,1 0 0,0 0 0,0 1 0,1-1 0,8-2 0,-8 3 0,-1 0 0,1-1 0,-1 1 0,7-7 0,-8 6 0,0 1 0,0-1 0,0 2 0,0-1 0,0 1 0,13-5 0,98-15 0,-85 17 0,-2 2 0,-15 2 0,0 0 0,21-7 0,-31 8 0,-1-1 0,0 0 0,1 0 0,-1 0 0,0 0 0,0-1 0,0 0 0,0 0 0,0 0 0,-1 0 0,6-7 0,-3 3 0,0 2 0,1-1 0,-1 1 0,1 0 0,0 0 0,0 1 0,0 0 0,1 0 0,0 0 0,-1 1 0,1 1 0,13-4 0,34-14 0,-15 2-151,1 1-1,0 2 0,1 2 0,0 2 1,1 2-1,0 2 0,0 1 1,75 1-1,-90 5-6674</inkml:trace>
</inkml:ink>
</file>

<file path=ppt/ink/ink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9:57.7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 24575,'34'0'0,"-12"-1"0,1 1 0,23 4 0,-39-3 0,1 1 0,0 0 0,0 0 0,-1 1 0,1 0 0,-1 0 0,0 1 0,0 0 0,10 7 0,3 3 0,35 17 0,-37-22 0,-1 1 0,-1 0 0,26 21 0,-28-20 0,2 0 0,20 12 0,-19-13 0,30 24 0,-22-12 0,-10-8 0,0-1 0,34 22 0,-30-24 0,-9-6 0,1 1 0,-1 0 0,-1 0 0,1 1 0,-1 1 0,0 0 0,13 15 0,-11-10 0,1 0 0,16 14 0,-16-16 0,-1 0 0,0 1 0,11 15 0,-18-19 0,1-1 0,-1 1 0,-1 0 0,0 1 0,0-1 0,0 0 0,-1 1 0,0 0 0,0 9 0,0 13 0,-2 39 0,-1-42 0,1-21 0,0 0 0,0-1 0,-1 1 0,0 0 0,0 0 0,-1 0 0,1-1 0,-1 1 0,-1-1 0,0 1 0,0-1 0,0 0 0,0 0 0,-1 0 0,0-1 0,0 1 0,-1-1 0,1 0 0,-1 0 0,-10 7 0,7-5 0,-1-1 0,0 0 0,0 0 0,-1-1 0,1 0 0,-1-1 0,0 0 0,-1 0 0,1-1 0,-1-1 0,1 0 0,-1 0 0,0-1 0,-12 0 0,1 0-455,-1 2 0,-26 5 0,22-2-6371</inkml:trace>
</inkml:ink>
</file>

<file path=ppt/ink/ink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0:04.0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0 291 24575,'0'-15'0,"1"0"0,0-1 0,1 1 0,6-26 0,-7 36 0,1 0 0,0 1 0,0-1 0,0 0 0,0 1 0,1-1 0,0 1 0,0 0 0,0 0 0,0 0 0,1 0 0,-1 1 0,1-1 0,0 1 0,0 0 0,0 0 0,1 0 0,4-2 0,47-17 0,-41 18 0,-1-2 0,1 0 0,-1-1 0,27-17 0,-33 19 0,1 0 0,0 0 0,0 0 0,0 1 0,1 0 0,0 1 0,-1 0 0,1 1 0,0 0 0,15-1 0,13 1 0,57 4 0,-35 1 0,-53-4 0,-1 1 0,1 1 0,0-1 0,0 1 0,-1 1 0,1-1 0,0 1 0,-1 0 0,0 0 0,1 1 0,-1 0 0,0 0 0,0 0 0,-1 1 0,1 0 0,-1 0 0,0 1 0,0-1 0,0 1 0,8 10 0,-7-7 0,0 0 0,0 0 0,0 1 0,-1 0 0,0 0 0,-1 0 0,0 1 0,-1-1 0,0 1 0,0 0 0,-1 0 0,2 12 0,9 79 0,-5-51 0,0 52 0,-8 311 0,-1-395 0,0 0 0,-1 0 0,-1 0 0,-1 0 0,-1-1 0,0 1 0,-9 18 0,9-25 0,-1-1 0,0 0 0,-1-1 0,0 1 0,-1-1 0,1-1 0,-2 1 0,1-1 0,-1-1 0,-1 0 0,-12 8 0,19-13 0,-1 0 0,1 0 0,0 0 0,0 1 0,0-1 0,-2 4 0,5-6 0,-1 1 0,1-1 0,0 1 0,-1-1 0,1 0 0,0 1 0,0-1 0,0 1 0,-1-1 0,1 0 0,0 1 0,0-1 0,0 1 0,0-1 0,0 1 0,0-1 0,0 1 0,0-1 0,0 1 0,0-1 0,0 1 0,0 0 0,1-1 0,-1 1 0,1 0 0,0-1 0,-1 1 0,1 0 0,-1-1 0,1 1 0,0-1 0,0 0 0,-1 1 0,1-1 0,0 1 0,0-1 0,-1 0 0,1 0 0,0 1 0,1-1 0,15 3 0,-1 0 0,1-1 0,-1-1 0,18-1 0,-16-1 0,-1 2 0,1 0 0,31 6 0,-7 1-260,1-2-1,0-1 1,86-4-1,-118-1-62,16 0-6503</inkml:trace>
</inkml:ink>
</file>

<file path=ppt/ink/ink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1:05.9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705 1603 24575,'58'1'0,"70"-3"0,-116-1 0,0 1 0,0-2 0,-1 1 0,1-2 0,-1 1 0,14-9 0,15-6 0,-32 15 0,1-1 0,-1 0 0,0 0 0,-1-1 0,9-7 0,6-6 0,-17 15 0,0-1 0,0 0 0,-1 0 0,0 0 0,0-1 0,-1 1 0,0-1 0,0 0 0,0 0 0,0 0 0,-1-1 0,0 1 0,2-10 0,-2 5 0,2 1 0,0-1 0,9-18 0,-7 18 0,0-1 0,-1-1 0,-1 1 0,0 0 0,-1-1 0,0 0 0,-1 0 0,1-22 0,-1 17 0,0 12 0,-1-1 0,1 1 0,0 0 0,0 0 0,1 0 0,0 1 0,0-1 0,6-8 0,-4 7 0,-1 0 0,0-1 0,0 0 0,3-8 0,4-21 0,-1-1 0,-2 0 0,-2 0 0,-2-1 0,1-47 0,-5 73 0,0-11 0,-5-44 0,3 60 0,0 0 0,0 0 0,0 1 0,-1-1 0,0 1 0,0-1 0,-1 1 0,0 0 0,-7-9 0,-28-31 0,28 36 0,1 0 0,0-1 0,1-1 0,0 1 0,1-2 0,1 1 0,-8-20 0,13 30 0,1-1 0,-1 1 0,0-1 0,1 1 0,-2 0 0,1 0 0,0 0 0,-1 0 0,1 0 0,-1 0 0,0 1 0,-4-4 0,-3 0 0,0 0 0,-18-8 0,19 11 0,0-1 0,0-1 0,1 1 0,0-1 0,-9-8 0,-3-3 0,0 0 0,-1 2 0,-1 0 0,-44-19 0,58 28 0,1 1 0,0-1 0,0 0 0,-11-11 0,13 11 0,0 0 0,-1 0 0,0 1 0,1 0 0,-2 0 0,1 0 0,-11-4 0,-1 3 0,0 2 0,0 0 0,0 1 0,0 0 0,-1 2 0,-28 2 0,27 0 0,-1-2 0,0 0 0,1-1 0,-39-8 0,32 3 0,-44-3 0,32 4 0,32 4 0,0-1 0,0-1 0,0 1 0,0-1 0,0-1 0,1 1 0,0-1 0,0 0 0,0 0 0,-9-9 0,7 6 0,0 1 0,0 0 0,0 1 0,-1 0 0,-10-5 0,-144-47 0,163 57 0,-1 0 0,1 0 0,-1-1 0,1 1 0,-1 0 0,1 0 0,-1 0 0,0 0 0,1 0 0,-1-1 0,1 1 0,-1 0 0,1 0 0,-1 1 0,1-1 0,-1 0 0,0 0 0,1 0 0,-1 0 0,1 0 0,-1 1 0,1-1 0,-1 0 0,1 0 0,-1 1 0,1-1 0,-1 0 0,1 1 0,-1 0 0,0 0 0,1 0 0,0 0 0,-1 0 0,1 0 0,0 1 0,0-1 0,0 0 0,0 0 0,0 0 0,0 0 0,0 0 0,0 1 0,1 1 0,14 41 0,-13-38 0,7 14 0,2-1 0,0 0 0,20 26 0,11 18 0,-4-7 0,-29-44 0,0 0 0,-1 0 0,0 1 0,-1 0 0,0 1 0,5 16 0,1 23 0,-10-35 0,2 0 0,-1 0 0,2-1 0,1 1 0,11 21 0,72 115-1365,-80-137-5461</inkml:trace>
</inkml:ink>
</file>

<file path=ppt/ink/ink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1:06.8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1 191 24575,'11'-1'0,"1"0"0,-1-2 0,0 1 0,0-1 0,0 0 0,-1-1 0,19-10 0,-16 8 0,0 1 0,0 0 0,0 0 0,23-3 0,-2 3 0,-11 3 0,-1-1 0,1-2 0,32-10 0,6-4 0,101-20 0,-130 33 0,50-12 0,-62 13-341,1 1 0,-1 0-1,27 0 1,-21 3-6485</inkml:trace>
</inkml:ink>
</file>

<file path=ppt/ink/ink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1:08.0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0 177 24575,'3'0'0,"0"1"0,0-1 0,0 1 0,0-1 0,1 0 0,-1 0 0,5-2 0,0 2 0,-3 0 0,0 0 0,0 0 0,0-1 0,0 0 0,0 0 0,0 0 0,-1 0 0,1-1 0,0 0 0,-1 0 0,1 0 0,-1 0 0,0-1 0,0 1 0,0-1 0,0 0 0,0-1 0,-1 1 0,1-1 0,-1 1 0,0-1 0,0 0 0,0 0 0,3-8 0,-1 2 0,1 0 0,0 0 0,1 1 0,0 0 0,0 0 0,1 0 0,0 1 0,0 0 0,1 1 0,16-11 0,-24 17 0,1 0 0,-1 1 0,0-1 0,1 0 0,-1 1 0,1-1 0,-1 1 0,1 0 0,-1-1 0,1 1 0,0 0 0,-1 0 0,1 0 0,-1 0 0,1 0 0,-1 1 0,1-1 0,0 0 0,-1 1 0,3 0 0,-2 0 0,0 1 0,0-1 0,0 1 0,0-1 0,-1 1 0,1 0 0,0-1 0,-1 1 0,0 0 0,1 0 0,-1 0 0,2 3 0,1 6 0,0 1 0,0-1 0,-1 1 0,2 15 0,-4-23 0,6 31 0,2 14 0,-2 0 0,2 50 0,-10-40 0,2 38 0,0-86 0,0 0 0,1 0 0,0 0 0,1 0 0,1 0 0,6 15 0,-2-7 0,-1 0 0,0 0 0,-2 1 0,0 0 0,-1 0 0,-1 1 0,-1-1 0,-1 0 0,-2 29 0,0-18-1365,1-4-5461</inkml:trace>
</inkml:ink>
</file>

<file path=ppt/ink/ink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1:26.1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544 2447 24575,'-5'0'0,"0"-1"0,0 0 0,0-1 0,0 1 0,0-1 0,1 0 0,-1 0 0,1-1 0,-1 0 0,1 1 0,0-1 0,-6-5 0,-25-15 0,27 18 0,-1 0 0,1-1 0,1 0 0,-11-9 0,-7-6 0,13 10 0,0 0 0,1-1 0,0 0 0,-14-23 0,8 13 0,5 4 0,1 0 0,0 0 0,1-1 0,1 0 0,1-1 0,1 0 0,1 0 0,-6-30 0,2 8 0,-15-41 0,2 13 0,19 58 0,-2 0 0,1 0 0,-2 0 0,0 1 0,0 0 0,-12-14 0,6 9 0,-15-28 0,21 30 0,1 0 0,0-1 0,1 0 0,1 0 0,0-1 0,1 1 0,-1-25 0,4-115 0,3 76 0,-3-366 0,0 436 0,1 1 0,-1-1 0,2 0 0,-1 1 0,1-1 0,1 1 0,-1 0 0,2-1 0,-1 1 0,1 1 0,0-1 0,0 0 0,1 1 0,0 0 0,1 0 0,-1 1 0,1-1 0,1 1 0,-1 0 0,1 1 0,0 0 0,0 0 0,9-5 0,-11 7 0,0-1 0,0 1 0,-1-1 0,1 0 0,-1-1 0,0 1 0,0-1 0,-1 0 0,1 0 0,-1 0 0,5-10 0,0-4 0,11-40 0,-19 58 0,1-2 0,0 0 0,0 0 0,1-1 0,-1 1 0,1 1 0,0-1 0,0 0 0,0 0 0,0 1 0,0-1 0,0 1 0,1-1 0,3-2 0,1 0 0,1 1 0,0-1 0,13-4 0,-14 7 0,0-1 0,-1-1 0,1 1 0,-1-1 0,1 0 0,-1 0 0,9-9 0,7-12 0,-13 15 0,-1 0 0,2 0 0,-1 1 0,1 0 0,1 1 0,0 0 0,0 0 0,16-7 0,-26 14 0,7-1 0,-1-1 0,0-1 0,0 1 0,0-1 0,-1 0 0,1 0 0,-1-1 0,0 0 0,10-11 0,-11 12 0,-1-1 0,1 1 0,0 0 0,0 0 0,1 0 0,-1 1 0,1-1 0,0 1 0,0 1 0,0-1 0,0 1 0,0 0 0,1 1 0,-1-1 0,8 0 0,0 0 0,-1-2 0,18-6 0,-24 7 0,-1-1 0,1-1 0,-1 1 0,0-1 0,0 0 0,-1 0 0,10-12 0,-10 12 0,0-1 0,0 0 0,1 1 0,0 0 0,0 0 0,0 1 0,0 0 0,14-7 0,80-15 0,29-5 0,-103 25 0,0 1 0,1 1 0,-1 1 0,52 1 0,-45 2 0,1-1 0,47-9 0,-32 2 0,94-4 0,52 12 0,-74 2 0,-27-2-1365,-66 0-5461</inkml:trace>
</inkml:ink>
</file>

<file path=ppt/ink/ink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1:29.6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24575,'0'9'0,"1"1"0,0-1 0,1 0 0,0 1 0,0-1 0,1 0 0,0 0 0,1 0 0,0-1 0,0 1 0,1-1 0,0 0 0,1 0 0,-1-1 0,1 1 0,13 11 0,61 75 0,4 4 0,-65-77 0,21 31 0,-30-37 0,1 0 0,1-1 0,0 0 0,1-1 0,17 14 0,-13-13 0,-1 0 0,16 18 0,-17-16 0,1-1 0,17 14 0,-19-19 0,-1 0 0,-1 1 0,0 1 0,21 24 0,-28-28 0,0-1 0,0 1 0,-1 0 0,0 0 0,-1 0 0,0 0 0,0 1 0,-1 0 0,0-1 0,2 18 0,-1 19 0,-2 0 0,-6 54 0,5-95 0,-1 1 0,0-1 0,0 0 0,0 0 0,-1 0 0,0 0 0,1 0 0,-1 0 0,0-1 0,-1 1 0,-4 5 0,-2 1 0,0-2 0,-16 14 0,-10 8 0,5-2 0,-2-1 0,-1-2 0,-54 33 0,41-27 0,37-24 0,0 0 0,0-1 0,0 0 0,-1 0 0,0-1 0,0 0 0,-1-1 0,1 0 0,-21 4 0,24-8 0,0 1 0,0 0 0,0 0 0,0 1 0,0 0 0,0 0 0,1 1 0,-1 0 0,1 0 0,-1 1 0,1-1 0,0 1 0,-7 7 0,7-5-195,-1 0 0,0 0 0,0-1 0,-1 0 0,1 0 0,-15 6 0,0-4-6631</inkml:trace>
</inkml:ink>
</file>

<file path=ppt/ink/ink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1:31.3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1 132 24575,'9'-1'0,"1"-1"0,-1 0 0,1 0 0,-1-1 0,0 0 0,0 0 0,0-1 0,10-6 0,-7 4 0,0 1 0,1 0 0,21-6 0,13 6 0,-40 5 0,1 0 0,-1-1 0,0 0 0,0 0 0,0 0 0,1-1 0,-1 0 0,-1 0 0,1-1 0,11-6 0,-8 3 0,1-1 0,0 2 0,0 0 0,0 0 0,0 1 0,1 0 0,0 1 0,0 0 0,0 1 0,0 0 0,0 1 0,0 1 0,14 0 0,-7 0 0,-1 1 0,0 0 0,0 2 0,0 0 0,22 6 0,-35-7 0,0-1 0,0 1 0,0 0 0,0 1 0,0-1 0,0 1 0,-1 0 0,1 0 0,-1 0 0,0 0 0,0 1 0,0 0 0,-1 0 0,1 0 0,-1 0 0,0 1 0,0-1 0,0 1 0,-1-1 0,1 1 0,-1 0 0,2 7 0,30 173 0,-31-173 0,0 1 0,1-1 0,0 0 0,12 21 0,-10-21 0,0 0 0,-1 0 0,-1 0 0,5 22 0,-4 13 0,-2 1 0,-5 78 0,-1-33 0,4-67 0,-1-10 0,0-1 0,-4 29 0,3-39 0,0 0 0,-1 0 0,1 0 0,-1 0 0,0-1 0,-1 1 0,1 0 0,-1-1 0,0 1 0,0-1 0,0 0 0,-5 5 0,-6 5 0,0 0 0,-1 0 0,0-2 0,-1 1 0,-1-2 0,0 0 0,-33 15 0,14-14 0,-40 10 0,152-20 0,-67-2 0,1-1 0,0 1 0,0 0 0,1 0 0,-1 1 0,0 1 0,0 0 0,0 0 0,0 1 0,13 5 0,-2 2 0,0-1 0,1-1 0,1-2 0,31 7 0,-41-11 0,0 2 0,0-1 0,0 1 0,-1 1 0,0 1 0,1-1 0,-2 2 0,1 0 0,11 9 0,-19-13 0,-1 0 0,1 0 0,-1 1 0,1-1 0,-1 1 0,0 0 0,-1 0 0,1 0 0,-1 0 0,1 1 0,-1-1 0,0 1 0,-1-1 0,1 1 0,-1 0 0,0 0 0,0-1 0,-1 1 0,1 0 0,-1 0 0,0 0 0,0 0 0,-1 0 0,0 0 0,1-1 0,-2 1 0,-1 6 0,-12 28 0,-35 65 0,47-99 0,0 0 0,-1-1 0,0 1 0,0-1 0,0 0 0,0 0 0,0 0 0,-1-1 0,0 1 0,-6 2 0,5-2 0,1-1 0,0 1 0,0-1 0,0 1 0,0 1 0,1-1 0,0 1 0,-7 8 0,6-3 0,-1-1 0,-1 0 0,0 0 0,0 0 0,-1-1 0,0 0 0,0-1 0,-1 1 0,0-1 0,0-1 0,-1 0 0,-10 5 0,10-5 0,1 0 0,-1 1 0,1 0 0,-9 10 0,8-8 0,0-1 0,0 0 0,-12 7 0,17-12-73,-9 6-142,0-2 0,-1 1-1,0-2 1,0 0-1,-16 4 1,7-6-6611</inkml:trace>
</inkml:ink>
</file>

<file path=ppt/ink/ink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2:13.2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67 0 24575,'-2'1'0,"1"-1"0,-1 1 0,1 0 0,-1-1 0,1 1 0,0 0 0,-1 0 0,1 0 0,0 0 0,-1 0 0,1 0 0,0 0 0,0 1 0,0-1 0,0 0 0,0 0 0,-1 3 0,-15 26 0,17-28 0,-5 9 0,0 0 0,2 0 0,-1 1 0,2-1 0,-1 1 0,-1 24 0,5 76 0,1-60 0,-1 488 0,-1-524 0,1 0 0,1 0 0,0-1 0,1 1 0,0-1 0,2 0 0,0 0 0,8 18 0,-3-17 0,1-1 0,0-1 0,17 18 0,-13-15 0,20 28 0,67 97 0,-84-117 0,35 34 0,-31-36 0,25 34 0,-35-42 0,1 0 0,1-1 0,0-1 0,23 17 0,19 18 0,-28-21 0,-7-6 0,0-1 0,44 32 0,-44-38 0,-10-6 0,0-1 0,1 0 0,0 0 0,22 8 0,-20-10 0,-1 2 0,0-1 0,-1 2 0,0 0 0,23 18 0,-24-16 0,1-1 0,0 0 0,1-1 0,-1-1 0,26 11 0,-12-8 0,-1 2 0,27 15 0,-30-14 0,0-1 0,47 16 0,-63-26 0,4 0 0,-1 1 0,0 0 0,0 0 0,0 1 0,-1 0 0,1 1 0,-1 0 0,0 0 0,9 8 0,-4-2 0,1 0 0,1-1 0,-1-1 0,1 0 0,1-1 0,0 0 0,17 5 0,6 3 0,-25-8 0,0 0 0,-1 0 0,0 1 0,20 19 0,13 10 0,113 67 0,-144-94 13,0 1 0,-1 0 0,13 15 0,5 4-1430,-10-12-5409</inkml:trace>
</inkml:ink>
</file>

<file path=ppt/ink/ink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2:14.5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24575,'7'6'0,"0"0"0,1-1 0,-1 1 0,1-1 0,1-1 0,-1 0 0,1 0 0,-1-1 0,16 4 0,-15-4 0,0 0 0,1 0 0,-1 1 0,0 0 0,-1 1 0,1 0 0,-1 0 0,13 11 0,5 13 0,-20-21 0,1-1 0,0 0 0,1 0 0,-1 0 0,14 8 0,-8-6 0,-1 0 0,1 0 0,-2 1 0,1 1 0,-1 0 0,-1 1 0,0 0 0,-1 0 0,0 1 0,8 16 0,-4-9 0,0-1 0,27 30 0,-23-30 0,27 41 0,-16-7 0,-19-35 0,1 0 0,1 0 0,18 23 0,-19-29 0,0 0 0,-1 1 0,-1 0 0,0 0 0,-1 1 0,0 0 0,-1 0 0,7 25 0,-13-36 0,1-1 0,-1 1 0,-1 0 0,1-1 0,0 1 0,0 0 0,-1-1 0,0 1 0,1-1 0,-1 1 0,0-1 0,0 1 0,-1-1 0,1 0 0,0 0 0,-1 1 0,1-1 0,-1 0 0,0 0 0,0 0 0,0-1 0,0 1 0,0 0 0,0-1 0,-3 2 0,-6 5 0,-1-1 0,-1-1 0,-18 7 0,25-10 0,-11 3 0,-1-1 0,-18 3 0,20-4 0,0 0 0,1 0 0,-20 9 0,9 0-120,6-3-87,0 0-1,-1-2 1,0 0-1,0-1 0,-31 6 1,27-11-6619</inkml:trace>
</inkml:ink>
</file>

<file path=ppt/ink/ink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06.2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1402 2 24575,'-81'-1'0,"-91"3"0,144 2 0,-41 11 0,34-7 0,31-6 0,0-1 0,0 1 0,0-1 0,1 1 0,-1 0 0,0 0 0,1 1 0,0-1 0,0 1 0,0 0 0,0 0 0,0 0 0,0 0 0,1 0 0,-5 7 0,5-6 0,-1 0 0,0 0 0,-1 0 0,1 0 0,0-1 0,-1 1 0,0-1 0,0 0 0,0 0 0,-8 4 0,-7 1 0,-1 0 0,0-2 0,0 0 0,0-1 0,-30 4 0,35-7 0,0 1 0,1 0 0,0 1 0,0 1 0,0 0 0,0 1 0,1 0 0,0 1 0,0 1 0,1 0 0,-15 13 0,10-10 0,1-1 0,-1 0 0,-30 11 0,-6 4 0,17-8 0,19-9 0,0 0 0,-16 12 0,3-1 0,23-16 0,1 1 0,0 0 0,-1 0 0,1 1 0,1-1 0,-1 1 0,1 1 0,0-1 0,0 1 0,0 0 0,-4 8 0,3-3 0,2-4 0,1 0 0,-2 1 0,1-1 0,-1-1 0,0 1 0,0-1 0,-10 10 0,-2-4 0,2 1 0,-1 1 0,2 1 0,0 0 0,1 1 0,0 0 0,-19 34 0,25-37 0,1 0 0,0 1 0,1-1 0,0 1 0,1 0 0,1 0 0,1 1 0,-2 23 0,1 34 0,8 79 0,-4-145 6,0 0-1,1 0 1,-1 0 0,2 0-1,-1 0 1,1-1-1,-1 1 1,1-1 0,1 1-1,-1-1 1,1 0-1,0 0 1,0-1 0,1 1-1,9 7 1,5 3-260,2-1 1,36 19 0,-36-22-442,0 1-6131</inkml:trace>
</inkml:ink>
</file>

<file path=ppt/ink/ink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07.5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28 24575,'1'1'0,"0"-1"0,0 0 0,0 1 0,0-1 0,0 1 0,0-1 0,0 1 0,0-1 0,0 1 0,0 0 0,0-1 0,0 1 0,-1 0 0,1 0 0,0 0 0,0 0 0,0 1 0,15 22 0,-8-11 0,-2-7 0,-1 1 0,2-1 0,-1-1 0,9 7 0,18 15 0,-21-13 0,25 20 0,-31-30 0,1 1 0,-1-1 0,1-1 0,0 1 0,0-1 0,0-1 0,8 3 0,5 2 0,-1 0 0,21 12 0,12 4 0,-48-21 0,1 1 0,-1-1 0,0 0 0,0 1 0,6 5 0,10 7 0,-20-15 0,1 0 0,-1 0 0,0 0 0,1 0 0,-1 0 0,0 0 0,0 0 0,1 1 0,-1-1 0,0 0 0,1 0 0,-1-1 0,0 1 0,0 0 0,1 0 0,-1 0 0,0 0 0,1 0 0,-1 0 0,0 0 0,0 0 0,1-1 0,-1 1 0,0 0 0,0 0 0,1 0 0,-1 0 0,0-1 0,0 1 0,0 0 0,1 0 0,-1-1 0,0 1 0,0 0 0,0 0 0,0-1 0,0 1 0,1 0 0,-1-1 0,0 1 0,0 0 0,0 0 0,0-1 0,0 1 0,0 0 0,0-1 0,0 1 0,0 0 0,0-1 0,1-18 0,-1 17 0,-5-251-1365,5 225-5461</inkml:trace>
</inkml:ink>
</file>

<file path=ppt/ink/ink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09.0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1209 24575,'510'0'0,"-502"0"0,1 0 0,-1-1 0,1 0 0,-1-1 0,0 0 0,0 0 0,1-1 0,-2 0 0,1 0 0,10-6 0,-6 1 0,0-1 0,0 0 0,-1 0 0,0-1 0,10-13 0,3-3 0,-10 13 0,-2-1 0,0-1 0,20-29 0,-23 29 0,1 0 0,18-20 0,5-6 0,-29 35 0,-1-2 0,1 1 0,-1 0 0,0-1 0,-1 1 0,0-1 0,0 0 0,-1 0 0,0 0 0,1-12 0,-2 13 0,0 0 0,1 0 0,-1 0 0,2 1 0,-1-1 0,1 0 0,0 1 0,0-1 0,1 1 0,0 0 0,0-1 0,1 1 0,6-9 0,-2 6 0,-3 5 0,0-1 0,0 0 0,-1 0 0,1 0 0,-1-1 0,-1 0 0,1 0 0,-1 0 0,0 0 0,0 0 0,-1 0 0,0-1 0,2-10 0,1-8 0,1-1 0,1 1 0,18-46 0,-19 57 0,-2 0 0,0 0 0,0 0 0,-1-1 0,1-28 0,-5-78 0,-1 61 0,3 33 0,-1 15 0,1-1 0,-2 1 0,0 0 0,-4-24 0,4 33 0,0 1 0,1-1 0,-1 1 0,-1-1 0,1 1 0,0-1 0,0 1 0,-1 0 0,1 0 0,-1 0 0,0 0 0,0 0 0,0 0 0,0 0 0,0 1 0,0-1 0,0 0 0,0 1 0,-1 0 0,1 0 0,-1 0 0,1 0 0,-1 0 0,1 0 0,-1 0 0,1 1 0,-1-1 0,-3 1 0,3 0 0,0 0 0,-1 0 0,1 1 0,0 0 0,0-1 0,0 1 0,-1 0 0,1 0 0,0 1 0,0-1 0,1 0 0,-1 1 0,0 0 0,0 0 0,1 0 0,-4 3 0,-5 5 0,0 1 0,-11 15 0,8-9 0,-50 62 63,-29 31-1491,74-90-5398</inkml:trace>
</inkml:ink>
</file>

<file path=ppt/ink/ink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09.5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24575,'14'0'0,"0"0"0,0 1 0,0 1 0,-1 0 0,18 5 0,-25-5 0,0 1 0,0-1 0,0 1 0,0 1 0,0-1 0,-1 1 0,1 0 0,-1 0 0,0 0 0,0 1 0,-1 0 0,0 0 0,5 6 0,5 11 0,0 1 0,-1 0 0,10 29 0,-14-35 0,-1-1 0,19 26 0,-17-29 0,-1 0 0,-1 1 0,0 0 0,5 16 0,7 32-1365,-10-35-5461</inkml:trace>
</inkml:ink>
</file>

<file path=ppt/ink/ink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16.6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2 349 24575,'0'-28'0,"-1"11"0,1 0 0,0 0 0,1 0 0,1 0 0,1 1 0,0-1 0,1 0 0,10-23 0,-2 10 0,-6 14 0,1 1 0,15-26 0,-20 37 0,0 1 0,1 0 0,-1 0 0,1 0 0,0 0 0,0 0 0,0 1 0,0-1 0,0 1 0,0 0 0,1 0 0,-1 0 0,1 0 0,-1 1 0,1-1 0,7-1 0,-8 3 0,0 0 0,0 0 0,0 0 0,0 1 0,0-1 0,0 1 0,0 0 0,0-1 0,0 1 0,0 1 0,0-1 0,-1 0 0,1 1 0,0-1 0,-1 1 0,1 0 0,-1 0 0,0 0 0,0 0 0,0 0 0,0 1 0,0-1 0,0 0 0,0 1 0,-1 0 0,2 3 0,5 8 0,-1 0 0,0 1 0,6 23 0,20 78 0,15 87 0,-34-148 0,-9-37 0,0 1 0,2 21 0,-4-22 0,1 1 0,0-1 0,2-1 0,8 22 0,-6-21 0,-2 1 0,0-1 0,6 34 0,-9-11-682,-2 44-1,-2-57-6143</inkml:trace>
</inkml:ink>
</file>

<file path=ppt/ink/ink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34.8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24575,'5'-1'0,"1"1"0,-1 0 0,0 0 0,1 1 0,-1-1 0,0 1 0,1 0 0,-1 1 0,0-1 0,0 1 0,0 0 0,0 0 0,0 1 0,0-1 0,-1 1 0,1 0 0,-1 1 0,0-1 0,4 5 0,2 0 0,0 1 0,0-2 0,1 0 0,-1 0 0,2-1 0,-1 0 0,1-1 0,-1 0 0,19 4 0,4 3 0,-24-7 0,1 0 0,-2 1 0,16 10 0,12 7 0,-25-17 0,24 13 0,35 25 0,-61-37 0,1 2 0,-1-1 0,0 1 0,-1 1 0,0-1 0,-1 2 0,10 14 0,58 108 0,-65-113 0,-1 1 0,-2 0 0,1 0 0,-2 1 0,-1 0 0,-1 0 0,4 33 0,13 43 0,-21-94 0,2 3 0,1 1 0,-1-1 0,1 0 0,0 0 0,1 0 0,0-1 0,5 7 0,17 23 0,-14-12 0,-2 0 0,0 1 0,-1 0 0,-2 1 0,7 33 0,19 57 46,-17-64-1457,-11-31-5415</inkml:trace>
</inkml:ink>
</file>

<file path=ppt/ink/ink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36.0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91 24575,'4'1'0,"-1"0"0,1 0 0,-1 1 0,0-1 0,0 1 0,1-1 0,4 5 0,2 0 0,-4-3 0,-1 1 0,0 0 0,1 0 0,-2 0 0,1 1 0,-1 0 0,1 0 0,-1 0 0,3 6 0,31 54 0,-34-56 0,5 11 0,-1 0 0,9 34 0,-13-37 0,0-1 0,2 0 0,0 0 0,1-1 0,13 24 0,-7-19 0,-8-12 0,0 0 0,0 0 0,1-1 0,7 8 0,-11-13 0,-1-1 0,1 1 0,0-1 0,-1 0 0,1 1 0,0-1 0,0 0 0,0 0 0,0 0 0,0-1 0,0 1 0,1 0 0,-1-1 0,0 1 0,0-1 0,0 0 0,1 0 0,-1 0 0,0 0 0,0 0 0,0 0 0,4-1 0,-4 0 0,0 0 0,0 0 0,0 0 0,0 0 0,0-1 0,0 1 0,0-1 0,-1 1 0,1-1 0,0 0 0,-1 1 0,1-1 0,-1 0 0,0 0 0,1 0 0,-1 0 0,0 0 0,0 0 0,0-1 0,-1 1 0,1 0 0,0 0 0,-1-4 0,3-7 0,-1 0 0,-1-25 0,0 33 0,-3-219 133,-1 60-1631,3 137-5328</inkml:trace>
</inkml:ink>
</file>

<file path=ppt/ink/ink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42.7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262 1675 24575,'5'0'0,"0"-1"0,0 0 0,0 0 0,0 0 0,0 0 0,0-1 0,-1 0 0,1 0 0,0 0 0,-1 0 0,1-1 0,-1 0 0,0 0 0,0 0 0,0 0 0,0-1 0,-1 1 0,1-1 0,3-5 0,5-9 0,0-1 0,-1 0 0,11-25 0,-4 7 0,-8 19 0,39-82 0,-43 85 0,-1 0 0,0 0 0,-1-1 0,-1 1 0,1-17 0,-2 20 0,0 0 0,0 0 0,1 0 0,1 0 0,0 1 0,1 0 0,8-16 0,-3 5 0,0-1 0,-2 0 0,-1-1 0,0 0 0,5-40 0,-7 10 0,-2-81 0,-2 45 0,-4-72 0,1 146 0,0 1 0,-1 0 0,0 0 0,-1 0 0,-1 0 0,0 1 0,-1 0 0,-1 0 0,-12-20 0,4 12 0,-15-31 0,-8-11 0,33 57 0,-2 0 0,1 1 0,-1-1 0,0 2 0,0-1 0,0 1 0,-9-5 0,-21-16 0,29 19 0,1 0 0,-2 1 0,1 0 0,-1 0 0,0 1 0,0 0 0,-1 1 0,1 0 0,-1 0 0,-15-3 0,1 2 0,13 4 0,0-1 0,0-1 0,0 1 0,1-2 0,-1 0 0,1 0 0,0-1 0,0 0 0,-9-7 0,13 7 0,-1-1 0,0 1 0,0 1 0,0-1 0,-15-5 0,21 9 0,-1 0 0,1 1 0,-1-1 0,1 1 0,-1 0 0,0-1 0,1 1 0,-1 0 0,1 0 0,-1 0 0,1 0 0,-1 0 0,0 1 0,1-1 0,-1 0 0,1 1 0,-1-1 0,1 1 0,-1 0 0,1-1 0,0 1 0,-1 0 0,1 0 0,0 0 0,-1 0 0,1 0 0,0 0 0,0 0 0,0 0 0,0 0 0,0 1 0,0-1 0,0 0 0,0 1 0,1-1 0,-1 1 0,1-1 0,-2 3 0,-1 6 0,0 0 0,1 0 0,0 0 0,0 1 0,0 18 0,5 58 0,0-35 0,-2-42 0,0 0 0,0 1 0,1-1 0,1 0 0,-1 1 0,2-1 0,-1-1 0,2 1 0,-1 0 0,9 12 0,6 15 0,7 14 0,-20-41 2,0 1-1,7 18 0,11 19 57,-22-45-188,0 0 0,0 0 1,1 0-1,0 0 0,-1 0 1,1 0-1,0-1 0,0 1 0,1-1 1,5 4-1,11 2-6696</inkml:trace>
</inkml:ink>
</file>

<file path=ppt/ink/ink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43.7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98 24575,'0'0'0,"1"-1"0,-1 0 0,0 0 0,0 0 0,1 0 0,-1 0 0,1 0 0,-1 0 0,1 1 0,-1-1 0,1 0 0,-1 0 0,1 1 0,0-1 0,-1 0 0,1 1 0,0-1 0,0 0 0,0 1 0,-1-1 0,1 1 0,2-1 0,25-10 0,-14 6 0,16-7 0,1 2 0,56-11 0,-58 14 0,14 0 0,0 3 0,0 1 0,80 5 0,-36 0 0,-62-1 0,-1 0 0,0 2 0,1 1 0,-1 1 0,-1 1 0,42 17 0,-42-15-1365,-2-2-5461</inkml:trace>
</inkml:ink>
</file>

<file path=ppt/ink/ink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46.1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1 448 24575,'-1'-48'0,"3"-58"0,-1 100 0,1 0 0,-1 0 0,1 0 0,0 0 0,1 1 0,-1-1 0,1 1 0,0-1 0,7-7 0,-5 6 0,-1 0 0,0-1 0,0 0 0,4-8 0,-2-4 0,-1 1 0,2 0 0,0 1 0,1-1 0,15-24 0,-20 39 0,0 0 0,-1 1 0,1-1 0,1 1 0,-1 0 0,1 0 0,-1 0 0,1 0 0,0 0 0,6-3 0,-7 5 0,1 0 0,-1 0 0,0 0 0,0 1 0,1-1 0,-1 1 0,1-1 0,-1 1 0,0 0 0,1 1 0,-1-1 0,0 1 0,1-1 0,-1 1 0,0 0 0,4 2 0,-3-1 0,0 0 0,0 0 0,-1 1 0,0-1 0,1 1 0,-1 0 0,0 0 0,0 0 0,-1 1 0,1-1 0,0 0 0,-1 1 0,0 0 0,0 0 0,2 5 0,1 3 0,-1-1 0,0 1 0,-1 0 0,2 14 0,-2-12 0,0 0 0,1-1 0,1 1 0,10 19 0,3 11 0,-13-28 0,0 1 0,-1-1 0,-1 1 0,2 35 0,-7 71 0,0-53 0,1 533-1365,1-576-5461</inkml:trace>
</inkml:ink>
</file>

<file path=ppt/ink/ink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52.1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1427 2485 24575,'3'0'0,"0"0"0,0-1 0,0 1 0,0-1 0,0 0 0,0 0 0,0 0 0,0-1 0,0 1 0,-1-1 0,1 1 0,0-1 0,-1 0 0,0 0 0,1 0 0,-1 0 0,0-1 0,4-4 0,3-5 0,-1-2 0,12-23 0,-4 8 0,24-49 0,-28 53 0,1-1 0,23-32 0,-28 46 0,-1-1 0,-1 0 0,0 0 0,-1-1 0,0 1 0,-1-1 0,-1 0 0,3-22 0,-1 12 0,12-41 0,-7 37 0,2-1 0,0 1 0,2 1 0,19-28 0,-21 37 0,-1-1 0,-1-1 0,0 0 0,-2 0 0,0-1 0,-2 0 0,0 0 0,-1-1 0,-1 0 0,-1 1 0,-1-1 0,-2-41 0,-3-255 0,3 307 0,0-1 0,-1 1 0,0-1 0,-1 1 0,-6-19 0,7 25 0,-1 1 0,0-1 0,0 1 0,-1-1 0,1 1 0,-1 0 0,0 0 0,0 0 0,0 1 0,-1-1 0,1 1 0,-1-1 0,0 1 0,0 1 0,-7-5 0,-1 0 0,6 5 0,0-1 0,1 1 0,-1-2 0,1 1 0,0 0 0,0-1 0,0 0 0,0 0 0,1-1 0,-1 1 0,1-1 0,1 0 0,-1 0 0,-5-10 0,7 10 0,-1 0 0,0 1 0,0-1 0,-1 0 0,1 1 0,-1 0 0,0 0 0,0 0 0,-6-4 0,-4-1 0,-26-14 0,29 17 0,0 0 0,0 0 0,1-1 0,0 0 0,-10-10 0,-1-5 0,17 16 0,-1 0 0,0 1 0,0 0 0,0 0 0,-1 0 0,1 1 0,-1-1 0,0 1 0,-1 1 0,1-1 0,-12-3 0,10 5 0,0-1 0,0 1 0,0-1 0,1-1 0,-1 1 0,1-1 0,-1 0 0,2-1 0,-1 0 0,0 0 0,1-1 0,-6-5 0,3 2 0,-1 1 0,1 1 0,-1-1 0,-18-8 0,17 10 0,1-1 0,0 0 0,0 0 0,-12-12 0,6 5 0,0 1 0,-1 1 0,0 0 0,-1 1 0,-1 0 0,-33-12 0,28 12 0,-1-1 0,1-1 0,-27-20 0,43 27 0,0 1 0,0 1 0,-1-1 0,0 1 0,0 1 0,0 0 0,-13-3 0,-33-13 0,50 16 0,0 0 0,1 0 0,-1-1 0,1 1 0,-1-1 0,1 0 0,-4-5 0,5 5 0,0 0 0,-1 0 0,0 1 0,0-1 0,0 1 0,0 0 0,-1 0 0,1 0 0,-8-3 0,-22-4 0,24 7 0,0 0 0,0 0 0,1 0 0,-1-2 0,1 1 0,0-1 0,0 0 0,-14-12 0,16 10 0,0-1 0,0 1 0,-1 1 0,0 0 0,-1 0 0,1 0 0,-1 1 0,0 0 0,0 1 0,-1 0 0,1 0 0,-1 1 0,0 1 0,-11-3 0,-32-4 0,1-3 0,0-2 0,-68-27 0,84 28 0,25 10 0,0 0 0,0-2 0,0 1 0,0-2 0,-10-6 0,18 11 0,1-1 0,0 1 0,-1-1 0,1 1 0,-1 0 0,1 0 0,-1 0 0,0 0 0,0 1 0,1-1 0,-1 1 0,-4-1 0,6 1 0,0 0 0,1 0 0,-1 1 0,0-1 0,1 0 0,-1 0 0,0 0 0,1 1 0,-1-1 0,1 0 0,-1 1 0,0-1 0,1 0 0,-1 1 0,1-1 0,-1 1 0,1-1 0,-1 1 0,1-1 0,0 1 0,-1 0 0,0 1 0,1 0 0,-1-1 0,1 1 0,-1-1 0,1 1 0,0 0 0,0-1 0,0 1 0,0 0 0,0-1 0,0 1 0,1 3 0,2 3 0,0 1 0,0-1 0,1 0 0,0 0 0,1 0 0,-1 0 0,1-1 0,7 7 0,9 16 0,75 111 0,-79-105 0,-15-30 0,0 0 0,0 0 0,1-1 0,0 1 0,0-1 0,1 0 0,0 0 0,5 6 0,23 18 0,26 26 0,-53-49 0,0 0 0,0 0 0,-1 1 0,1 0 0,-2-1 0,1 2 0,4 11 0,-4-5 0,-2-7 0,0 0 0,1 0 0,-1-1 0,1 1 0,0-1 0,8 11 0,13 24 61,-21-34-265,0 0 0,0-1 1,1 1-1,0-1 0,1 0 1,9 10-1,2-4-6622</inkml:trace>
</inkml:ink>
</file>

<file path=ppt/ink/ink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52.9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0 349 24575,'0'-3'0,"0"0"0,1-1 0,-1 1 0,1 0 0,-1 0 0,1 0 0,0 0 0,0 0 0,0 0 0,1 0 0,-1 0 0,1 0 0,-1 1 0,1-1 0,0 0 0,0 1 0,0 0 0,1-1 0,-1 1 0,0 0 0,1 0 0,0 0 0,3-2 0,5-1 0,1 0 0,0 0 0,0 1 0,20-4 0,0-1 0,50-11 0,-63 17 0,-1-1 0,1 0 0,-1-2 0,0 0 0,28-15 0,-33 13 0,1 0 0,1 1 0,-1 0 0,1 1 0,0 0 0,0 2 0,24-5 0,-25 7 0,-1-1 0,1-1 0,0 0 0,-1-1 0,0 0 0,0-1 0,0-1 0,14-9 0,-16 9 0,0 2 0,1-1 0,0 1 0,0 1 0,0 0 0,1 1 0,17-3 0,4 3 0,48 1 0,0 0 0,-54-1 67,31-7 0,12-2-1566,-44 9-5327</inkml:trace>
</inkml:ink>
</file>

<file path=ppt/ink/ink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55.0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35 24575,'2'-1'0,"1"1"0,-1-1 0,1 0 0,-1 1 0,1-1 0,-1 0 0,0-1 0,4-1 0,13-6 0,1 4 0,0 1 0,1 1 0,32-1 0,66 6 0,-45 0 0,-60-2 0,0 1 0,0 0 0,-1 1 0,27 7 0,-33-7 0,-1 0 0,0 1 0,0-1 0,-1 1 0,1 1 0,0-1 0,-1 1 0,0 0 0,0 0 0,0 1 0,0-1 0,6 9 0,-5-4 0,10 13 0,14 26 0,-25-40 0,-1 1 0,0 0 0,-1 0 0,1 0 0,-2 0 0,3 18 0,10 59 0,-8-53 0,-2 0 0,1 35 0,-6 278 0,-1-151 0,1-188 0,0 0 0,0 0 0,-1 0 0,0 0 0,-3 9 0,3-13 0,0 0 0,0 0 0,-1-1 0,1 1 0,-1 0 0,0-1 0,1 1 0,-1-1 0,0 1 0,-1-1 0,1 0 0,0 0 0,-1 0 0,-3 2 0,1-1 0,0 0 0,0 1 0,1 0 0,0-1 0,-8 9 0,12-11 0,-1 0 0,1-1 0,-1 1 0,1 0 0,-1 0 0,1 0 0,0-1 0,-1 1 0,1 0 0,0 0 0,0 0 0,-1 0 0,1 0 0,0 0 0,0-1 0,0 1 0,0 0 0,1 2 0,-1-2 0,1 0 0,-1 0 0,1 0 0,-1-1 0,1 1 0,0 0 0,0 0 0,-1 0 0,1-1 0,0 1 0,0 0 0,0-1 0,0 1 0,0 0 0,0-1 0,0 0 0,0 1 0,0-1 0,2 1 0,16 3 0,1 0 0,0-2 0,-1 0 0,1-1 0,0-1 0,26-3 0,7 0 0,75 2-1365,-100 1-5461</inkml:trace>
</inkml:ink>
</file>

<file path=ppt/ink/ink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4:02.0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 2035 24575,'-1'-3'0,"1"1"0,-1-1 0,0 1 0,1-1 0,-1 1 0,0 0 0,-1-1 0,-2-3 0,-5-13 0,3-10 0,1 0 0,2-1 0,1 1 0,1-1 0,3-38 0,0 8 0,-2-258 0,1 309 0,-1-1 0,1 0 0,1 1 0,0-1 0,0 1 0,1-1 0,0 1 0,0 0 0,1 0 0,7-11 0,-6 9 0,0 0 0,0-1 0,-2 1 0,1-1 0,-1 0 0,2-21 0,-3-71 0,-1 13 0,2 70 0,9-37 0,-7 38 0,-1 0 0,2-22 0,-6 33 0,1 0 0,0 0 0,1 0 0,-1 0 0,2 0 0,-1 0 0,1 1 0,1-1 0,-1 1 0,2 0 0,-1 0 0,1 0 0,6-7 0,-3 3 0,1 0 0,12-24 0,-18 29 0,0 0 0,0 0 0,1 1 0,1-1 0,-1 1 0,1 0 0,0 0 0,0 0 0,1 1 0,-1 0 0,1 0 0,0 0 0,14-7 0,6-2 0,-1-1 0,0-1 0,24-21 0,35-22 0,-67 49 0,2 1 0,20-7 0,-18 8 0,26-14 0,-26 8 0,-1 0 0,24-21 0,-26 19 0,38-24 0,-48 35 0,0 1 0,1 0 0,-1 0 0,1 1 0,0 0 0,0 1 0,0 0 0,14-2 0,35 3 0,-38 1 0,33-5 0,-46 4 0,0 0 0,0-1 0,0 0 0,0-1 0,0 0 0,0 0 0,-1 0 0,8-5 0,7-8 0,-10 9 0,0-1 0,0 1 0,0 1 0,15-6 0,-2 2 0,134-46 0,-128 47 0,-9 2 0,0 1 0,0 1 0,1 1 0,24-2 0,306 5 0,-164 3 0,1239-2-1365,-1400 0-5461</inkml:trace>
</inkml:ink>
</file>

<file path=ppt/ink/ink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4:02.8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24575,'8'0'0,"-1"0"0,0 1 0,0 0 0,0 0 0,1 0 0,-1 1 0,0 0 0,9 5 0,-6-2 0,0 1 0,0 1 0,0 0 0,11 10 0,-17-14 0,7 8 0,1-1 0,0-1 0,1 0 0,0-1 0,16 8 0,-6-6 0,0-2 0,26 7 0,-35-10 0,0 0 0,0 1 0,21 12 0,15 7 0,2 4 0,-43-23 0,1 0 0,0-1 0,0 0 0,0-1 0,13 4 0,-2-1 0,0 0 0,0 2 0,20 10 0,-27-13 0,0 0 0,1-2 0,0 0 0,28 4 0,-30-5 0,-8-2 0,-1 0 0,0 0 0,0 1 0,0-1 0,0 1 0,0 0 0,0 1 0,0-1 0,-1 1 0,1-1 0,-1 1 0,0 0 0,0 0 0,0 0 0,0 1 0,0-1 0,-1 1 0,1 0 0,-1-1 0,0 1 0,0 0 0,-1 0 0,3 8 0,1 8 0,0 0 0,-1 0 0,1 38 0,-2-30 0,-1-16 0,0 0 0,1 0 0,1 0 0,0-1 0,1 1 0,0-1 0,1 0 0,8 12 0,17 35 0,-27-46 0,0 1 0,0-1 0,-1 1 0,-1 0 0,0 0 0,0 14 0,-2 2 0,-4 47 0,3-68 0,1-1 0,-2 1 0,1-1 0,-1 0 0,0 0 0,-1 1 0,1-2 0,-1 1 0,-1 0 0,1 0 0,-1-1 0,-1 0 0,1 0 0,-1 0 0,0-1 0,0 1 0,-12 8 0,1-2 0,0 0 0,0-2 0,-2 0 0,1-1 0,-1 0 0,0-2 0,-1 0 0,0-1 0,0-1 0,-24 3 0,16-1-1365,6 0-5461</inkml:trace>
</inkml:ink>
</file>

<file path=ppt/ink/ink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4:08.3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35 24575,'1'-1'0,"-1"-1"0,0 1 0,1 0 0,-1 0 0,0 0 0,1 0 0,-1 0 0,1 0 0,0 0 0,-1 1 0,1-1 0,0 0 0,0 0 0,-1 0 0,1 1 0,0-1 0,0 0 0,0 1 0,0-1 0,0 1 0,0-1 0,0 1 0,0-1 0,0 1 0,0 0 0,0-1 0,2 1 0,33-7 0,-32 7 0,45-4 0,-1 1 0,78 7 0,-121-3 0,0 0 0,0 0 0,0 1 0,0 0 0,-1-1 0,1 2 0,0-1 0,-1 0 0,1 1 0,-1 0 0,0 0 0,7 7 0,3 4 0,25 34 0,-7-10 0,-27-31 0,-1-1 0,0 0 0,0 1 0,0 0 0,-1 0 0,0 0 0,-1 0 0,1 1 0,-1-1 0,-1 1 0,1-1 0,0 13 0,0-6 0,-1-7 0,2 0 0,-1 1 0,1-2 0,0 1 0,0 0 0,1-1 0,0 1 0,0-1 0,10 11 0,-8-10 0,1 2 0,-2-1 0,1 1 0,6 14 0,-7-7 0,0 1 0,4 32 0,3 9 0,-7-34 0,-1-1 0,1 29 0,-1-11 0,-2-35 0,-1 0 0,1 0 0,0 0 0,0 0 0,1 0 0,0-1 0,0 0 0,6 10 0,-4-9 0,-1 1 0,1 1 0,-2-1 0,5 11 0,-4-2 0,0 0 0,-2 0 0,1 1 0,-1 19 0,-5 70 0,1-38 0,2-44 0,0-3 0,-1 0 0,-4 26 0,4-40 0,-1 0 0,1-1 0,-2 1 0,1 0 0,-1-1 0,0 1 0,0-1 0,-1 0 0,0 0 0,-7 9 0,6-10 0,0 1 0,-1-1 0,1 0 0,-1 0 0,0-1 0,-1 0 0,1 0 0,-1 0 0,1-1 0,-1 0 0,-8 2 0,1-1 0,0-1 0,1-1 0,-2-1 0,-27 0 0,24-1 0,6 0 0,-1 0 0,-20 3 0,29-2 0,0 0 0,0 0 0,0 0 0,0 0 0,0 1 0,0 0 0,0 0 0,0 0 0,1 0 0,-1 1 0,-4 4 0,7-6 0,0-1 0,1 0 0,-1 1 0,1-1 0,-1 1 0,1-1 0,-1 1 0,1-1 0,-1 1 0,1 0 0,0-1 0,-1 1 0,1-1 0,0 1 0,0 0 0,-1-1 0,1 1 0,0 0 0,0-1 0,0 1 0,0 0 0,0 0 0,0-1 0,0 1 0,0 0 0,0-1 0,0 2 0,1-1 0,-1-1 0,1 1 0,0 0 0,-1 0 0,1-1 0,0 1 0,0 0 0,0-1 0,0 1 0,-1-1 0,1 1 0,0-1 0,0 1 0,0-1 0,0 0 0,1 1 0,7 1 0,0-1 0,0 0 0,11 0 0,-18-1 0,18-1 0,0 0 0,-1-2 0,1 0 0,29-10 0,-8 3 0,7-3 0,-27 7 0,0 1 0,0 1 0,26-2 0,-23 4 0,47-12 0,-46 9 0,45-6 0,100 10 0,-163 2 0,-12-2 0,-45 0 0,-1 2 0,-86 13 0,99-6-682,-52 3-1,63-10-6143</inkml:trace>
</inkml:ink>
</file>

<file path=ppt/ink/ink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4:12.3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69 582 24575,'-1'-7'0,"0"0"0,0 0 0,-1 1 0,1-1 0,-2 1 0,1-1 0,-1 1 0,0 0 0,0 0 0,-5-7 0,3 4 0,0 0 0,0 0 0,-5-17 0,5 5 0,1 1 0,1-1 0,0-32 0,5-67 0,1 39 0,-3 68 0,-1 4 0,1-1 0,1 1 0,0 0 0,0 0 0,5-18 0,-5 25 0,0-1 0,0 1 0,0-1 0,1 1 0,0-1 0,-1 1 0,1 0 0,0 0 0,0 0 0,0 0 0,0 0 0,1 0 0,-1 0 0,0 1 0,1-1 0,-1 1 0,1 0 0,0-1 0,-1 1 0,1 1 0,0-1 0,-1 0 0,6 0 0,23-3 0,0 2 0,1 2 0,48 4 0,2 0 0,-31-5 0,-28 0 0,1 0 0,-1 2 0,29 4 0,-46-4 0,-1 0 0,1 1 0,-1-1 0,1 1 0,-1 0 0,0 1 0,0-1 0,0 1 0,0 0 0,0 0 0,-1 0 0,1 1 0,-1 0 0,0 0 0,0 0 0,0 0 0,0 1 0,3 5 0,29 63 0,-17-34 0,-14-28-227,-1 0-1,0 0 1,-1 0-1,0 1 1,2 14-1,-2-1-6598</inkml:trace>
</inkml:ink>
</file>

<file path=ppt/ink/ink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4:18.1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24575,'3'3'0,"0"1"0,-1-1 0,0 0 0,0 1 0,0 0 0,0-1 0,0 1 0,-1 0 0,1 0 0,-1 0 0,1 6 0,10 25 0,9-3 0,-16-26 0,-1 1 0,0-1 0,0 1 0,0 0 0,0 1 0,-1-1 0,-1 1 0,4 13 0,0 19 0,6 30 0,-6-44 0,3 49 0,-5-36 0,-3-32 0,1 0 0,0 0 0,1-1 0,-1 1 0,1-1 0,0 0 0,1 0 0,-1 0 0,1 0 0,1-1 0,8 10 0,-7-9 0,-1 0 0,0 0 0,-1 1 0,1-1 0,-1 1 0,-1 0 0,1 0 0,-1 1 0,4 11 0,-3 5 0,-1-8 0,0-1 0,10 29 0,-12-41 0,1 1 0,-1-1 0,1 0 0,0 1 0,0-1 0,0 0 0,0 0 0,1-1 0,-1 1 0,1 0 0,-1-1 0,1 0 0,0 1 0,0-1 0,0 0 0,0-1 0,7 4 0,5-1 0,-1-2 0,1 1 0,0-1 0,0-1 0,0-1 0,0 0 0,15-3 0,-10 2 0,1 0 0,32 4 0,-46-2 0,0 0 0,0 1 0,0-1 0,-1 2 0,1-1 0,0 1 0,-1 0 0,0 0 0,0 1 0,0 0 0,8 7 0,21 20 0,-17-14 0,23 18 0,-33-30 0,-1 1 0,0 0 0,0 0 0,-1 1 0,0 0 0,0 0 0,-1 0 0,0 1 0,0 0 0,-1 0 0,7 15 0,-7-9 0,0 1 0,0 0 0,-1 0 0,-1 1 0,-1-1 0,0 19 0,-1 6 0,-4 112 0,3-146 0,0 0 0,-1 0 0,0-1 0,0 1 0,-1-1 0,0 1 0,0-1 0,0 0 0,0 0 0,-1 0 0,0-1 0,0 1 0,0-1 0,0 0 0,-1 0 0,-6 4 0,-2 1 0,0 0 0,-1 0 0,-1-1 0,-27 10 0,19-12-92,0-1-1,0-1 0,0-1 1,-1-1-1,1-1 0,-39-3 1,38 1-625,-3 0-6109</inkml:trace>
</inkml:ink>
</file>

<file path=ppt/ink/ink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4:18.9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1 100 24575,'0'-2'0,"1"1"0,-1-1 0,1 1 0,0-1 0,0 1 0,-1 0 0,1-1 0,0 1 0,0 0 0,0 0 0,1-1 0,-1 1 0,0 0 0,0 0 0,1 0 0,-1 1 0,2-2 0,26-15 0,-27 16 0,11-4 0,-1 0 0,2 1 0,-1 0 0,0 1 0,19-1 0,29-8 0,-34 5 0,1 2 0,-1 1 0,39-1 0,86 6 0,-56 1 0,634-2-1365,-703 0-5461</inkml:trace>
</inkml:ink>
</file>

<file path=ppt/ink/ink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09:26.0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0 131 24575,'82'1'0,"91"-3"0,-81-13 0,-62 9 0,41-4 0,19 8 0,-59 2 0,-1-1 0,1-1 0,-1-1 0,1-2 0,43-12 0,113-33 0,-171 46 0,26-3 0,-1 2 0,1 3 0,82 4 0,-36 0 0,261-2 0,-316 2 0,-1 1 0,49 12 0,-37-7 0,17 6 0,-32-7 0,40 5 0,65 9 0,-77-11 0,101 23 0,-132-28 0,-1 1 0,0 2 0,0 0 0,-1 2 0,-1 0 0,1 2 0,39 27 0,-49-29 0,1-1 0,-1-1 0,2 0 0,-1-1 0,25 8 0,-27-9 0,1 0 0,-1 0 0,-1 1 0,1 1 0,-1 0 0,-1 1 0,14 12 0,-9-7 0,0-1 0,31 18 0,-10-11 0,1-2 0,47 16 0,-76-32 0,0 1 0,-1 0 0,0 0 0,1 1 0,-1 0 0,-1 1 0,1 0 0,-1 0 0,0 0 0,0 1 0,11 12 0,2 5 0,1-1 0,1-1 0,1-1 0,1-1 0,0-1 0,2-1 0,34 18 0,-17-10 0,-2 2 0,41 35 0,-22-21 0,-38-27 0,31 25 0,-31-21 0,1-1 0,35 19 0,-37-24 0,0 1 0,0 1 0,31 29 0,-21-15 0,45 32 0,-9-3 0,3 3 0,-34-29 0,-29-24 0,-1-1 0,1 0 0,0-1 0,0 1 0,15 7 0,-14-8 0,0 0 0,0 0 0,-1 0 0,1 1 0,5 7 0,-5-5 0,1-1 0,17 13 0,0-6 0,-16-9 0,-1 0 0,0 0 0,-1 0 0,1 1 0,-1 1 0,0 0 0,11 12 0,-14-14-273,-1 1 0,1-1 0,0-1 0,8 7 0,3 0-6553</inkml:trace>
</inkml:ink>
</file>

<file path=ppt/ink/ink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09:27.3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203 0 24575,'12'0'0,"0"1"0,0 0 0,0 0 0,-1 1 0,1 0 0,13 6 0,-18-6 0,0 1 0,0 1 0,-1-1 0,1 1 0,-1 1 0,0-1 0,0 1 0,-1 0 0,0 0 0,0 1 0,5 6 0,8 8 0,1 0 0,34 28 0,-29-28 0,31 34 0,-51-48 0,0-1 0,0 1 0,0 0 0,-1 0 0,0 0 0,0 1 0,0-1 0,-1 1 0,2 9 0,-1 3 0,0 0 0,-1 20 0,0-9 0,-1-24 0,0 0 0,1 0 0,-1 0 0,1 0 0,1-1 0,-1 1 0,1-1 0,0 1 0,0-1 0,7 7 0,-6-6 0,-1-1 0,1 0 0,-1 1 0,0-1 0,0 1 0,-1 0 0,0 0 0,2 7 0,-4-12 0,0 1 0,0-1 0,0 0 0,0 1 0,0-1 0,0 0 0,-1 0 0,1 1 0,0-1 0,-1 0 0,1 0 0,-1 0 0,0 1 0,1-1 0,-1 0 0,0 0 0,0 0 0,1 0 0,-1 0 0,0 0 0,0-1 0,0 1 0,0 0 0,0 0 0,-1-1 0,1 1 0,0 0 0,0-1 0,0 1 0,0-1 0,-1 0 0,1 1 0,0-1 0,-1 0 0,-1 0 0,-7 2 0,0 0 0,0-1 0,-14-1 0,17 0 0,-224-4 0,210 2 0,-1 0 0,1-2 0,-29-7 0,2 0 0,40 9 10,1 0 0,-1-1 0,0 0 0,1 0-1,-1-1 1,1 0 0,-11-7 0,-1-4-308,-21-21 0,22 19-550,2 2-5978</inkml:trace>
</inkml:ink>
</file>

<file path=ppt/ink/ink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09:28.7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2352 2 24575,'-81'-2'0,"-92"5"0,155-1 0,0 2 0,0 0 0,1 1 0,-32 14 0,-25 7 0,31-13 0,-44 21 0,-34 11 0,107-42 0,-1 2 0,1 0 0,-1 1 0,1 0 0,1 1 0,-17 11 0,-61 37 0,60-37 0,-44 31 0,-12 9 0,3-2 0,74-49 0,0-1 0,0 0 0,-1-1 0,-13 5 0,11-5 0,1 0 0,0 1 0,-12 8 0,-85 56 0,78-47 0,-4 3 0,-32 31 0,53-45 0,0 0 0,-22 13 0,25-19 0,1 1 0,0 0 0,0 0 0,1 1 0,0 0 0,0 1 0,-13 18 0,10-11 0,0-1 0,-2 0 0,0-1 0,0 0 0,-1-1 0,-1-1 0,-28 18 0,28-19 0,0 1 0,2 1 0,-23 23 0,-8 8 0,18-21 0,15-14 0,0 1 0,0 0 0,1 1 0,0 1 0,1 0 0,0 0 0,-10 19 0,1 8 0,8-16 0,-22 35 0,27-50 0,-1 0 0,0 0 0,-9 7 0,11-11 0,0 1 0,-1 0 0,2 0 0,-1 1 0,1 0 0,-1-1 0,2 2 0,-1-1 0,-3 8 0,-2 10 0,1 1 0,1 0 0,1 0 0,1 1 0,-2 33 0,4-29 0,-1 1 0,-2-1 0,-12 40 0,9-40 0,1 1 0,2 0 0,-3 33 0,8-1-1365,1-35-5461</inkml:trace>
</inkml:ink>
</file>

<file path=ppt/ink/ink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09:29.7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24575,'0'447'0,"1"-437"0,0 0 0,0 0 0,1-1 0,0 1 0,0 0 0,1 0 0,1-1 0,-1 0 0,2 0 0,-1 0 0,1 0 0,12 15 0,5 12 0,-16-25 0,1 0 0,0 0 0,1-1 0,0 0 0,14 14 0,2-4 0,-5-4 0,25 27 0,-33-31 0,1 0 0,0-1 0,1 0 0,0-1 0,1-1 0,0 0 0,1-1 0,0 0 0,0-1 0,21 6 0,-27-9 0,0 0 0,-1 0 0,1 1 0,13 10 0,21 11 0,10 3 0,-37-19 0,1-1 0,20 8 0,-30-14 0,-1 1 0,1 0 0,-1-1 0,0 2 0,8 6 0,-8-7 0,-1 1 0,1-1 0,-1 0 0,1-1 0,1 1 0,11 4 0,-13-7 0,1 1 0,0-1 0,0 0 0,0 0 0,0-1 0,0 1 0,0-1 0,0-1 0,0 1 0,0-1 0,0 0 0,0 0 0,0-1 0,0 0 0,0 0 0,-1 0 0,1-1 0,8-5 0,-6 2 0,-1 1 0,-1-1 0,1 0 0,-1-1 0,0 1 0,-1-1 0,1-1 0,-1 1 0,-1-1 0,1 0 0,-1 0 0,3-11 0,13-50 0,-18 56 0,2-1 0,-1 1 0,2 0 0,-1 1 0,2-1 0,0 1 0,9-15 0,10-8 0,-2-2 0,22-45 0,-36 63 0,-1-2 0,0 1 0,-2-1 0,0 0 0,-2 0 0,3-28 0,-5 35 0,1 0 0,0 0 0,1 1 0,0-1 0,1 1 0,0 0 0,1 0 0,1 0 0,0 1 0,1 0 0,0 1 0,17-18 0,-22 25-151,2 0-1,-1 0 0,0 1 0,1 0 1,-1 0-1,1 0 0,0 1 1,5-3-1,13-2-6674</inkml:trace>
</inkml:ink>
</file>

<file path=ppt/ink/ink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09:30.9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130 0 24575,'-1'3'0,"0"0"0,1 0 0,-1 0 0,0 0 0,-1 0 0,1 0 0,-1 0 0,-1 2 0,-5 10 0,-81 216 0,84-214 0,0 0 0,2 0 0,0 0 0,-1 29 0,5 73 0,0-54 0,0 30-1365,-1-68-5461</inkml:trace>
</inkml:ink>
</file>

<file path=ppt/ink/ink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09:57.6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974 1 24575,'-318'0'0,"312"0"0,1 0 0,0 0 0,0 0 0,0 1 0,0 0 0,-1 0 0,1 0 0,0 0 0,0 1 0,1 0 0,-1 0 0,0 0 0,1 1 0,-1-1 0,1 1 0,0 0 0,0 1 0,0-1 0,0 1 0,0-1 0,1 1 0,0 0 0,0 1 0,0-1 0,0 0 0,-3 9 0,3-9 0,1 0 0,-1 0 0,1 0 0,-1 0 0,-1-1 0,1 1 0,0-1 0,-1 0 0,0 0 0,-5 4 0,-3 0 0,0-1 0,-16 6 0,21-9 0,0-1 0,1 1 0,-1 0 0,0 1 0,1-1 0,0 1 0,0 1 0,0-1 0,1 1 0,-1 0 0,1 0 0,-6 8 0,-3 11 0,10-15 0,-1 0 0,-13 16 0,-3 1 0,12-15 0,0-1 0,0 1 0,-19 15 0,22-22 0,1-1 0,0 2 0,1-1 0,-1 0 0,1 1 0,0 0 0,0 0 0,0 0 0,1 1 0,0-1 0,0 1 0,0 0 0,1 0 0,0 0 0,0 0 0,-2 9 0,0 0 0,-1 0 0,-1-1 0,-1 0 0,-14 24 0,13-25 0,1 0 0,0 0 0,1 1 0,0 0 0,-5 20 0,-3 27 0,7-36 0,1 1 0,-4 47 0,10 26 0,-1 23 0,0-117-2,0 1 0,-1-1 0,1 0 0,-1 0 0,0 1 0,-1-1 0,1 0 0,-1-1 0,0 1 0,-5 6 0,-6 10-1341,4-3-5483</inkml:trace>
</inkml:ink>
</file>

<file path=ppt/ink/ink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09:58.9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24575,'2'0'0,"0"0"0,0 1 0,0-1 0,0 1 0,0 0 0,0 0 0,0-1 0,0 1 0,0 0 0,-1 1 0,1-1 0,0 0 0,-1 0 0,1 1 0,-1-1 0,1 1 0,-1-1 0,0 1 0,0 0 0,2 2 0,0 1 0,0 0 0,0 1 0,-1 0 0,1-1 0,1 10 0,-1-6 0,-1 0 0,1-1 0,0 1 0,1-1 0,0 1 0,0-1 0,1 0 0,10 13 0,-6-9 0,-1 0 0,0 0 0,0 1 0,-2 0 0,10 23 0,-12-27 0,0 1 0,1-1 0,0-1 0,1 1 0,0-1 0,0 0 0,1 0 0,10 9 0,-2-4 0,0-1 0,1 0 0,24 13 0,-31-19 0,0 1 0,0-1 0,9 11 0,-10-9 0,1-1 0,-1 0 0,14 8 0,-13-10 0,0-1 0,1 1 0,0-2 0,0 1 0,0-1 0,0-1 0,0 0 0,1 0 0,15 0 0,-22-2 0,0 0 0,0 0 0,0-1 0,-1 1 0,1-1 0,0 0 0,0 0 0,0 0 0,0 0 0,-1-1 0,1 0 0,-1 1 0,1-1 0,-1 0 0,0-1 0,1 1 0,-1-1 0,0 1 0,-1-1 0,1 0 0,0 0 0,-1 0 0,0-1 0,1 1 0,-1 0 0,-1-1 0,3-5 0,1-7 0,-1 1 0,-1-1 0,-1 0 0,1-21 0,3-24 0,2 6-455,-3 0 0,-2-59 0,-3 87-6371</inkml:trace>
</inkml:ink>
</file>

<file path=ppt/ink/ink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10:04.0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1280 24575,'509'0'0,"-502"0"0,0 0 0,1-1 0,-1 0 0,0 0 0,8-2 0,-12 2 0,0 0 0,-1 0 0,1-1 0,-1 1 0,1-1 0,-1 1 0,1-1 0,-1 0 0,0 0 0,0 0 0,0 0 0,0 0 0,0 0 0,0-1 0,2-4 0,30-66 0,-22 46 0,26-44 0,-25 48 0,-2 0 0,-1 0 0,-1-1 0,0 0 0,8-45 0,-12 43 0,-4 20 0,0-1 0,0 1 0,1 0 0,-1 0 0,1 0 0,1 0 0,-1 0 0,1 0 0,0 1 0,0-1 0,1 1 0,0 0 0,5-6 0,-2 4 0,-2 2 0,1 0 0,-1-1 0,0 0 0,0 0 0,0 0 0,-1-1 0,0 1 0,5-12 0,9-33 0,-3-1 0,10-60 0,-19 68 0,-2 0 0,-1 0 0,-6-62 0,5-68 0,0 158 0,0-14 0,-2 29 0,0 0 0,0 0 0,-1 0 0,1 0 0,0 0 0,-1 0 0,1 0 0,-1 1 0,1-1 0,-1 0 0,0 0 0,1 0 0,-1 0 0,0 1 0,1-1 0,-1 0 0,0 1 0,0-1 0,0 1 0,0-1 0,0 1 0,0-1 0,0 1 0,1-1 0,-1 1 0,-2 0 0,-3-2 0,-1 0 0,0 1 0,1 0 0,-1 1 0,0 0 0,0 0 0,1 0 0,-1 1 0,-8 1 0,11-1 0,-1 0 0,1 1 0,0-1 0,0 1 0,0 0 0,0 0 0,1 0 0,-1 0 0,0 1 0,1 0 0,0-1 0,-1 1 0,1 0 0,0 1 0,-3 4 0,-6 9 0,-1-1 0,0 0 0,-1 0 0,-1-2 0,-22 18 0,26-22 0,0 0 0,0 0 0,1 1 0,0 1 0,1 0 0,0 0 0,1 1 0,1 0 0,-8 17 0,2-6 45,-30 42 0,11-20-1500,18-22-5371</inkml:trace>
</inkml:ink>
</file>

<file path=ppt/ink/ink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10:04.6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24575,'7'0'0,"15"-1"0,0 2 0,-1 0 0,1 1 0,26 7 0,-10-1 0,-24-5 0,-1 0 0,0 0 0,13 6 0,-22-7 0,1 0 0,-1 0 0,0 1 0,0 0 0,0-1 0,0 1 0,-1 1 0,1-1 0,-1 0 0,0 1 0,0 0 0,4 6 0,-1 1 0,1-1 0,0 1 0,1-1 0,0-1 0,0 1 0,1-1 0,0-1 0,0 0 0,14 9 0,71 39 0,-89-53 0,0 1 0,0 0 0,0 0 0,0 0 0,-1 1 0,0-1 0,0 1 0,0 0 0,6 10 0,-6-8 0,0-1 0,0 0 0,1 0 0,0 0 0,0-1 0,1 0 0,5 5 0,35 20-1365,-27-16-5461</inkml:trace>
</inkml:ink>
</file>

<file path=ppt/ink/ink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10:09.6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1 610 24575,'0'-4'0,"0"0"0,1 0 0,-1 0 0,1 0 0,0 0 0,1 0 0,-1 0 0,1 0 0,-1 1 0,1-1 0,0 0 0,1 1 0,-1 0 0,5-6 0,5-2 0,-1-1 0,21-13 0,-20 16 0,-1-1 0,15-14 0,-15 10 0,-2 0 0,15-25 0,9-15 0,-30 50 0,5-9 0,1 1 0,1 0 0,0 1 0,1 0 0,22-17 0,-28 24 0,0 0 0,0-1 0,0 1 0,-1-1 0,1 0 0,-1 0 0,0 0 0,0 0 0,-1-1 0,0 1 0,0-1 0,0 0 0,-1 0 0,3-7 0,-2 5 0,0 1 0,1 0 0,1 0 0,-1 0 0,1 0 0,0 1 0,1 0 0,10-10 0,13-15 0,-20 19 0,-5 6 0,0 0 0,1 1 0,-1-1 0,1 1 0,11-9 0,-15 14 0,0-1 0,0 0 0,0 1 0,0-1 0,1 1 0,-1-1 0,0 1 0,0 0 0,0 0 0,0-1 0,1 1 0,-1 0 0,0 0 0,0 0 0,0 0 0,1 0 0,0 1 0,0-1 0,-1 1 0,1 0 0,-1 0 0,1 0 0,-1 0 0,1 0 0,-1 0 0,0 0 0,0 0 0,1 0 0,-1 1 0,0-1 0,0 0 0,0 1 0,1 2 0,2 6 0,0 0 0,0 0 0,-1 1 0,0 0 0,-1-1 0,0 1 0,0 17 0,7 32 0,7 12 0,-11-43 0,2 1 0,1-1 0,17 42 0,-15-48 0,-2 0 0,0 1 0,-1 0 0,5 41 0,-7-21 0,-2 79 0,-3-115 0,-2 24 0,2-1 0,1 1 0,10 54 0,-1-38-21,-6-22-651,15 45 0,-11-50-6154</inkml:trace>
</inkml:ink>
</file>

<file path=ppt/ink/ink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10:29.7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24575,'6'0'0,"1"0"0,-1 0 0,1 1 0,-1 0 0,11 3 0,-14-3 0,-1 0 0,1 0 0,0 1 0,-1-1 0,0 1 0,1 0 0,-1 0 0,0-1 0,0 1 0,0 1 0,0-1 0,0 0 0,-1 0 0,1 1 0,1 3 0,14 26 0,-12-21 0,1 0 0,0-1 0,0 0 0,1 0 0,0 0 0,13 13 0,-8-12 0,-1 1 0,-1 0 0,0 0 0,-1 1 0,15 27 0,-4-5 0,-10-19 0,-1 0 0,0 1 0,-2 0 0,1 1 0,6 28 0,-8-19 0,2 1 0,1-1 0,1 0 0,25 47 0,-27-61 0,0-1 0,15 17 0,14 19 0,-2 24 0,-28-56 0,1 0 0,0-1 0,1 1 0,0-2 0,13 16 0,-3-9 0,-1 0 0,-1 2 0,-1 0 0,17 32 0,-24-37 0,-1 1 0,-1 0 0,0 0 0,3 23 0,-9-36 0,0-1 0,1 1 0,-1-1 0,1 1 0,0-1 0,0 0 0,1 1 0,0-1 0,0-1 0,0 1 0,0 0 0,1-1 0,-1 1 0,8 5 0,-3-3 0,-1-1 0,0 1 0,0 0 0,-1 0 0,0 1 0,0 0 0,-1 0 0,0 0 0,0 1 0,-1-1 0,0 1 0,0 0 0,-1 1 0,-1-1 0,3 10 0,5 18 0,2-1 0,1 0 0,26 48 0,-25-60-1365,0-5-5461</inkml:trace>
</inkml:ink>
</file>

<file path=ppt/ink/ink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10:30.5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59 24575,'20'1'0,"0"-1"0,0 2 0,0 1 0,0 0 0,23 8 0,-32-7 0,-1 0 0,0 0 0,0 1 0,0 1 0,0-1 0,-1 2 0,0-1 0,0 1 0,-1 0 0,15 16 0,8 11 0,2-2 0,2-1 0,57 39 0,-51-39 0,-31-23 0,-1 1 0,0 1 0,-1 0 0,8 12 0,-8-10 0,1-1 0,0 0 0,1-1 0,14 13 0,-21-21 0,-1 0 0,1 0 0,0 0 0,0 0 0,0-1 0,0 0 0,0 1 0,0-1 0,1 0 0,-1-1 0,0 1 0,0-1 0,1 1 0,-1-1 0,1 0 0,-1 0 0,0 0 0,1-1 0,-1 1 0,0-1 0,0 0 0,6-2 0,-6 2 0,0-1 0,0 1 0,0-1 0,0 0 0,-1 0 0,1 0 0,-1-1 0,0 1 0,1-1 0,-1 1 0,0-1 0,-1 0 0,1 1 0,0-1 0,-1 0 0,1 0 0,0-6 0,3-6 0,0-1 0,2-23 0,-2 13 0,0-1 0,-3 15 0,0-1 0,1 1 0,1 0 0,0 0 0,10-20 0,-7 17-124,1 0 0,-2-1 0,0 0 0,-1 0 0,-1 0 0,0-1-1,-1 0 1,-1 1 0,-1-1 0,0-24 0,-2 14-6702</inkml:trace>
</inkml:ink>
</file>

<file path=ppt/ink/ink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10:31.6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986 2033 24575,'0'-1208'0,"-1"1198"0,1 1 0,-1-1 0,-1 1 0,0 0 0,0-1 0,-1 1 0,0 0 0,-1 0 0,0 1 0,0-1 0,-8-12 0,-7-14 0,15 26 0,0 1 0,0 0 0,-1 1 0,0-1 0,0 1 0,-1 0 0,-8-9 0,-11-6 0,0 2 0,-40-26 0,55 39 0,0 1 0,1-1 0,0-1 0,0 1 0,1-2 0,0 1 0,-7-10 0,8 9 0,0 1 0,-1 0 0,0 0 0,-1 1 0,-17-12 0,-51-24 0,38 22 0,-14-5 0,39 20 0,1 0 0,0-1 0,0-1 0,0 0 0,1 0 0,0-1 0,-16-17 0,11 10 0,1 0 0,-24-16 0,-19-18 0,39 29 0,10 9 0,-2 0 0,0 1 0,-20-15 0,29 24 0,0 0 0,0 0 0,-1 0 0,1 1 0,0-1 0,-1 1 0,0 0 0,1 0 0,-1 0 0,0 0 0,1 1 0,-1-1 0,0 1 0,0 0 0,0 0 0,1 1 0,-1-1 0,0 1 0,0-1 0,-4 3 0,6-2 0,-1 0 0,1 0 0,0 0 0,0 1 0,-1-1 0,1 0 0,0 1 0,0 0 0,1 0 0,-1-1 0,0 1 0,1 0 0,-1 0 0,1 0 0,-1 1 0,1-1 0,0 0 0,0 0 0,0 1 0,0-1 0,1 1 0,-1-1 0,1 1 0,-1-1 0,1 1 0,0-1 0,0 1 0,0-1 0,0 1 0,0-1 0,1 4 0,2 7 0,-1 0 0,2 0 0,0 0 0,8 17 0,-11-29 0,36 78 0,-22-51 0,-2 0 0,15 46 0,-15-34-12,3-1 0,32 61 0,-16-37-1317,-19-36-5497</inkml:trace>
</inkml:ink>
</file>

<file path=ppt/ink/ink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10:32.1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0 129 24575,'63'1'0,"-21"0"0,-1-1 0,1-2 0,57-11 0,-25 1 0,-42 7 0,41-11 0,-51 10 0,-16 5 0,1-1 0,-1 0 0,0 0 0,0 0 0,0 0 0,-1-1 0,1 0 0,-1 0 0,10-7 0,-10 5-124,1 0 0,0 1 0,0-1 0,0 2 0,0-1 0,1 1-1,0 0 1,0 0 0,-1 0 0,15-2 0,2 1-6702</inkml:trace>
</inkml:ink>
</file>

<file path=ppt/ink/ink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10:33.3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1 389 24575,'1'0'0,"0"-1"0,0 1 0,0 0 0,0 0 0,0-1 0,0 1 0,0-1 0,-1 1 0,1-1 0,0 1 0,0-1 0,0 1 0,0-1 0,-1 0 0,1 1 0,0-1 0,-1 0 0,1 0 0,0 1 0,-1-1 0,1 0 0,-1 0 0,0 0 0,1 0 0,-1 0 0,1-1 0,7-30 0,-6 20 0,0 6 0,0 0 0,1 1 0,0-1 0,0 1 0,0-1 0,1 1 0,0 0 0,0 0 0,0 1 0,6-6 0,-4 4 0,0-1 0,0 0 0,10-15 0,-7 3 0,-1-1 0,8-26 0,8-18 0,-21 59 0,0 0 0,0 1 0,0-1 0,0 1 0,1 0 0,0 0 0,0 0 0,0 0 0,0 1 0,1-1 0,-1 1 0,1 0 0,0 0 0,0 1 0,0 0 0,8-3 0,-6 3 0,-1 0 0,0 1 0,0-1 0,1 1 0,-1 1 0,1-1 0,-1 1 0,0 0 0,1 1 0,-1 0 0,1 0 0,-1 0 0,0 1 0,7 2 0,-8-1 0,1 0 0,-1 0 0,0 0 0,0 1 0,0 0 0,-1 0 0,0 1 0,1-1 0,-1 1 0,-1 0 0,1 0 0,-1 0 0,4 8 0,1 4 0,0 1 0,10 35 0,-8-16 0,-1 1 0,-2-1 0,-1 2 0,0 69 0,-8 431-1365,2-512-5461</inkml:trace>
</inkml:ink>
</file>

<file path=ppt/ink/ink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10:38.6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2227 24575,'38'0'0,"104"-3"0,-118 1 0,0-1 0,0-2 0,44-13 0,-43 10 0,0 1 0,1 0 0,0 2 0,0 1 0,36 0 0,-51 3 0,-1 0 0,0-1 0,0 0 0,0 0 0,0-1 0,0 0 0,0-1 0,17-9 0,-9 6 0,0 0 0,1 2 0,0 0 0,0 1 0,32-3 0,-21 3 0,36-9 0,-59 11 0,-1-1 0,1 0 0,-1-1 0,0 1 0,0-1 0,0 0 0,-1-1 0,1 0 0,-1 1 0,0-1 0,5-8 0,27-23 0,-28 28 0,0-1 0,0 0 0,-1 0 0,-1-1 0,0 0 0,11-19 0,12-17 0,32-48 0,-53 79 0,0 0 0,-1 0 0,0-1 0,9-28 0,-11 27 0,0 1 0,1 0 0,1 1 0,17-26 0,-14 23 0,0 1 0,-1-1 0,-1 0 0,10-32 0,-14 41 0,-1 0 0,2 0 0,-1 0 0,11-12 0,-8 11 0,-1 0 0,9-17 0,-9 14 0,-2 0 0,1 0 0,-1 0 0,-1-1 0,-1 1 0,5-28 0,-3 4 0,12-45 0,-8 42 0,-6 29 0,0 1 0,1 0 0,0 0 0,10-16 0,-8 16 0,-1 0 0,0-1 0,6-19 0,-6 6 0,-1 0 0,1-30 0,5-32 0,-2 41 0,-2 13 0,11-37 0,15-58 0,0 0 0,-1 1 0,7 5 0,-37 118 0,0 0 0,0 0 0,0 0 0,-1 0 0,0 0 0,1 0 0,-1 0 0,0 0 0,-1 0 0,1 0 0,0 0 0,-1 0 0,0 0 0,0 0 0,-2-6 0,2 7 0,-1 0 0,0-1 0,0 1 0,0 0 0,0 1 0,0-1 0,0 0 0,0 0 0,0 1 0,-1 0 0,1-1 0,-1 1 0,1 0 0,-1 0 0,1 0 0,-1 0 0,0 1 0,-4-1 0,-2-1 0,0 1 0,0 1 0,0 0 0,0 0 0,0 1 0,0 0 0,0 0 0,0 1 0,0 0 0,1 1 0,-1-1 0,1 2 0,-1-1 0,-14 10 0,-19 9-37,14-8-627,-38 25 0,50-28-6162</inkml:trace>
</inkml:ink>
</file>

<file path=ppt/ink/ink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10:39.1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24575,'5'0'0,"0"0"0,1 0 0,-1 1 0,0-1 0,1 1 0,-1 0 0,0 1 0,0-1 0,0 1 0,0 0 0,0 1 0,0-1 0,0 1 0,-1 0 0,1 0 0,-1 0 0,0 1 0,0-1 0,0 1 0,5 7 0,-3-5 0,0-1 0,1 0 0,-1 0 0,1 0 0,11 4 0,-13-6 0,1 0 0,-1 0 0,1 0 0,-1 1 0,0 0 0,-1 0 0,1 0 0,-1 0 0,0 1 0,7 9 0,1 9 0,0 1 0,-2 1 0,7 25 0,13 32 0,-24-65 0,-1 0 0,0 1 0,-2-1 0,0 0 0,-1 1 0,0 21 0,-1-10 0,7 31 0,-1-15-455,-1 0 0,-1 56 0,-5-73-6371</inkml:trace>
</inkml:ink>
</file>

<file path=ppt/ink/ink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10:40.4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0 167 24575,'1'-7'0,"-1"1"0,1-1 0,0 0 0,0 1 0,0 0 0,1-1 0,0 1 0,1 0 0,-1 0 0,1 0 0,0 0 0,1 0 0,-1 1 0,1-1 0,0 1 0,8-8 0,-6 8 0,0 0 0,1 0 0,0 0 0,0 1 0,0-1 0,0 2 0,0-1 0,1 1 0,0 0 0,0 1 0,0 0 0,15-2 0,14 1 0,1 1 0,0 2 0,43 5 0,-78-4 0,-1-1 0,1 0 0,0 1 0,0-1 0,-1 1 0,1 0 0,0 0 0,-1 0 0,1 1 0,-1-1 0,0 0 0,1 1 0,-1 0 0,0-1 0,0 1 0,0 0 0,0 0 0,0 0 0,0 1 0,2 3 0,-1 1 0,0 0 0,0 0 0,-1 1 0,0-1 0,0 1 0,0 8 0,0-6 0,1-1 0,0 0 0,0-1 0,1 1 0,8 13 0,-8-13 0,1-1 0,-1 1 0,0 0 0,-1 0 0,4 17 0,-3 20 0,-1 0 0,-5 63 0,0-28 0,2-73 0,0 0 0,-1 1 0,0-1 0,0 0 0,0 0 0,-1 0 0,-1-1 0,1 1 0,-1 0 0,-1-1 0,1 0 0,-1 1 0,0-1 0,-1-1 0,0 1 0,0-1 0,0 0 0,-1 0 0,0 0 0,0-1 0,0 0 0,-1 0 0,1 0 0,-1-1 0,-1 0 0,1-1 0,-12 5 0,-127 40 0,118-39 0,21-8 0,1 1 0,0 0 0,-1 1 0,1-1 0,0 1 0,0 0 0,1 1 0,-10 6 0,-4 4 0,-7 7 0,26-20 0,0-1 0,0 0 0,0 1 0,0-1 0,0 0 0,0 1 0,0-1 0,0 0 0,0 0 0,0 1 0,0-1 0,0 0 0,0 1 0,0-1 0,0 0 0,0 1 0,0-1 0,0 0 0,1 0 0,-1 1 0,0-1 0,0 0 0,0 0 0,1 1 0,-1-1 0,0 0 0,0 0 0,0 0 0,1 1 0,-1-1 0,0 0 0,1 0 0,-1 0 0,0 0 0,0 0 0,1 1 0,-1-1 0,0 0 0,1 0 0,-1 0 0,1 0 0,17 6 0,-14-5 0,25 7 0,1-2 0,59 4 0,18 4 0,-45-5-297,0-3 0,111-3-1,-152-4-175,6 1-6353</inkml:trace>
</inkml:ink>
</file>

<file path=ppt/ink/ink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11:18.6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24575,'671'0'0,"-649"2"0,0 0 0,-1 2 0,35 9 0,-18-3 0,-29-7 0,0 0 0,0 1 0,0 0 0,0 1 0,-1 0 0,0 0 0,14 12 0,22 13 0,-22-19 0,1-1 0,46 14 0,-50-19 0,0 1 0,-1 1 0,0 0 0,-1 2 0,0 0 0,20 13 0,-13-5 0,1-2 0,0 0 0,31 12 0,26 14 0,11 6 0,-58-31 0,62 40 0,-60-32 0,-25-17 0,-1 0 0,0 0 0,-1 1 0,0 0 0,0 1 0,16 20 0,26 32 0,-31-38 0,27 40 0,-43-55 0,0 0 0,0 1 0,-1 0 0,0-1 0,-1 2 0,0-1 0,0 0 0,-1 1 0,1 11 0,-2-13 0,0-1 0,0 1 0,1 0 0,0-1 0,0 1 0,1-1 0,0 0 0,0 0 0,1 0 0,7 11 0,39 51 0,12 19 0,-55-77 0,-1 1 0,0-1 0,-1 2 0,0-1 0,-1 0 0,3 14 0,5 31 0,-4-22 0,-1 0 0,3 61 0,-8-73 0,1 0 0,1 0 0,1 0 0,1 0 0,2-1 0,16 38 0,9 26 0,-12-20 0,-3 1 0,12 84 0,-26-39 0,-1-29 0,-1-60 0,9 32 0,-6-34 0,4 40 0,-7-32-1365,-2-2-5461</inkml:trace>
</inkml:ink>
</file>

<file path=ppt/ink/ink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11:19.4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24575,'27'0'0,"1"1"0,51 8 0,-67-6 0,0 1 0,0-1 0,0 2 0,0 0 0,-1 0 0,1 1 0,-2 1 0,17 11 0,-10-5 0,10 9 0,0-2 0,2-1 0,45 23 0,-61-34 0,1 0 0,-1 0 0,22 20 0,9 5 0,1 5 0,-36-29 0,1 0 0,0-1 0,15 10 0,-9-10 0,0-1 0,0-1 0,23 7 0,-17-7 0,29 14 0,-41-15 0,0 1 0,-1 0 0,0 1 0,0 0 0,15 15 0,-11-10 0,-11-10 0,0 0 0,0 0 0,0-1 0,0 1 0,0-1 0,1 0 0,-1 1 0,0-1 0,1 0 0,-1 0 0,6 1 0,-7-2 0,0 0 0,0 0 0,0-1 0,0 1 0,0 0 0,0 0 0,0 0 0,0-1 0,0 1 0,0 0 0,0-1 0,0 1 0,0-1 0,0 1 0,0-1 0,0 0 0,0 1 0,-1-1 0,1 0 0,0 0 0,0 1 0,-1-1 0,1 0 0,0 0 0,-1 0 0,1 0 0,-1 0 0,0 0 0,1 0 0,-1 0 0,1-2 0,3-13 0,-1 0 0,-1 0 0,0-1 0,-1 1 0,-1-1 0,-3-28 0,2 4 0,-2-216-1365,3 230-5461</inkml:trace>
</inkml:ink>
</file>

<file path=ppt/ink/ink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11:25.9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2778 3021 24575,'1'-49'0,"0"10"0,-2 0 0,-1 0 0,-9-50 0,2 43 0,2-1 0,0-54 0,8-96 0,1 74 0,0 24 0,-5-116 0,0 199 0,0 1 0,-1 0 0,-1-1 0,-13-28 0,-2-8 0,5 7 0,-12-69 0,15 56 0,5 27 0,-4-38 0,8 45 0,-1 0 0,-1 1 0,-1-1 0,-1 1 0,-1 0 0,-1 1 0,-1 0 0,-25-41 0,16 29 0,-25-61 0,31 65 0,6 11 0,2 1 0,-1-1 0,2-1 0,-4-38 0,0-5 0,6 54 0,-1 0 0,1 0 0,-1 0 0,-1 0 0,0 1 0,0-1 0,0 1 0,-8-10 0,-3-1 0,-32-32 0,4 5 0,-77-71 0,74 68 0,21 23 0,1 0 0,-22-33 0,28 33 0,-1 2 0,-2 0 0,0 1 0,-25-20 0,35 33 0,1-1 0,1 0 0,-10-15 0,10 14 0,0 0 0,-20-20 0,24 28 0,-1 0 0,-1 0 0,1 1 0,-1-1 0,1 2 0,-1-1 0,0 1 0,0 0 0,-8-2 0,6 2 0,-1 0 0,1-1 0,0-1 0,-14-6 0,3-1 0,-1 1 0,-1 1 0,1 1 0,-1 1 0,0 1 0,-1 0 0,0 2 0,-24-1 0,-30 0 0,-83 7 0,50 1 0,-493-4 0,582 3 0,0 0 0,0 1 0,-30 9 0,3 0 0,40-10 0,-1 1 0,1 0 0,0 1 0,1 0 0,-1 0 0,1 1 0,0 0 0,0 0 0,0 1 0,-9 9 0,7-6 0,0-1 0,-1 0 0,0-1 0,-19 11 0,12-11 36,0-1-1,-20 4 1,22-6-404,0 1 0,0 0 0,-16 8 0,10-1-6458</inkml:trace>
</inkml:ink>
</file>

<file path=ppt/ink/ink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11:26.8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639 1 24575,'-10'1'0,"0"1"0,1 0 0,0 0 0,-1 1 0,1 1 0,0-1 0,1 1 0,-13 8 0,-10 3 0,-14 7 0,2 2 0,0 2 0,-76 62 0,26-23 0,59-42 0,28-20 0,0 1 0,0 0 0,0 0 0,1 1 0,-1 0 0,1 0 0,0 0 0,1 0 0,-1 1 0,-5 9 0,-17 22 0,22-31 0,1-1 0,0 1 0,0 0 0,0 0 0,0 0 0,1 0 0,-4 13 0,4-10 0,1 0 0,0 0 0,1 0 0,0 0 0,0 1 0,2 13 0,-1-19 0,1 0 0,-1-1 0,1 1 0,0-1 0,0 1 0,0-1 0,1 1 0,-1-1 0,1 0 0,0 0 0,0 1 0,0-1 0,0-1 0,1 1 0,-1 0 0,1 0 0,-1-1 0,1 0 0,4 3 0,15 8 0,0-2 0,42 15 0,2 1 0,-48-19 0,1-2 0,25 7 0,3-1 0,-26-6 0,0-2 0,0-1 0,0 0 0,37-1 0,3 0 0,-44 1 0,0 0 0,1 2 0,-1 0 0,31 14 0,-6-3 0,-16-6 0,-9-3 0,1-1 0,-1 0 0,1-2 0,0 0 0,28 2 0,-38-5 0,-1 0 0,0 0 0,1 0 0,-1 1 0,0 0 0,0 0 0,12 6 0,-5 0 0,0 0 0,19 16 0,-16-11-1365,0-3-5461</inkml:trace>
</inkml:ink>
</file>

<file path=ppt/ink/ink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11:27.8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1 526 24575,'7'0'0,"3"1"0,-1-1 0,1 0 0,-1-1 0,0 0 0,18-5 0,-24 4 0,0 1 0,0 0 0,-1-1 0,1 1 0,0-1 0,-1 0 0,0 0 0,1 0 0,-1 0 0,0-1 0,0 1 0,0 0 0,-1-1 0,1 0 0,0 1 0,-1-1 0,0 0 0,1 0 0,-1 1 0,-1-1 0,1 0 0,1-4 0,3-16 0,0-1 0,12-31 0,-14 46 0,1 1 0,0 0 0,0 0 0,1 0 0,0 0 0,1 1 0,7-8 0,-1 3 0,9-9 0,-1-1 0,-1 0 0,-1-1 0,0-1 0,16-32 0,-30 48 0,1-1 0,0 1 0,0-1 0,1 1 0,0 1 0,1-1 0,-1 1 0,2 0 0,-1 1 0,1 0 0,11-7 0,-16 11 0,0 0 0,1 0 0,-1 1 0,1-1 0,0 1 0,-1 0 0,1 0 0,0 0 0,0 1 0,0-1 0,0 1 0,-1 0 0,1 0 0,0 1 0,0-1 0,0 1 0,0-1 0,-1 1 0,1 1 0,0-1 0,-1 0 0,1 1 0,-1 0 0,1-1 0,-1 2 0,0-1 0,0 0 0,0 0 0,0 1 0,5 5 0,-2-1 0,0 0 0,0 1 0,0 0 0,-1 0 0,0 0 0,-1 0 0,0 1 0,0-1 0,4 18 0,-4-8 0,-1-1 0,-1 2 0,0-1 0,-1 21 0,0-17 0,1-1 0,9 41 0,-5-36 0,2 36 0,-7 165 0,0 9 0,13-116 0,2 33 0,-16 224 0,-1-368-273,2 0 0,-1 0 0,1 0 0,3 11 0,3 0-6553</inkml:trace>
</inkml:ink>
</file>

<file path=ppt/ink/ink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8:44.9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416 2172 24575,'-59'1'0,"-69"-3"0,125 2 0,0 0 0,0 0 0,0-1 0,0 0 0,0 1 0,0-1 0,1 0 0,-1-1 0,0 1 0,1 0 0,-1-1 0,0 1 0,1-1 0,0 0 0,-1 0 0,1 0 0,-3-4 0,0-1 0,1 1 0,1-1 0,0 0 0,0 0 0,-3-10 0,-10-22 0,-2 4 0,2 0 0,2-1 0,1 0 0,2-2 0,1 1 0,2-1 0,2 0 0,-3-62 0,8 78 0,-2 0 0,-8-35 0,5 32 0,-3-40 0,6-276 0,5 175 0,-2-120 0,1 273 0,-1 1 0,2 0 0,-1-1 0,2 1 0,0 0 0,4-13 0,-4 18 0,0 0 0,0 1 0,0 0 0,0 0 0,1 0 0,0 0 0,1 1 0,-1-1 0,1 1 0,0 0 0,0 0 0,8-4 0,-3 1 0,-1 3 0,-1 0 0,0-1 0,0-1 0,0 1 0,11-14 0,-13 12 0,1 1 0,0 0 0,0 0 0,1 1 0,-1 0 0,1 0 0,1 1 0,-1 0 0,1 1 0,0 0 0,0 0 0,0 0 0,0 1 0,20-3 0,-20 5 0,1-1 0,0-1 0,-1 1 0,1-2 0,-1 1 0,0-1 0,0-1 0,-1 1 0,1-1 0,10-9 0,-10 5 0,-1 1 0,1 0 0,1 1 0,-1 0 0,1 1 0,1 0 0,-1 0 0,1 1 0,0 0 0,0 1 0,23-5 0,95-21 0,-117 27 0,-1 0 0,1-2 0,-1 1 0,18-11 0,-19 10 0,0 0 0,0 0 0,0 1 0,1 0 0,-1 1 0,14-2 0,29 0 0,-33 4 0,0-1 0,29-7 0,-29 5 0,-14 3 0,0-1 0,1 1 0,-1-1 0,0 0 0,0-1 0,0 1 0,0-1 0,-1 0 0,1-1 0,6-4 0,-2 0 11,1 1 0,0 0 0,1 0 1,0 1-1,0 1 0,0 0 0,0 1 0,24-5 0,-14 3-744,31-13 1,-35 10-6094</inkml:trace>
</inkml:ink>
</file>

<file path=ppt/ink/ink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8:45.8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 24575,'92'-1'0,"103"3"0,-184 0 0,-1 0 0,0 1 0,1 0 0,-1 0 0,0 1 0,15 9 0,-14-7 0,1-1 0,-1 0 0,1-1 0,18 4 0,-15-4 0,1 0 0,-1 0 0,0 1 0,0 1 0,26 14 0,-23-10 0,0 1 0,-1 0 0,-1 1 0,21 20 0,7 1 0,1 1 0,-42-31 0,0 0 0,0 0 0,-1 1 0,1-1 0,-1 1 0,1 0 0,-1 0 0,0 0 0,-1 0 0,3 7 0,0 10 0,-1 1 0,-1-1 0,-1 0 0,-3 40 0,0-23 0,2-30 0,0 0 0,-1 0 0,0 0 0,-1 0 0,0 0 0,0-1 0,0 1 0,-7 12 0,6-15 0,0 0 0,-1 0 0,1 0 0,-1 0 0,0-1 0,0 0 0,-1 1 0,1-2 0,-1 1 0,0 0 0,0-1 0,-8 4 0,-4 1 0,0 0 0,-1 1 0,2 1 0,-1 1 0,-19 16 0,8-1 0,21-17 0,-1-1 0,0-1 0,-1 0 0,0 0 0,0 0 0,0-1 0,-1-1 0,-17 8 0,-23 3-1365,30-8-5461</inkml:trace>
</inkml:ink>
</file>

<file path=ppt/ink/ink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8:47.4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1 463 24575,'5'-1'0,"1"0"0,0 0 0,-1-1 0,1 1 0,-1-1 0,6-3 0,8-2 0,10-4 0,1-2 0,-2-1 0,0-1 0,28-21 0,-49 31 0,0 0 0,-1-1 0,0 0 0,0-1 0,9-12 0,-10 13 0,-1 0 0,1 0 0,0 1 0,0 0 0,1 0 0,-1 0 0,1 0 0,7-3 0,-3 2 0,-5 4 0,0 0 0,0 0 0,0-1 0,0 0 0,-1 0 0,0 0 0,1-1 0,-1 0 0,0 1 0,-1-1 0,1 0 0,4-8 0,0-1 0,-4 5 0,1 0 0,0 1 0,0 0 0,0 0 0,1 0 0,10-9 0,-7 9 0,8-8 0,1 1 0,22-12 0,-6 2 0,7-5 0,-38 27 0,1 1 0,-1-1 0,0 1 0,0 0 0,1 0 0,-1 0 0,0 0 0,1 1 0,-1-1 0,1 1 0,3 0 0,-5 0 0,0 0 0,-1 1 0,1-1 0,0 1 0,0 0 0,-1 0 0,1-1 0,-1 1 0,1 0 0,-1 0 0,1 1 0,-1-1 0,1 0 0,-1 0 0,0 1 0,0-1 0,0 1 0,0-1 0,0 1 0,0-1 0,0 1 0,0 0 0,0-1 0,-1 1 0,1 0 0,-1 0 0,1-1 0,-1 4 0,2 7 0,0-1 0,-1 1 0,-1 14 0,0-19 0,-5 573 0,5-358-1365,0-195-5461</inkml:trace>
</inkml:ink>
</file>

<file path=ppt/ink/ink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9:35.5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1117 1950 24575,'0'-572'0,"1"566"0,-1 1 0,-1-1 0,1 1 0,-1-1 0,0 1 0,0-1 0,-1 1 0,1 0 0,-1-1 0,0 1 0,-1 0 0,1 0 0,-1 1 0,0-1 0,0 0 0,-1 1 0,1 0 0,-1 0 0,0 0 0,-7-6 0,5 5 0,1-1 0,0 0 0,0 0 0,1 0 0,-8-13 0,9 14 0,0-1 0,0 1 0,-1 0 0,1 0 0,-1 0 0,0 1 0,-1-1 0,1 1 0,-1 0 0,-6-4 0,-6-4 0,0-1 0,2-1 0,-1 0 0,2-1 0,-21-26 0,-21-22 0,50 57 0,2 0 0,-1 0 0,1-1 0,0 1 0,0-1 0,0-1 0,1 1 0,1 0 0,-4-10 0,5 10 0,-1 1 0,0 0 0,0 0 0,-1 0 0,1 0 0,-2 0 0,1 1 0,0-1 0,-1 1 0,0 0 0,0 0 0,-1 0 0,1 1 0,-8-6 0,1 3 0,6 4 0,-1-1 0,1 1 0,0-1 0,0 0 0,0 0 0,1 0 0,0-1 0,-1 0 0,1 0 0,-4-7 0,-9-15 0,-2 0 0,-1 0 0,-34-34 0,22 35 0,28 23 0,0 1 0,0-1 0,0 0 0,0 0 0,1 0 0,-1 0 0,1-1 0,0 0 0,0 1 0,1-1 0,-1 0 0,1-1 0,-4-5 0,-6-24 0,-2 1 0,-1 1 0,-26-41 0,26 46 0,-15-37 0,20 40 0,-2 0 0,-22-35 0,12 24 0,19 27 0,-1 1 0,0 0 0,-1 0 0,0 0 0,0 1 0,0-1 0,-1 1 0,0 0 0,0 1 0,0-1 0,-9-4 0,-118-45 0,132 54 0,-1 1 0,1 0 0,0-1 0,0 1 0,-1 0 0,1 0 0,0 0 0,-1 0 0,1 0 0,0 0 0,-1 0 0,1 0 0,0 0 0,-1 1 0,1-1 0,0 0 0,0 1 0,-1-1 0,1 1 0,0 0 0,0-1 0,0 1 0,0 0 0,0 0 0,0 0 0,0-1 0,0 1 0,0 0 0,0 0 0,0 1 0,0-1 0,1 0 0,-1 0 0,1 0 0,-1 0 0,1 1 0,-1-1 0,1 0 0,-1 0 0,1 1 0,0 1 0,-2 8 0,0-1 0,1 1 0,0 0 0,2 12 0,-1-15 0,0 27 0,5 129 0,-3-153 0,0-1 0,1 1 0,0-1 0,1 0 0,0 0 0,7 13 0,-5-12 0,0 1 0,-2-1 0,1 1 0,3 19 0,-2 28-1365,-5-33-5461</inkml:trace>
</inkml:ink>
</file>

<file path=ppt/ink/ink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9:40.0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35 24575,'19'-1'0,"0"-1"0,0-1 0,26-7 0,-23 5 0,44-6 0,256 9 0,-165 4 0,-148-2 0,0-1 0,0 1 0,0 0 0,-1 0 0,1 1 0,0 1 0,0-1 0,-1 1 0,1 1 0,-1 0 0,10 4 0,33 19-1365,-28-15-5461</inkml:trace>
</inkml:ink>
</file>

<file path=ppt/ink/ink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9:43.8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0 299 24575,'12'0'0,"-1"-1"0,0 0 0,0 0 0,0-1 0,0-1 0,-1 0 0,1 0 0,10-6 0,-14 6 0,0-1 0,0 0 0,0 0 0,-1-1 0,0 0 0,0 0 0,0 0 0,-1-1 0,0 0 0,0 0 0,0 0 0,4-9 0,-3 4 0,1 0 0,0 0 0,0 0 0,1 1 0,0 0 0,1 1 0,12-11 0,29-27 0,-34 31 0,30-23 0,-46 38 0,1 1 0,0-1 0,0 0 0,0 1 0,-1-1 0,1 1 0,0-1 0,0 1 0,0 0 0,0-1 0,0 1 0,0 0 0,0 0 0,0-1 0,0 1 0,0 0 0,0 0 0,0 0 0,0 0 0,0 0 0,0 0 0,0 1 0,0-1 0,-1 0 0,1 0 0,2 1 0,-2 0 0,0 1 0,0-1 0,0 0 0,0 0 0,0 1 0,0-1 0,0 0 0,0 1 0,0-1 0,-1 1 0,1-1 0,-1 1 0,1 0 0,0 2 0,1 8 0,-1 1 0,0-1 0,-1 18 0,0-24 0,-4 1273-1365,4-1251-5461</inkml:trace>
</inkml:ink>
</file>

<file path=ppt/ink/ink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9:56.7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509 2162 24575,'0'-8'0,"-1"1"0,0 0 0,0 0 0,-1 0 0,1 0 0,-2 0 0,1 0 0,-1 1 0,0-1 0,0 1 0,-1-1 0,0 1 0,0 0 0,0 1 0,-1-1 0,0 1 0,0 0 0,-9-7 0,-7-4 0,-1 1 0,0 1 0,-40-18 0,53 27 0,-1-1 0,2 0 0,-1 0 0,1-1 0,0 0 0,0 0 0,0-1 0,1 0 0,1 0 0,-1 0 0,-9-18 0,6 4 0,0 1 0,1-1 0,1-1 0,-6-26 0,12 38 0,0 1 0,-1 0 0,0 0 0,-1 0 0,0 0 0,0 0 0,-1 1 0,-1 0 0,-12-17 0,13 20 0,0 0 0,0 0 0,0-1 0,1 0 0,0 0 0,0 0 0,1 0 0,0 0 0,-3-11 0,-1-10 0,-5-37 0,6 33 0,-17-129 0,14 105 0,3 1 0,3-2 0,3-60 0,0 84 0,0 19 0,1 0 0,1 0 0,0 0 0,1 0 0,0 0 0,1 0 0,0 1 0,1 0 0,1 0 0,0 0 0,15-22 0,-17 31 0,1 0 0,-1-1 0,1 1 0,0 1 0,0-1 0,9-4 0,-10 6 0,1 0 0,-1 0 0,-1 0 0,1-1 0,0 0 0,-1 0 0,1 0 0,-1 0 0,0 0 0,0-1 0,0 0 0,-1 1 0,4-7 0,-1-1 0,-1 0 0,2 0 0,-1 0 0,1 1 0,1 0 0,0 0 0,1 1 0,14-15 0,36-20 0,-45 35 0,-1 1 0,1-2 0,-2 0 0,0 0 0,13-15 0,-17 17 0,8-12 0,19-20 0,-28 34 0,1 0 0,-1 1 0,1 0 0,0 0 0,0 1 0,1-1 0,8-2 0,-8 3 0,-1 0 0,1-1 0,-1 1 0,7-7 0,-8 6 0,0 1 0,0-1 0,0 2 0,0-1 0,0 1 0,13-5 0,98-15 0,-85 17 0,-2 2 0,-15 2 0,0 0 0,21-7 0,-31 8 0,-1-1 0,0 0 0,1 0 0,-1 0 0,0 0 0,0-1 0,0 0 0,0 0 0,0 0 0,-1 0 0,6-7 0,-3 3 0,0 2 0,1-1 0,-1 1 0,1 0 0,0 0 0,0 1 0,0 0 0,1 0 0,0 0 0,-1 1 0,1 1 0,13-4 0,34-14 0,-15 2-151,1 1-1,0 2 0,1 2 0,0 2 1,1 2-1,0 2 0,0 1 1,75 1-1,-90 5-6674</inkml:trace>
</inkml:ink>
</file>

<file path=ppt/ink/ink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9:57.7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 24575,'34'0'0,"-12"-1"0,1 1 0,23 4 0,-39-3 0,1 1 0,0 0 0,0 0 0,-1 1 0,1 0 0,-1 0 0,0 1 0,0 0 0,10 7 0,3 3 0,35 17 0,-37-22 0,-1 1 0,-1 0 0,26 21 0,-28-20 0,2 0 0,20 12 0,-19-13 0,30 24 0,-22-12 0,-10-8 0,0-1 0,34 22 0,-30-24 0,-9-6 0,1 1 0,-1 0 0,-1 0 0,1 1 0,-1 1 0,0 0 0,13 15 0,-11-10 0,1 0 0,16 14 0,-16-16 0,-1 0 0,0 1 0,11 15 0,-18-19 0,1-1 0,-1 1 0,-1 0 0,0 1 0,0-1 0,0 0 0,-1 1 0,0 0 0,0 9 0,0 13 0,-2 39 0,-1-42 0,1-21 0,0 0 0,0-1 0,-1 1 0,0 0 0,0 0 0,-1 0 0,1-1 0,-1 1 0,-1-1 0,0 1 0,0-1 0,0 0 0,0 0 0,-1 0 0,0-1 0,0 1 0,-1-1 0,1 0 0,-1 0 0,-10 7 0,7-5 0,-1-1 0,0 0 0,0 0 0,-1-1 0,1 0 0,-1-1 0,0 0 0,-1 0 0,1-1 0,-1-1 0,1 0 0,-1 0 0,0-1 0,-12 0 0,1 0-455,-1 2 0,-26 5 0,22-2-6371</inkml:trace>
</inkml:ink>
</file>

<file path=ppt/ink/ink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0:04.0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0 291 24575,'0'-15'0,"1"0"0,0-1 0,1 1 0,6-26 0,-7 36 0,1 0 0,0 1 0,0-1 0,0 0 0,0 1 0,1-1 0,0 1 0,0 0 0,0 0 0,0 0 0,1 0 0,-1 1 0,1-1 0,0 1 0,0 0 0,0 0 0,1 0 0,4-2 0,47-17 0,-41 18 0,-1-2 0,1 0 0,-1-1 0,27-17 0,-33 19 0,1 0 0,0 0 0,0 0 0,0 1 0,1 0 0,0 1 0,-1 0 0,1 1 0,0 0 0,15-1 0,13 1 0,57 4 0,-35 1 0,-53-4 0,-1 1 0,1 1 0,0-1 0,0 1 0,-1 1 0,1-1 0,0 1 0,-1 0 0,0 0 0,1 1 0,-1 0 0,0 0 0,0 0 0,-1 1 0,1 0 0,-1 0 0,0 1 0,0-1 0,0 1 0,8 10 0,-7-7 0,0 0 0,0 0 0,0 1 0,-1 0 0,0 0 0,-1 0 0,0 1 0,-1-1 0,0 1 0,0 0 0,-1 0 0,2 12 0,9 79 0,-5-51 0,0 52 0,-8 311 0,-1-395 0,0 0 0,-1 0 0,-1 0 0,-1 0 0,-1-1 0,0 1 0,-9 18 0,9-25 0,-1-1 0,0 0 0,-1-1 0,0 1 0,-1-1 0,1-1 0,-2 1 0,1-1 0,-1-1 0,-1 0 0,-12 8 0,19-13 0,-1 0 0,1 0 0,0 0 0,0 1 0,0-1 0,-2 4 0,5-6 0,-1 1 0,1-1 0,0 1 0,-1-1 0,1 0 0,0 1 0,0-1 0,0 1 0,-1-1 0,1 0 0,0 1 0,0-1 0,0 1 0,0-1 0,0 1 0,0-1 0,0 1 0,0-1 0,0 1 0,0-1 0,0 1 0,0 0 0,1-1 0,-1 1 0,1 0 0,0-1 0,-1 1 0,1 0 0,-1-1 0,1 1 0,0-1 0,0 0 0,-1 1 0,1-1 0,0 1 0,0-1 0,-1 0 0,1 0 0,0 1 0,1-1 0,15 3 0,-1 0 0,1-1 0,-1-1 0,18-1 0,-16-1 0,-1 2 0,1 0 0,31 6 0,-7 1-260,1-2-1,0-1 1,86-4-1,-118-1-62,16 0-6503</inkml:trace>
</inkml:ink>
</file>

<file path=ppt/ink/ink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1:05.9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705 1603 24575,'58'1'0,"70"-3"0,-116-1 0,0 1 0,0-2 0,-1 1 0,1-2 0,-1 1 0,14-9 0,15-6 0,-32 15 0,1-1 0,-1 0 0,0 0 0,-1-1 0,9-7 0,6-6 0,-17 15 0,0-1 0,0 0 0,-1 0 0,0 0 0,0-1 0,-1 1 0,0-1 0,0 0 0,0 0 0,0 0 0,-1-1 0,0 1 0,2-10 0,-2 5 0,2 1 0,0-1 0,9-18 0,-7 18 0,0-1 0,-1-1 0,-1 1 0,0 0 0,-1-1 0,0 0 0,-1 0 0,1-22 0,-1 17 0,0 12 0,-1-1 0,1 1 0,0 0 0,0 0 0,1 0 0,0 1 0,0-1 0,6-8 0,-4 7 0,-1 0 0,0-1 0,0 0 0,3-8 0,4-21 0,-1-1 0,-2 0 0,-2 0 0,-2-1 0,1-47 0,-5 73 0,0-11 0,-5-44 0,3 60 0,0 0 0,0 0 0,0 1 0,-1-1 0,0 1 0,0-1 0,-1 1 0,0 0 0,-7-9 0,-28-31 0,28 36 0,1 0 0,0-1 0,1-1 0,0 1 0,1-2 0,1 1 0,-8-20 0,13 30 0,1-1 0,-1 1 0,0-1 0,1 1 0,-2 0 0,1 0 0,0 0 0,-1 0 0,1 0 0,-1 0 0,0 1 0,-4-4 0,-3 0 0,0 0 0,-18-8 0,19 11 0,0-1 0,0-1 0,1 1 0,0-1 0,-9-8 0,-3-3 0,0 0 0,-1 2 0,-1 0 0,-44-19 0,58 28 0,1 1 0,0-1 0,0 0 0,-11-11 0,13 11 0,0 0 0,-1 0 0,0 1 0,1 0 0,-2 0 0,1 0 0,-11-4 0,-1 3 0,0 2 0,0 0 0,0 1 0,0 0 0,-1 2 0,-28 2 0,27 0 0,-1-2 0,0 0 0,1-1 0,-39-8 0,32 3 0,-44-3 0,32 4 0,32 4 0,0-1 0,0-1 0,0 1 0,0-1 0,0-1 0,1 1 0,0-1 0,0 0 0,0 0 0,-9-9 0,7 6 0,0 1 0,0 0 0,0 1 0,-1 0 0,-10-5 0,-144-47 0,163 57 0,-1 0 0,1 0 0,-1-1 0,1 1 0,-1 0 0,1 0 0,-1 0 0,0 0 0,1 0 0,-1-1 0,1 1 0,-1 0 0,1 0 0,-1 1 0,1-1 0,-1 0 0,0 0 0,1 0 0,-1 0 0,1 0 0,-1 1 0,1-1 0,-1 0 0,1 0 0,-1 1 0,1-1 0,-1 0 0,1 1 0,-1 0 0,0 0 0,1 0 0,0 0 0,-1 0 0,1 0 0,0 1 0,0-1 0,0 0 0,0 0 0,0 0 0,0 0 0,0 0 0,0 1 0,1 1 0,14 41 0,-13-38 0,7 14 0,2-1 0,0 0 0,20 26 0,11 18 0,-4-7 0,-29-44 0,0 0 0,-1 0 0,0 1 0,-1 0 0,0 1 0,5 16 0,1 23 0,-10-35 0,2 0 0,-1 0 0,2-1 0,1 1 0,11 21 0,72 115-1365,-80-137-5461</inkml:trace>
</inkml:ink>
</file>

<file path=ppt/ink/ink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1:06.8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1 191 24575,'11'-1'0,"1"0"0,-1-2 0,0 1 0,0-1 0,0 0 0,-1-1 0,19-10 0,-16 8 0,0 1 0,0 0 0,0 0 0,23-3 0,-2 3 0,-11 3 0,-1-1 0,1-2 0,32-10 0,6-4 0,101-20 0,-130 33 0,50-12 0,-62 13-341,1 1 0,-1 0-1,27 0 1,-21 3-6485</inkml:trace>
</inkml:ink>
</file>

<file path=ppt/ink/ink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1:08.0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0 177 24575,'3'0'0,"0"1"0,0-1 0,0 1 0,0-1 0,1 0 0,-1 0 0,5-2 0,0 2 0,-3 0 0,0 0 0,0 0 0,0-1 0,0 0 0,0 0 0,0 0 0,-1 0 0,1-1 0,0 0 0,-1 0 0,1 0 0,-1 0 0,0-1 0,0 1 0,0-1 0,0 0 0,0-1 0,-1 1 0,1-1 0,-1 1 0,0-1 0,0 0 0,0 0 0,3-8 0,-1 2 0,1 0 0,0 0 0,1 1 0,0 0 0,0 0 0,1 0 0,0 1 0,0 0 0,1 1 0,16-11 0,-24 17 0,1 0 0,-1 1 0,0-1 0,1 0 0,-1 1 0,1-1 0,-1 1 0,1 0 0,-1-1 0,1 1 0,0 0 0,-1 0 0,1 0 0,-1 0 0,1 0 0,-1 1 0,1-1 0,0 0 0,-1 1 0,3 0 0,-2 0 0,0 1 0,0-1 0,0 1 0,0-1 0,-1 1 0,1 0 0,0-1 0,-1 1 0,0 0 0,1 0 0,-1 0 0,2 3 0,1 6 0,0 1 0,0-1 0,-1 1 0,2 15 0,-4-23 0,6 31 0,2 14 0,-2 0 0,2 50 0,-10-40 0,2 38 0,0-86 0,0 0 0,1 0 0,0 0 0,1 0 0,1 0 0,6 15 0,-2-7 0,-1 0 0,0 0 0,-2 1 0,0 0 0,-1 0 0,-1 1 0,-1-1 0,-1 0 0,-2 29 0,0-18-1365,1-4-5461</inkml:trace>
</inkml:ink>
</file>

<file path=ppt/ink/ink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1:26.1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544 2447 24575,'-5'0'0,"0"-1"0,0 0 0,0-1 0,0 1 0,0-1 0,1 0 0,-1 0 0,1-1 0,-1 0 0,1 1 0,0-1 0,-6-5 0,-25-15 0,27 18 0,-1 0 0,1-1 0,1 0 0,-11-9 0,-7-6 0,13 10 0,0 0 0,1-1 0,0 0 0,-14-23 0,8 13 0,5 4 0,1 0 0,0 0 0,1-1 0,1 0 0,1-1 0,1 0 0,1 0 0,-6-30 0,2 8 0,-15-41 0,2 13 0,19 58 0,-2 0 0,1 0 0,-2 0 0,0 1 0,0 0 0,-12-14 0,6 9 0,-15-28 0,21 30 0,1 0 0,0-1 0,1 0 0,1 0 0,0-1 0,1 1 0,-1-25 0,4-115 0,3 76 0,-3-366 0,0 436 0,1 1 0,-1-1 0,2 0 0,-1 1 0,1-1 0,1 1 0,-1 0 0,2-1 0,-1 1 0,1 1 0,0-1 0,0 0 0,1 1 0,0 0 0,1 0 0,-1 1 0,1-1 0,1 1 0,-1 0 0,1 1 0,0 0 0,0 0 0,9-5 0,-11 7 0,0-1 0,0 1 0,-1-1 0,1 0 0,-1-1 0,0 1 0,0-1 0,-1 0 0,1 0 0,-1 0 0,5-10 0,0-4 0,11-40 0,-19 58 0,1-2 0,0 0 0,0 0 0,1-1 0,-1 1 0,1 1 0,0-1 0,0 0 0,0 0 0,0 1 0,0-1 0,0 1 0,1-1 0,3-2 0,1 0 0,1 1 0,0-1 0,13-4 0,-14 7 0,0-1 0,-1-1 0,1 1 0,-1-1 0,1 0 0,-1 0 0,9-9 0,7-12 0,-13 15 0,-1 0 0,2 0 0,-1 1 0,1 0 0,1 1 0,0 0 0,0 0 0,16-7 0,-26 14 0,7-1 0,-1-1 0,0-1 0,0 1 0,0-1 0,-1 0 0,1 0 0,-1-1 0,0 0 0,10-11 0,-11 12 0,-1-1 0,1 1 0,0 0 0,0 0 0,1 0 0,-1 1 0,1-1 0,0 1 0,0 1 0,0-1 0,0 1 0,0 0 0,1 1 0,-1-1 0,8 0 0,0 0 0,-1-2 0,18-6 0,-24 7 0,-1-1 0,1-1 0,-1 1 0,0-1 0,0 0 0,-1 0 0,10-12 0,-10 12 0,0-1 0,0 0 0,1 1 0,0 0 0,0 0 0,0 1 0,0 0 0,14-7 0,80-15 0,29-5 0,-103 25 0,0 1 0,1 1 0,-1 1 0,52 1 0,-45 2 0,1-1 0,47-9 0,-32 2 0,94-4 0,52 12 0,-74 2 0,-27-2-1365,-66 0-5461</inkml:trace>
</inkml:ink>
</file>

<file path=ppt/ink/ink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1:29.6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24575,'0'9'0,"1"1"0,0-1 0,1 0 0,0 1 0,0-1 0,1 0 0,0 0 0,1 0 0,0-1 0,0 1 0,1-1 0,0 0 0,1 0 0,-1-1 0,1 1 0,13 11 0,61 75 0,4 4 0,-65-77 0,21 31 0,-30-37 0,1 0 0,1-1 0,0 0 0,1-1 0,17 14 0,-13-13 0,-1 0 0,16 18 0,-17-16 0,1-1 0,17 14 0,-19-19 0,-1 0 0,-1 1 0,0 1 0,21 24 0,-28-28 0,0-1 0,0 1 0,-1 0 0,0 0 0,-1 0 0,0 0 0,0 1 0,-1 0 0,0-1 0,2 18 0,-1 19 0,-2 0 0,-6 54 0,5-95 0,-1 1 0,0-1 0,0 0 0,0 0 0,-1 0 0,0 0 0,1 0 0,-1 0 0,0-1 0,-1 1 0,-4 5 0,-2 1 0,0-2 0,-16 14 0,-10 8 0,5-2 0,-2-1 0,-1-2 0,-54 33 0,41-27 0,37-24 0,0 0 0,0-1 0,0 0 0,-1 0 0,0-1 0,0 0 0,-1-1 0,1 0 0,-21 4 0,24-8 0,0 1 0,0 0 0,0 0 0,0 1 0,0 0 0,0 0 0,1 1 0,-1 0 0,1 0 0,-1 1 0,1-1 0,0 1 0,-7 7 0,7-5-195,-1 0 0,0 0 0,0-1 0,-1 0 0,1 0 0,-15 6 0,0-4-6631</inkml:trace>
</inkml:ink>
</file>

<file path=ppt/ink/ink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1:31.3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1 132 24575,'9'-1'0,"1"-1"0,-1 0 0,1 0 0,-1-1 0,0 0 0,0 0 0,0-1 0,10-6 0,-7 4 0,0 1 0,1 0 0,21-6 0,13 6 0,-40 5 0,1 0 0,-1-1 0,0 0 0,0 0 0,0 0 0,1-1 0,-1 0 0,-1 0 0,1-1 0,11-6 0,-8 3 0,1-1 0,0 2 0,0 0 0,0 0 0,0 1 0,1 0 0,0 1 0,0 0 0,0 1 0,0 0 0,0 1 0,0 1 0,14 0 0,-7 0 0,-1 1 0,0 0 0,0 2 0,0 0 0,22 6 0,-35-7 0,0-1 0,0 1 0,0 0 0,0 1 0,0-1 0,0 1 0,-1 0 0,1 0 0,-1 0 0,0 0 0,0 1 0,0 0 0,-1 0 0,1 0 0,-1 0 0,0 1 0,0-1 0,0 1 0,-1-1 0,1 1 0,-1 0 0,2 7 0,30 173 0,-31-173 0,0 1 0,1-1 0,0 0 0,12 21 0,-10-21 0,0 0 0,-1 0 0,-1 0 0,5 22 0,-4 13 0,-2 1 0,-5 78 0,-1-33 0,4-67 0,-1-10 0,0-1 0,-4 29 0,3-39 0,0 0 0,-1 0 0,1 0 0,-1 0 0,0-1 0,-1 1 0,1 0 0,-1-1 0,0 1 0,0-1 0,0 0 0,-5 5 0,-6 5 0,0 0 0,-1 0 0,0-2 0,-1 1 0,-1-2 0,0 0 0,-33 15 0,14-14 0,-40 10 0,152-20 0,-67-2 0,1-1 0,0 1 0,0 0 0,1 0 0,-1 1 0,0 1 0,0 0 0,0 0 0,0 1 0,13 5 0,-2 2 0,0-1 0,1-1 0,1-2 0,31 7 0,-41-11 0,0 2 0,0-1 0,0 1 0,-1 1 0,0 1 0,1-1 0,-2 2 0,1 0 0,11 9 0,-19-13 0,-1 0 0,1 0 0,-1 1 0,1-1 0,-1 1 0,0 0 0,-1 0 0,1 0 0,-1 0 0,1 1 0,-1-1 0,0 1 0,-1-1 0,1 1 0,-1 0 0,0 0 0,0-1 0,-1 1 0,1 0 0,-1 0 0,0 0 0,0 0 0,-1 0 0,0 0 0,1-1 0,-2 1 0,-1 6 0,-12 28 0,-35 65 0,47-99 0,0 0 0,-1-1 0,0 1 0,0-1 0,0 0 0,0 0 0,0 0 0,-1-1 0,0 1 0,-6 2 0,5-2 0,1-1 0,0 1 0,0-1 0,0 1 0,0 1 0,1-1 0,0 1 0,-7 8 0,6-3 0,-1-1 0,-1 0 0,0 0 0,0 0 0,-1-1 0,0 0 0,0-1 0,-1 1 0,0-1 0,0-1 0,-1 0 0,-10 5 0,10-5 0,1 0 0,-1 1 0,1 0 0,-9 10 0,8-8 0,0-1 0,0 0 0,-12 7 0,17-12-73,-9 6-142,0-2 0,-1 1-1,0-2 1,0 0-1,-16 4 1,7-6-6611</inkml:trace>
</inkml:ink>
</file>

<file path=ppt/ink/ink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2:13.2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67 0 24575,'-2'1'0,"1"-1"0,-1 1 0,1 0 0,-1-1 0,1 1 0,0 0 0,-1 0 0,1 0 0,0 0 0,-1 0 0,1 0 0,0 0 0,0 1 0,0-1 0,0 0 0,0 0 0,-1 3 0,-15 26 0,17-28 0,-5 9 0,0 0 0,2 0 0,-1 1 0,2-1 0,-1 1 0,-1 24 0,5 76 0,1-60 0,-1 488 0,-1-524 0,1 0 0,1 0 0,0-1 0,1 1 0,0-1 0,2 0 0,0 0 0,8 18 0,-3-17 0,1-1 0,0-1 0,17 18 0,-13-15 0,20 28 0,67 97 0,-84-117 0,35 34 0,-31-36 0,25 34 0,-35-42 0,1 0 0,1-1 0,0-1 0,23 17 0,19 18 0,-28-21 0,-7-6 0,0-1 0,44 32 0,-44-38 0,-10-6 0,0-1 0,1 0 0,0 0 0,22 8 0,-20-10 0,-1 2 0,0-1 0,-1 2 0,0 0 0,23 18 0,-24-16 0,1-1 0,0 0 0,1-1 0,-1-1 0,26 11 0,-12-8 0,-1 2 0,27 15 0,-30-14 0,0-1 0,47 16 0,-63-26 0,4 0 0,-1 1 0,0 0 0,0 0 0,0 1 0,-1 0 0,1 1 0,-1 0 0,0 0 0,9 8 0,-4-2 0,1 0 0,1-1 0,-1-1 0,1 0 0,1-1 0,0 0 0,17 5 0,6 3 0,-25-8 0,0 0 0,-1 0 0,0 1 0,20 19 0,13 10 0,113 67 0,-144-94 13,0 1 0,-1 0 0,13 15 0,5 4-1430,-10-12-5409</inkml:trace>
</inkml:ink>
</file>

<file path=ppt/ink/ink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2:14.5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24575,'7'6'0,"0"0"0,1-1 0,-1 1 0,1-1 0,1-1 0,-1 0 0,1 0 0,-1-1 0,16 4 0,-15-4 0,0 0 0,1 0 0,-1 1 0,0 0 0,-1 1 0,1 0 0,-1 0 0,13 11 0,5 13 0,-20-21 0,1-1 0,0 0 0,1 0 0,-1 0 0,14 8 0,-8-6 0,-1 0 0,1 0 0,-2 1 0,1 1 0,-1 0 0,-1 1 0,0 0 0,-1 0 0,0 1 0,8 16 0,-4-9 0,0-1 0,27 30 0,-23-30 0,27 41 0,-16-7 0,-19-35 0,1 0 0,1 0 0,18 23 0,-19-29 0,0 0 0,-1 1 0,-1 0 0,0 0 0,-1 1 0,0 0 0,-1 0 0,7 25 0,-13-36 0,1-1 0,-1 1 0,-1 0 0,1-1 0,0 1 0,0 0 0,-1-1 0,0 1 0,1-1 0,-1 1 0,0-1 0,0 1 0,-1-1 0,1 0 0,0 0 0,-1 1 0,1-1 0,-1 0 0,0 0 0,0 0 0,0-1 0,0 1 0,0 0 0,0-1 0,-3 2 0,-6 5 0,-1-1 0,-1-1 0,-18 7 0,25-10 0,-11 3 0,-1-1 0,-18 3 0,20-4 0,0 0 0,1 0 0,-20 9 0,9 0-120,6-3-87,0 0-1,-1-2 1,0 0-1,0-1 0,-31 6 1,27-11-6619</inkml:trace>
</inkml:ink>
</file>

<file path=ppt/ink/ink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06.2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1402 2 24575,'-81'-1'0,"-91"3"0,144 2 0,-41 11 0,34-7 0,31-6 0,0-1 0,0 1 0,0-1 0,1 1 0,-1 0 0,0 0 0,1 1 0,0-1 0,0 1 0,0 0 0,0 0 0,0 0 0,0 0 0,1 0 0,-5 7 0,5-6 0,-1 0 0,0 0 0,-1 0 0,1 0 0,0-1 0,-1 1 0,0-1 0,0 0 0,0 0 0,-8 4 0,-7 1 0,-1 0 0,0-2 0,0 0 0,0-1 0,-30 4 0,35-7 0,0 1 0,1 0 0,0 1 0,0 1 0,0 0 0,0 1 0,1 0 0,0 1 0,0 1 0,1 0 0,-15 13 0,10-10 0,1-1 0,-1 0 0,-30 11 0,-6 4 0,17-8 0,19-9 0,0 0 0,-16 12 0,3-1 0,23-16 0,1 1 0,0 0 0,-1 0 0,1 1 0,1-1 0,-1 1 0,1 1 0,0-1 0,0 1 0,0 0 0,-4 8 0,3-3 0,2-4 0,1 0 0,-2 1 0,1-1 0,-1-1 0,0 1 0,0-1 0,-10 10 0,-2-4 0,2 1 0,-1 1 0,2 1 0,0 0 0,1 1 0,0 0 0,-19 34 0,25-37 0,1 0 0,0 1 0,1-1 0,0 1 0,1 0 0,1 0 0,1 1 0,-2 23 0,1 34 0,8 79 0,-4-145 6,0 0-1,1 0 1,-1 0 0,2 0-1,-1 0 1,1-1-1,-1 1 1,1-1 0,1 1-1,-1-1 1,1 0-1,0 0 1,0-1 0,1 1-1,9 7 1,5 3-260,2-1 1,36 19 0,-36-22-442,0 1-6131</inkml:trace>
</inkml:ink>
</file>

<file path=ppt/ink/ink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07.5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28 24575,'1'1'0,"0"-1"0,0 0 0,0 1 0,0-1 0,0 1 0,0-1 0,0 1 0,0-1 0,0 1 0,0 0 0,0-1 0,0 1 0,-1 0 0,1 0 0,0 0 0,0 0 0,0 1 0,15 22 0,-8-11 0,-2-7 0,-1 1 0,2-1 0,-1-1 0,9 7 0,18 15 0,-21-13 0,25 20 0,-31-30 0,1 1 0,-1-1 0,1-1 0,0 1 0,0-1 0,0-1 0,8 3 0,5 2 0,-1 0 0,21 12 0,12 4 0,-48-21 0,1 1 0,-1-1 0,0 0 0,0 1 0,6 5 0,10 7 0,-20-15 0,1 0 0,-1 0 0,0 0 0,1 0 0,-1 0 0,0 0 0,0 0 0,1 1 0,-1-1 0,0 0 0,1 0 0,-1-1 0,0 1 0,0 0 0,1 0 0,-1 0 0,0 0 0,1 0 0,-1 0 0,0 0 0,0 0 0,1-1 0,-1 1 0,0 0 0,0 0 0,1 0 0,-1 0 0,0-1 0,0 1 0,0 0 0,1 0 0,-1-1 0,0 1 0,0 0 0,0 0 0,0-1 0,0 1 0,1 0 0,-1-1 0,0 1 0,0 0 0,0 0 0,0-1 0,0 1 0,0 0 0,0-1 0,0 1 0,0 0 0,0-1 0,1-18 0,-1 17 0,-5-251-1365,5 225-5461</inkml:trace>
</inkml:ink>
</file>

<file path=ppt/ink/ink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09.0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1209 24575,'510'0'0,"-502"0"0,1 0 0,-1-1 0,1 0 0,-1-1 0,0 0 0,0 0 0,1-1 0,-2 0 0,1 0 0,10-6 0,-6 1 0,0-1 0,0 0 0,-1 0 0,0-1 0,10-13 0,3-3 0,-10 13 0,-2-1 0,0-1 0,20-29 0,-23 29 0,1 0 0,18-20 0,5-6 0,-29 35 0,-1-2 0,1 1 0,-1 0 0,0-1 0,-1 1 0,0-1 0,0 0 0,-1 0 0,0 0 0,1-12 0,-2 13 0,0 0 0,1 0 0,-1 0 0,2 1 0,-1-1 0,1 0 0,0 1 0,0-1 0,1 1 0,0 0 0,0-1 0,1 1 0,6-9 0,-2 6 0,-3 5 0,0-1 0,0 0 0,-1 0 0,1 0 0,-1-1 0,-1 0 0,1 0 0,-1 0 0,0 0 0,0 0 0,-1 0 0,0-1 0,2-10 0,1-8 0,1-1 0,1 1 0,18-46 0,-19 57 0,-2 0 0,0 0 0,0 0 0,-1-1 0,1-28 0,-5-78 0,-1 61 0,3 33 0,-1 15 0,1-1 0,-2 1 0,0 0 0,-4-24 0,4 33 0,0 1 0,1-1 0,-1 1 0,-1-1 0,1 1 0,0-1 0,0 1 0,-1 0 0,1 0 0,-1 0 0,0 0 0,0 0 0,0 0 0,0 0 0,0 1 0,0-1 0,0 0 0,0 1 0,-1 0 0,1 0 0,-1 0 0,1 0 0,-1 0 0,1 0 0,-1 0 0,1 1 0,-1-1 0,-3 1 0,3 0 0,0 0 0,-1 0 0,1 1 0,0 0 0,0-1 0,0 1 0,-1 0 0,1 0 0,0 1 0,0-1 0,1 0 0,-1 1 0,0 0 0,0 0 0,1 0 0,-4 3 0,-5 5 0,0 1 0,-11 15 0,8-9 0,-50 62 63,-29 31-1491,74-90-5398</inkml:trace>
</inkml:ink>
</file>

<file path=ppt/ink/ink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09.5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24575,'14'0'0,"0"0"0,0 1 0,0 1 0,-1 0 0,18 5 0,-25-5 0,0 1 0,0-1 0,0 1 0,0 1 0,0-1 0,-1 1 0,1 0 0,-1 0 0,0 0 0,0 1 0,-1 0 0,0 0 0,5 6 0,5 11 0,0 1 0,-1 0 0,10 29 0,-14-35 0,-1-1 0,19 26 0,-17-29 0,-1 0 0,-1 1 0,0 0 0,5 16 0,7 32-1365,-10-35-5461</inkml:trace>
</inkml:ink>
</file>

<file path=ppt/ink/ink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16.6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2 349 24575,'0'-28'0,"-1"11"0,1 0 0,0 0 0,1 0 0,1 0 0,1 1 0,0-1 0,1 0 0,10-23 0,-2 10 0,-6 14 0,1 1 0,15-26 0,-20 37 0,0 1 0,1 0 0,-1 0 0,1 0 0,0 0 0,0 0 0,0 1 0,0-1 0,0 1 0,0 0 0,1 0 0,-1 0 0,1 0 0,-1 1 0,1-1 0,7-1 0,-8 3 0,0 0 0,0 0 0,0 0 0,0 1 0,0-1 0,0 1 0,0 0 0,0-1 0,0 1 0,0 1 0,0-1 0,-1 0 0,1 1 0,0-1 0,-1 1 0,1 0 0,-1 0 0,0 0 0,0 0 0,0 0 0,0 1 0,0-1 0,0 0 0,0 1 0,-1 0 0,2 3 0,5 8 0,-1 0 0,0 1 0,6 23 0,20 78 0,15 87 0,-34-148 0,-9-37 0,0 1 0,2 21 0,-4-22 0,1 1 0,0-1 0,2-1 0,8 22 0,-6-21 0,-2 1 0,0-1 0,6 34 0,-9-11-682,-2 44-1,-2-57-6143</inkml:trace>
</inkml:ink>
</file>

<file path=ppt/ink/ink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34.8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24575,'5'-1'0,"1"1"0,-1 0 0,0 0 0,1 1 0,-1-1 0,0 1 0,1 0 0,-1 1 0,0-1 0,0 1 0,0 0 0,0 0 0,0 1 0,0-1 0,-1 1 0,1 0 0,-1 1 0,0-1 0,4 5 0,2 0 0,0 1 0,0-2 0,1 0 0,-1 0 0,2-1 0,-1 0 0,1-1 0,-1 0 0,19 4 0,4 3 0,-24-7 0,1 0 0,-2 1 0,16 10 0,12 7 0,-25-17 0,24 13 0,35 25 0,-61-37 0,1 2 0,-1-1 0,0 1 0,-1 1 0,0-1 0,-1 2 0,10 14 0,58 108 0,-65-113 0,-1 1 0,-2 0 0,1 0 0,-2 1 0,-1 0 0,-1 0 0,4 33 0,13 43 0,-21-94 0,2 3 0,1 1 0,-1-1 0,1 0 0,0 0 0,1 0 0,0-1 0,5 7 0,17 23 0,-14-12 0,-2 0 0,0 1 0,-1 0 0,-2 1 0,7 33 0,19 57 46,-17-64-1457,-11-31-5415</inkml:trace>
</inkml:ink>
</file>

<file path=ppt/ink/ink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36.0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91 24575,'4'1'0,"-1"0"0,1 0 0,-1 1 0,0-1 0,0 1 0,1-1 0,4 5 0,2 0 0,-4-3 0,-1 1 0,0 0 0,1 0 0,-2 0 0,1 1 0,-1 0 0,1 0 0,-1 0 0,3 6 0,31 54 0,-34-56 0,5 11 0,-1 0 0,9 34 0,-13-37 0,0-1 0,2 0 0,0 0 0,1-1 0,13 24 0,-7-19 0,-8-12 0,0 0 0,0 0 0,1-1 0,7 8 0,-11-13 0,-1-1 0,1 1 0,0-1 0,-1 0 0,1 1 0,0-1 0,0 0 0,0 0 0,0 0 0,0-1 0,0 1 0,1 0 0,-1-1 0,0 1 0,0-1 0,0 0 0,1 0 0,-1 0 0,0 0 0,0 0 0,0 0 0,4-1 0,-4 0 0,0 0 0,0 0 0,0 0 0,0 0 0,0-1 0,0 1 0,0-1 0,-1 1 0,1-1 0,0 0 0,-1 1 0,1-1 0,-1 0 0,0 0 0,1 0 0,-1 0 0,0 0 0,0 0 0,0-1 0,-1 1 0,1 0 0,0 0 0,-1-4 0,3-7 0,-1 0 0,-1-25 0,0 33 0,-3-219 133,-1 60-1631,3 137-5328</inkml:trace>
</inkml:ink>
</file>

<file path=ppt/ink/ink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42.7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262 1675 24575,'5'0'0,"0"-1"0,0 0 0,0 0 0,0 0 0,0 0 0,0-1 0,-1 0 0,1 0 0,0 0 0,-1 0 0,1-1 0,-1 0 0,0 0 0,0 0 0,0 0 0,0-1 0,-1 1 0,1-1 0,3-5 0,5-9 0,0-1 0,-1 0 0,11-25 0,-4 7 0,-8 19 0,39-82 0,-43 85 0,-1 0 0,0 0 0,-1-1 0,-1 1 0,1-17 0,-2 20 0,0 0 0,0 0 0,1 0 0,1 0 0,0 1 0,1 0 0,8-16 0,-3 5 0,0-1 0,-2 0 0,-1-1 0,0 0 0,5-40 0,-7 10 0,-2-81 0,-2 45 0,-4-72 0,1 146 0,0 1 0,-1 0 0,0 0 0,-1 0 0,-1 0 0,0 1 0,-1 0 0,-1 0 0,-12-20 0,4 12 0,-15-31 0,-8-11 0,33 57 0,-2 0 0,1 1 0,-1-1 0,0 2 0,0-1 0,0 1 0,-9-5 0,-21-16 0,29 19 0,1 0 0,-2 1 0,1 0 0,-1 0 0,0 1 0,0 0 0,-1 1 0,1 0 0,-1 0 0,-15-3 0,1 2 0,13 4 0,0-1 0,0-1 0,0 1 0,1-2 0,-1 0 0,1 0 0,0-1 0,0 0 0,-9-7 0,13 7 0,-1-1 0,0 1 0,0 1 0,0-1 0,-15-5 0,21 9 0,-1 0 0,1 1 0,-1-1 0,1 1 0,-1 0 0,0-1 0,1 1 0,-1 0 0,1 0 0,-1 0 0,1 0 0,-1 0 0,0 1 0,1-1 0,-1 0 0,1 1 0,-1-1 0,1 1 0,-1 0 0,1-1 0,0 1 0,-1 0 0,1 0 0,0 0 0,-1 0 0,1 0 0,0 0 0,0 0 0,0 0 0,0 0 0,0 1 0,0-1 0,0 0 0,0 1 0,1-1 0,-1 1 0,1-1 0,-2 3 0,-1 6 0,0 0 0,1 0 0,0 0 0,0 1 0,0 18 0,5 58 0,0-35 0,-2-42 0,0 0 0,0 1 0,1-1 0,1 0 0,-1 1 0,2-1 0,-1-1 0,2 1 0,-1 0 0,9 12 0,6 15 0,7 14 0,-20-41 2,0 1-1,7 18 0,11 19 57,-22-45-188,0 0 0,0 0 1,1 0-1,0 0 0,-1 0 1,1 0-1,0-1 0,0 1 0,1-1 1,5 4-1,11 2-6696</inkml:trace>
</inkml:ink>
</file>

<file path=ppt/ink/ink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43.7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98 24575,'0'0'0,"1"-1"0,-1 0 0,0 0 0,0 0 0,1 0 0,-1 0 0,1 0 0,-1 0 0,1 1 0,-1-1 0,1 0 0,-1 0 0,1 1 0,0-1 0,-1 0 0,1 1 0,0-1 0,0 0 0,0 1 0,-1-1 0,1 1 0,2-1 0,25-10 0,-14 6 0,16-7 0,1 2 0,56-11 0,-58 14 0,14 0 0,0 3 0,0 1 0,80 5 0,-36 0 0,-62-1 0,-1 0 0,0 2 0,1 1 0,-1 1 0,-1 1 0,42 17 0,-42-15-1365,-2-2-5461</inkml:trace>
</inkml:ink>
</file>

<file path=ppt/ink/ink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46.1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1 448 24575,'-1'-48'0,"3"-58"0,-1 100 0,1 0 0,-1 0 0,1 0 0,0 0 0,1 1 0,-1-1 0,1 1 0,0-1 0,7-7 0,-5 6 0,-1 0 0,0-1 0,0 0 0,4-8 0,-2-4 0,-1 1 0,2 0 0,0 1 0,1-1 0,15-24 0,-20 39 0,0 0 0,-1 1 0,1-1 0,1 1 0,-1 0 0,1 0 0,-1 0 0,1 0 0,0 0 0,6-3 0,-7 5 0,1 0 0,-1 0 0,0 0 0,0 1 0,1-1 0,-1 1 0,1-1 0,-1 1 0,0 0 0,1 1 0,-1-1 0,0 1 0,1-1 0,-1 1 0,0 0 0,4 2 0,-3-1 0,0 0 0,0 0 0,-1 1 0,0-1 0,1 1 0,-1 0 0,0 0 0,0 0 0,-1 1 0,1-1 0,0 0 0,-1 1 0,0 0 0,0 0 0,2 5 0,1 3 0,-1-1 0,0 1 0,-1 0 0,2 14 0,-2-12 0,0 0 0,1-1 0,1 1 0,10 19 0,3 11 0,-13-28 0,0 1 0,-1-1 0,-1 1 0,2 35 0,-7 71 0,0-53 0,1 533-1365,1-576-5461</inkml:trace>
</inkml:ink>
</file>

<file path=ppt/ink/ink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52.1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1427 2485 24575,'3'0'0,"0"0"0,0-1 0,0 1 0,0-1 0,0 0 0,0 0 0,0 0 0,0-1 0,0 1 0,-1-1 0,1 1 0,0-1 0,-1 0 0,0 0 0,1 0 0,-1 0 0,0-1 0,4-4 0,3-5 0,-1-2 0,12-23 0,-4 8 0,24-49 0,-28 53 0,1-1 0,23-32 0,-28 46 0,-1-1 0,-1 0 0,0 0 0,-1-1 0,0 1 0,-1-1 0,-1 0 0,3-22 0,-1 12 0,12-41 0,-7 37 0,2-1 0,0 1 0,2 1 0,19-28 0,-21 37 0,-1-1 0,-1-1 0,0 0 0,-2 0 0,0-1 0,-2 0 0,0 0 0,-1-1 0,-1 0 0,-1 1 0,-1-1 0,-2-41 0,-3-255 0,3 307 0,0-1 0,-1 1 0,0-1 0,-1 1 0,-6-19 0,7 25 0,-1 1 0,0-1 0,0 1 0,-1-1 0,1 1 0,-1 0 0,0 0 0,0 0 0,0 1 0,-1-1 0,1 1 0,-1-1 0,0 1 0,0 1 0,-7-5 0,-1 0 0,6 5 0,0-1 0,1 1 0,-1-2 0,1 1 0,0 0 0,0-1 0,0 0 0,0 0 0,1-1 0,-1 1 0,1-1 0,1 0 0,-1 0 0,-5-10 0,7 10 0,-1 0 0,0 1 0,0-1 0,-1 0 0,1 1 0,-1 0 0,0 0 0,0 0 0,-6-4 0,-4-1 0,-26-14 0,29 17 0,0 0 0,0 0 0,1-1 0,0 0 0,-10-10 0,-1-5 0,17 16 0,-1 0 0,0 1 0,0 0 0,0 0 0,-1 0 0,1 1 0,-1-1 0,0 1 0,-1 1 0,1-1 0,-12-3 0,10 5 0,0-1 0,0 1 0,0-1 0,1-1 0,-1 1 0,1-1 0,-1 0 0,2-1 0,-1 0 0,0 0 0,1-1 0,-6-5 0,3 2 0,-1 1 0,1 1 0,-1-1 0,-18-8 0,17 10 0,1-1 0,0 0 0,0 0 0,-12-12 0,6 5 0,0 1 0,-1 1 0,0 0 0,-1 1 0,-1 0 0,-33-12 0,28 12 0,-1-1 0,1-1 0,-27-20 0,43 27 0,0 1 0,0 1 0,-1-1 0,0 1 0,0 1 0,0 0 0,-13-3 0,-33-13 0,50 16 0,0 0 0,1 0 0,-1-1 0,1 1 0,-1-1 0,1 0 0,-4-5 0,5 5 0,0 0 0,-1 0 0,0 1 0,0-1 0,0 1 0,0 0 0,-1 0 0,1 0 0,-8-3 0,-22-4 0,24 7 0,0 0 0,0 0 0,1 0 0,-1-2 0,1 1 0,0-1 0,0 0 0,-14-12 0,16 10 0,0-1 0,0 1 0,-1 1 0,0 0 0,-1 0 0,1 0 0,-1 1 0,0 0 0,0 1 0,-1 0 0,1 0 0,-1 1 0,0 1 0,-11-3 0,-32-4 0,1-3 0,0-2 0,-68-27 0,84 28 0,25 10 0,0 0 0,0-2 0,0 1 0,0-2 0,-10-6 0,18 11 0,1-1 0,0 1 0,-1-1 0,1 1 0,-1 0 0,1 0 0,-1 0 0,0 0 0,0 1 0,1-1 0,-1 1 0,-4-1 0,6 1 0,0 0 0,1 0 0,-1 1 0,0-1 0,1 0 0,-1 0 0,0 0 0,1 1 0,-1-1 0,1 0 0,-1 1 0,0-1 0,1 0 0,-1 1 0,1-1 0,-1 1 0,1-1 0,-1 1 0,1-1 0,0 1 0,-1 0 0,0 1 0,1 0 0,-1-1 0,1 1 0,-1-1 0,1 1 0,0 0 0,0-1 0,0 1 0,0 0 0,0-1 0,0 1 0,1 3 0,2 3 0,0 1 0,0-1 0,1 0 0,0 0 0,1 0 0,-1 0 0,1-1 0,7 7 0,9 16 0,75 111 0,-79-105 0,-15-30 0,0 0 0,0 0 0,1-1 0,0 1 0,0-1 0,1 0 0,0 0 0,5 6 0,23 18 0,26 26 0,-53-49 0,0 0 0,0 0 0,-1 1 0,1 0 0,-2-1 0,1 2 0,4 11 0,-4-5 0,-2-7 0,0 0 0,1 0 0,-1-1 0,1 1 0,0-1 0,8 11 0,13 24 61,-21-34-265,0 0 0,0-1 1,1 1-1,0-1 0,1 0 1,9 10-1,2-4-6622</inkml:trace>
</inkml:ink>
</file>

<file path=ppt/ink/ink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52.9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0 349 24575,'0'-3'0,"0"0"0,1-1 0,-1 1 0,1 0 0,-1 0 0,1 0 0,0 0 0,0 0 0,0 0 0,1 0 0,-1 0 0,1 0 0,-1 1 0,1-1 0,0 0 0,0 1 0,0 0 0,1-1 0,-1 1 0,0 0 0,1 0 0,0 0 0,3-2 0,5-1 0,1 0 0,0 0 0,0 1 0,20-4 0,0-1 0,50-11 0,-63 17 0,-1-1 0,1 0 0,-1-2 0,0 0 0,28-15 0,-33 13 0,1 0 0,1 1 0,-1 0 0,1 1 0,0 0 0,0 2 0,24-5 0,-25 7 0,-1-1 0,1-1 0,0 0 0,-1-1 0,0 0 0,0-1 0,0-1 0,14-9 0,-16 9 0,0 2 0,1-1 0,0 1 0,0 1 0,0 0 0,1 1 0,17-3 0,4 3 0,48 1 0,0 0 0,-54-1 67,31-7 0,12-2-1566,-44 9-5327</inkml:trace>
</inkml:ink>
</file>

<file path=ppt/ink/ink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55.0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35 24575,'2'-1'0,"1"1"0,-1-1 0,1 0 0,-1 1 0,1-1 0,-1 0 0,0-1 0,4-1 0,13-6 0,1 4 0,0 1 0,1 1 0,32-1 0,66 6 0,-45 0 0,-60-2 0,0 1 0,0 0 0,-1 1 0,27 7 0,-33-7 0,-1 0 0,0 1 0,0-1 0,-1 1 0,1 1 0,0-1 0,-1 1 0,0 0 0,0 0 0,0 1 0,0-1 0,6 9 0,-5-4 0,10 13 0,14 26 0,-25-40 0,-1 1 0,0 0 0,-1 0 0,1 0 0,-2 0 0,3 18 0,10 59 0,-8-53 0,-2 0 0,1 35 0,-6 278 0,-1-151 0,1-188 0,0 0 0,0 0 0,-1 0 0,0 0 0,-3 9 0,3-13 0,0 0 0,0 0 0,-1-1 0,1 1 0,-1 0 0,0-1 0,1 1 0,-1-1 0,0 1 0,-1-1 0,1 0 0,0 0 0,-1 0 0,-3 2 0,1-1 0,0 0 0,0 1 0,1 0 0,0-1 0,-8 9 0,12-11 0,-1 0 0,1-1 0,-1 1 0,1 0 0,-1 0 0,1 0 0,0-1 0,-1 1 0,1 0 0,0 0 0,0 0 0,-1 0 0,1 0 0,0 0 0,0-1 0,0 1 0,0 0 0,1 2 0,-1-2 0,1 0 0,-1 0 0,1 0 0,-1-1 0,1 1 0,0 0 0,0 0 0,-1 0 0,1-1 0,0 1 0,0 0 0,0-1 0,0 1 0,0 0 0,0-1 0,0 0 0,0 1 0,0-1 0,2 1 0,16 3 0,1 0 0,0-2 0,-1 0 0,1-1 0,0-1 0,26-3 0,7 0 0,75 2-1365,-100 1-5461</inkml:trace>
</inkml:ink>
</file>

<file path=ppt/ink/ink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4:02.0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 2035 24575,'-1'-3'0,"1"1"0,-1-1 0,0 1 0,1-1 0,-1 1 0,0 0 0,-1-1 0,-2-3 0,-5-13 0,3-10 0,1 0 0,2-1 0,1 1 0,1-1 0,3-38 0,0 8 0,-2-258 0,1 309 0,-1-1 0,1 0 0,1 1 0,0-1 0,0 1 0,1-1 0,0 1 0,0 0 0,1 0 0,7-11 0,-6 9 0,0 0 0,0-1 0,-2 1 0,1-1 0,-1 0 0,2-21 0,-3-71 0,-1 13 0,2 70 0,9-37 0,-7 38 0,-1 0 0,2-22 0,-6 33 0,1 0 0,0 0 0,1 0 0,-1 0 0,2 0 0,-1 0 0,1 1 0,1-1 0,-1 1 0,2 0 0,-1 0 0,1 0 0,6-7 0,-3 3 0,1 0 0,12-24 0,-18 29 0,0 0 0,0 0 0,1 1 0,1-1 0,-1 1 0,1 0 0,0 0 0,0 0 0,1 1 0,-1 0 0,1 0 0,0 0 0,14-7 0,6-2 0,-1-1 0,0-1 0,24-21 0,35-22 0,-67 49 0,2 1 0,20-7 0,-18 8 0,26-14 0,-26 8 0,-1 0 0,24-21 0,-26 19 0,38-24 0,-48 35 0,0 1 0,1 0 0,-1 0 0,1 1 0,0 0 0,0 1 0,0 0 0,14-2 0,35 3 0,-38 1 0,33-5 0,-46 4 0,0 0 0,0-1 0,0 0 0,0-1 0,0 0 0,0 0 0,-1 0 0,8-5 0,7-8 0,-10 9 0,0-1 0,0 1 0,0 1 0,15-6 0,-2 2 0,134-46 0,-128 47 0,-9 2 0,0 1 0,0 1 0,1 1 0,24-2 0,306 5 0,-164 3 0,1239-2-1365,-1400 0-5461</inkml:trace>
</inkml:ink>
</file>

<file path=ppt/ink/ink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4:02.8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24575,'8'0'0,"-1"0"0,0 1 0,0 0 0,0 0 0,1 0 0,-1 1 0,0 0 0,9 5 0,-6-2 0,0 1 0,0 1 0,0 0 0,11 10 0,-17-14 0,7 8 0,1-1 0,0-1 0,1 0 0,0-1 0,16 8 0,-6-6 0,0-2 0,26 7 0,-35-10 0,0 0 0,0 1 0,21 12 0,15 7 0,2 4 0,-43-23 0,1 0 0,0-1 0,0 0 0,0-1 0,13 4 0,-2-1 0,0 0 0,0 2 0,20 10 0,-27-13 0,0 0 0,1-2 0,0 0 0,28 4 0,-30-5 0,-8-2 0,-1 0 0,0 0 0,0 1 0,0-1 0,0 1 0,0 0 0,0 1 0,0-1 0,-1 1 0,1-1 0,-1 1 0,0 0 0,0 0 0,0 0 0,0 1 0,0-1 0,-1 1 0,1 0 0,-1-1 0,0 1 0,0 0 0,-1 0 0,3 8 0,1 8 0,0 0 0,-1 0 0,1 38 0,-2-30 0,-1-16 0,0 0 0,1 0 0,1 0 0,0-1 0,1 1 0,0-1 0,1 0 0,8 12 0,17 35 0,-27-46 0,0 1 0,0-1 0,-1 1 0,-1 0 0,0 0 0,0 14 0,-2 2 0,-4 47 0,3-68 0,1-1 0,-2 1 0,1-1 0,-1 0 0,0 0 0,-1 1 0,1-2 0,-1 1 0,-1 0 0,1 0 0,-1-1 0,-1 0 0,1 0 0,-1 0 0,0-1 0,0 1 0,-12 8 0,1-2 0,0 0 0,0-2 0,-2 0 0,1-1 0,-1 0 0,0-2 0,-1 0 0,0-1 0,0-1 0,-24 3 0,16-1-1365,6 0-5461</inkml:trace>
</inkml:ink>
</file>

<file path=ppt/ink/ink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4:08.3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35 24575,'1'-1'0,"-1"-1"0,0 1 0,1 0 0,-1 0 0,0 0 0,1 0 0,-1 0 0,1 0 0,0 0 0,-1 1 0,1-1 0,0 0 0,0 0 0,-1 0 0,1 1 0,0-1 0,0 0 0,0 1 0,0-1 0,0 1 0,0-1 0,0 1 0,0-1 0,0 1 0,0 0 0,0-1 0,2 1 0,33-7 0,-32 7 0,45-4 0,-1 1 0,78 7 0,-121-3 0,0 0 0,0 0 0,0 1 0,0 0 0,-1-1 0,1 2 0,0-1 0,-1 0 0,1 1 0,-1 0 0,0 0 0,7 7 0,3 4 0,25 34 0,-7-10 0,-27-31 0,-1-1 0,0 0 0,0 1 0,0 0 0,-1 0 0,0 0 0,-1 0 0,1 1 0,-1-1 0,-1 1 0,1-1 0,0 13 0,0-6 0,-1-7 0,2 0 0,-1 1 0,1-2 0,0 1 0,0 0 0,1-1 0,0 1 0,0-1 0,10 11 0,-8-10 0,1 2 0,-2-1 0,1 1 0,6 14 0,-7-7 0,0 1 0,4 32 0,3 9 0,-7-34 0,-1-1 0,1 29 0,-1-11 0,-2-35 0,-1 0 0,1 0 0,0 0 0,0 0 0,1 0 0,0-1 0,0 0 0,6 10 0,-4-9 0,-1 1 0,1 1 0,-2-1 0,5 11 0,-4-2 0,0 0 0,-2 0 0,1 1 0,-1 19 0,-5 70 0,1-38 0,2-44 0,0-3 0,-1 0 0,-4 26 0,4-40 0,-1 0 0,1-1 0,-2 1 0,1 0 0,-1-1 0,0 1 0,0-1 0,-1 0 0,0 0 0,-7 9 0,6-10 0,0 1 0,-1-1 0,1 0 0,-1 0 0,0-1 0,-1 0 0,1 0 0,-1 0 0,1-1 0,-1 0 0,-8 2 0,1-1 0,0-1 0,1-1 0,-2-1 0,-27 0 0,24-1 0,6 0 0,-1 0 0,-20 3 0,29-2 0,0 0 0,0 0 0,0 0 0,0 0 0,0 1 0,0 0 0,0 0 0,0 0 0,1 0 0,-1 1 0,-4 4 0,7-6 0,0-1 0,1 0 0,-1 1 0,1-1 0,-1 1 0,1-1 0,-1 1 0,1-1 0,-1 1 0,1 0 0,0-1 0,-1 1 0,1-1 0,0 1 0,0 0 0,-1-1 0,1 1 0,0 0 0,0-1 0,0 1 0,0 0 0,0 0 0,0-1 0,0 1 0,0 0 0,0-1 0,0 2 0,1-1 0,-1-1 0,1 1 0,0 0 0,-1 0 0,1-1 0,0 1 0,0 0 0,0-1 0,0 1 0,-1-1 0,1 1 0,0-1 0,0 1 0,0-1 0,0 0 0,1 1 0,7 1 0,0-1 0,0 0 0,11 0 0,-18-1 0,18-1 0,0 0 0,-1-2 0,1 0 0,29-10 0,-8 3 0,7-3 0,-27 7 0,0 1 0,0 1 0,26-2 0,-23 4 0,47-12 0,-46 9 0,45-6 0,100 10 0,-163 2 0,-12-2 0,-45 0 0,-1 2 0,-86 13 0,99-6-682,-52 3-1,63-10-6143</inkml:trace>
</inkml:ink>
</file>

<file path=ppt/ink/ink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4:12.3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69 582 24575,'-1'-7'0,"0"0"0,0 0 0,-1 1 0,1-1 0,-2 1 0,1-1 0,-1 1 0,0 0 0,0 0 0,-5-7 0,3 4 0,0 0 0,0 0 0,-5-17 0,5 5 0,1 1 0,1-1 0,0-32 0,5-67 0,1 39 0,-3 68 0,-1 4 0,1-1 0,1 1 0,0 0 0,0 0 0,5-18 0,-5 25 0,0-1 0,0 1 0,0-1 0,1 1 0,0-1 0,-1 1 0,1 0 0,0 0 0,0 0 0,0 0 0,0 0 0,1 0 0,-1 0 0,0 1 0,1-1 0,-1 1 0,1 0 0,0-1 0,-1 1 0,1 1 0,0-1 0,-1 0 0,6 0 0,23-3 0,0 2 0,1 2 0,48 4 0,2 0 0,-31-5 0,-28 0 0,1 0 0,-1 2 0,29 4 0,-46-4 0,-1 0 0,1 1 0,-1-1 0,1 1 0,-1 0 0,0 1 0,0-1 0,0 1 0,0 0 0,0 0 0,-1 0 0,1 1 0,-1 0 0,0 0 0,0 0 0,0 0 0,0 1 0,3 5 0,29 63 0,-17-34 0,-14-28-227,-1 0-1,0 0 1,-1 0-1,0 1 1,2 14-1,-2-1-6598</inkml:trace>
</inkml:ink>
</file>

<file path=ppt/ink/ink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4:18.1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24575,'3'3'0,"0"1"0,-1-1 0,0 0 0,0 1 0,0 0 0,0-1 0,0 1 0,-1 0 0,1 0 0,-1 0 0,1 6 0,10 25 0,9-3 0,-16-26 0,-1 1 0,0-1 0,0 1 0,0 0 0,0 1 0,-1-1 0,-1 1 0,4 13 0,0 19 0,6 30 0,-6-44 0,3 49 0,-5-36 0,-3-32 0,1 0 0,0 0 0,1-1 0,-1 1 0,1-1 0,0 0 0,1 0 0,-1 0 0,1 0 0,1-1 0,8 10 0,-7-9 0,-1 0 0,0 0 0,-1 1 0,1-1 0,-1 1 0,-1 0 0,1 0 0,-1 1 0,4 11 0,-3 5 0,-1-8 0,0-1 0,10 29 0,-12-41 0,1 1 0,-1-1 0,1 0 0,0 1 0,0-1 0,0 0 0,0 0 0,1-1 0,-1 1 0,1 0 0,-1-1 0,1 0 0,0 1 0,0-1 0,0 0 0,0-1 0,7 4 0,5-1 0,-1-2 0,1 1 0,0-1 0,0-1 0,0-1 0,0 0 0,15-3 0,-10 2 0,1 0 0,32 4 0,-46-2 0,0 0 0,0 1 0,0-1 0,-1 2 0,1-1 0,0 1 0,-1 0 0,0 0 0,0 1 0,0 0 0,8 7 0,21 20 0,-17-14 0,23 18 0,-33-30 0,-1 1 0,0 0 0,0 0 0,-1 1 0,0 0 0,0 0 0,-1 0 0,0 1 0,0 0 0,-1 0 0,7 15 0,-7-9 0,0 1 0,0 0 0,-1 0 0,-1 1 0,-1-1 0,0 19 0,-1 6 0,-4 112 0,3-146 0,0 0 0,-1 0 0,0-1 0,0 1 0,-1-1 0,0 1 0,0-1 0,0 0 0,0 0 0,-1 0 0,0-1 0,0 1 0,0-1 0,0 0 0,-1 0 0,-6 4 0,-2 1 0,0 0 0,-1 0 0,-1-1 0,-27 10 0,19-12-92,0-1-1,0-1 0,0-1 1,-1-1-1,1-1 0,-39-3 1,38 1-625,-3 0-6109</inkml:trace>
</inkml:ink>
</file>

<file path=ppt/ink/ink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4:18.9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1 100 24575,'0'-2'0,"1"1"0,-1-1 0,1 1 0,0-1 0,0 1 0,-1 0 0,1-1 0,0 1 0,0 0 0,0 0 0,1-1 0,-1 1 0,0 0 0,0 0 0,1 0 0,-1 1 0,2-2 0,26-15 0,-27 16 0,11-4 0,-1 0 0,2 1 0,-1 0 0,0 1 0,19-1 0,29-8 0,-34 5 0,1 2 0,-1 1 0,39-1 0,86 6 0,-56 1 0,634-2-1365,-703 0-5461</inkml:trace>
</inkml:ink>
</file>

<file path=ppt/ink/ink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09:26.0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0 131 24575,'82'1'0,"91"-3"0,-81-13 0,-62 9 0,41-4 0,19 8 0,-59 2 0,-1-1 0,1-1 0,-1-1 0,1-2 0,43-12 0,113-33 0,-171 46 0,26-3 0,-1 2 0,1 3 0,82 4 0,-36 0 0,261-2 0,-316 2 0,-1 1 0,49 12 0,-37-7 0,17 6 0,-32-7 0,40 5 0,65 9 0,-77-11 0,101 23 0,-132-28 0,-1 1 0,0 2 0,0 0 0,-1 2 0,-1 0 0,1 2 0,39 27 0,-49-29 0,1-1 0,-1-1 0,2 0 0,-1-1 0,25 8 0,-27-9 0,1 0 0,-1 0 0,-1 1 0,1 1 0,-1 0 0,-1 1 0,14 12 0,-9-7 0,0-1 0,31 18 0,-10-11 0,1-2 0,47 16 0,-76-32 0,0 1 0,-1 0 0,0 0 0,1 1 0,-1 0 0,-1 1 0,1 0 0,-1 0 0,0 0 0,0 1 0,11 12 0,2 5 0,1-1 0,1-1 0,1-1 0,1-1 0,0-1 0,2-1 0,34 18 0,-17-10 0,-2 2 0,41 35 0,-22-21 0,-38-27 0,31 25 0,-31-21 0,1-1 0,35 19 0,-37-24 0,0 1 0,0 1 0,31 29 0,-21-15 0,45 32 0,-9-3 0,3 3 0,-34-29 0,-29-24 0,-1-1 0,1 0 0,0-1 0,0 1 0,15 7 0,-14-8 0,0 0 0,0 0 0,-1 0 0,1 1 0,5 7 0,-5-5 0,1-1 0,17 13 0,0-6 0,-16-9 0,-1 0 0,0 0 0,-1 0 0,1 1 0,-1 1 0,0 0 0,11 12 0,-14-14-273,-1 1 0,1-1 0,0-1 0,8 7 0,3 0-6553</inkml:trace>
</inkml:ink>
</file>

<file path=ppt/ink/ink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09:27.3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203 0 24575,'12'0'0,"0"1"0,0 0 0,0 0 0,-1 1 0,1 0 0,13 6 0,-18-6 0,0 1 0,0 1 0,-1-1 0,1 1 0,-1 1 0,0-1 0,0 1 0,-1 0 0,0 0 0,0 1 0,5 6 0,8 8 0,1 0 0,34 28 0,-29-28 0,31 34 0,-51-48 0,0-1 0,0 1 0,0 0 0,-1 0 0,0 0 0,0 1 0,0-1 0,-1 1 0,2 9 0,-1 3 0,0 0 0,-1 20 0,0-9 0,-1-24 0,0 0 0,1 0 0,-1 0 0,1 0 0,1-1 0,-1 1 0,1-1 0,0 1 0,0-1 0,7 7 0,-6-6 0,-1-1 0,1 0 0,-1 1 0,0-1 0,0 1 0,-1 0 0,0 0 0,2 7 0,-4-12 0,0 1 0,0-1 0,0 0 0,0 1 0,0-1 0,0 0 0,-1 0 0,1 1 0,0-1 0,-1 0 0,1 0 0,-1 0 0,0 1 0,1-1 0,-1 0 0,0 0 0,0 0 0,1 0 0,-1 0 0,0 0 0,0-1 0,0 1 0,0 0 0,0 0 0,-1-1 0,1 1 0,0 0 0,0-1 0,0 1 0,0-1 0,-1 0 0,1 1 0,0-1 0,-1 0 0,-1 0 0,-7 2 0,0 0 0,0-1 0,-14-1 0,17 0 0,-224-4 0,210 2 0,-1 0 0,1-2 0,-29-7 0,2 0 0,40 9 10,1 0 0,-1-1 0,0 0 0,1 0-1,-1-1 1,1 0 0,-11-7 0,-1-4-308,-21-21 0,22 19-550,2 2-5978</inkml:trace>
</inkml:ink>
</file>

<file path=ppt/ink/ink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09:28.7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2352 2 24575,'-81'-2'0,"-92"5"0,155-1 0,0 2 0,0 0 0,1 1 0,-32 14 0,-25 7 0,31-13 0,-44 21 0,-34 11 0,107-42 0,-1 2 0,1 0 0,-1 1 0,1 0 0,1 1 0,-17 11 0,-61 37 0,60-37 0,-44 31 0,-12 9 0,3-2 0,74-49 0,0-1 0,0 0 0,-1-1 0,-13 5 0,11-5 0,1 0 0,0 1 0,-12 8 0,-85 56 0,78-47 0,-4 3 0,-32 31 0,53-45 0,0 0 0,-22 13 0,25-19 0,1 1 0,0 0 0,0 0 0,1 1 0,0 0 0,0 1 0,-13 18 0,10-11 0,0-1 0,-2 0 0,0-1 0,0 0 0,-1-1 0,-1-1 0,-28 18 0,28-19 0,0 1 0,2 1 0,-23 23 0,-8 8 0,18-21 0,15-14 0,0 1 0,0 0 0,1 1 0,0 1 0,1 0 0,0 0 0,-10 19 0,1 8 0,8-16 0,-22 35 0,27-50 0,-1 0 0,0 0 0,-9 7 0,11-11 0,0 1 0,-1 0 0,2 0 0,-1 1 0,1 0 0,-1-1 0,2 2 0,-1-1 0,-3 8 0,-2 10 0,1 1 0,1 0 0,1 0 0,1 1 0,-2 33 0,4-29 0,-1 1 0,-2-1 0,-12 40 0,9-40 0,1 1 0,2 0 0,-3 33 0,8-1-1365,1-35-5461</inkml:trace>
</inkml:ink>
</file>

<file path=ppt/ink/ink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09:29.7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24575,'0'447'0,"1"-437"0,0 0 0,0 0 0,1-1 0,0 1 0,0 0 0,1 0 0,1-1 0,-1 0 0,2 0 0,-1 0 0,1 0 0,12 15 0,5 12 0,-16-25 0,1 0 0,0 0 0,1-1 0,0 0 0,14 14 0,2-4 0,-5-4 0,25 27 0,-33-31 0,1 0 0,0-1 0,1 0 0,0-1 0,1-1 0,0 0 0,1-1 0,0 0 0,0-1 0,21 6 0,-27-9 0,0 0 0,-1 0 0,1 1 0,13 10 0,21 11 0,10 3 0,-37-19 0,1-1 0,20 8 0,-30-14 0,-1 1 0,1 0 0,-1-1 0,0 2 0,8 6 0,-8-7 0,-1 1 0,1-1 0,-1 0 0,1-1 0,1 1 0,11 4 0,-13-7 0,1 1 0,0-1 0,0 0 0,0 0 0,0-1 0,0 1 0,0-1 0,0-1 0,0 1 0,0-1 0,0 0 0,0 0 0,0-1 0,0 0 0,0 0 0,-1 0 0,1-1 0,8-5 0,-6 2 0,-1 1 0,-1-1 0,1 0 0,-1-1 0,0 1 0,-1-1 0,1-1 0,-1 1 0,-1-1 0,1 0 0,-1 0 0,3-11 0,13-50 0,-18 56 0,2-1 0,-1 1 0,2 0 0,-1 1 0,2-1 0,0 1 0,9-15 0,10-8 0,-2-2 0,22-45 0,-36 63 0,-1-2 0,0 1 0,-2-1 0,0 0 0,-2 0 0,3-28 0,-5 35 0,1 0 0,0 0 0,1 1 0,0-1 0,1 1 0,0 0 0,1 0 0,1 0 0,0 1 0,1 0 0,0 1 0,17-18 0,-22 25-151,2 0-1,-1 0 0,0 1 0,1 0 1,-1 0-1,1 0 0,0 1 1,5-3-1,13-2-6674</inkml:trace>
</inkml:ink>
</file>

<file path=ppt/ink/ink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09:30.9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130 0 24575,'-1'3'0,"0"0"0,1 0 0,-1 0 0,0 0 0,-1 0 0,1 0 0,-1 0 0,-1 2 0,-5 10 0,-81 216 0,84-214 0,0 0 0,2 0 0,0 0 0,-1 29 0,5 73 0,0-54 0,0 30-1365,-1-68-5461</inkml:trace>
</inkml:ink>
</file>

<file path=ppt/ink/ink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09:57.6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974 1 24575,'-318'0'0,"312"0"0,1 0 0,0 0 0,0 0 0,0 1 0,0 0 0,-1 0 0,1 0 0,0 0 0,0 1 0,1 0 0,-1 0 0,0 0 0,1 1 0,-1-1 0,1 1 0,0 0 0,0 1 0,0-1 0,0 1 0,0-1 0,1 1 0,0 0 0,0 1 0,0-1 0,0 0 0,-3 9 0,3-9 0,1 0 0,-1 0 0,1 0 0,-1 0 0,-1-1 0,1 1 0,0-1 0,-1 0 0,0 0 0,-5 4 0,-3 0 0,0-1 0,-16 6 0,21-9 0,0-1 0,1 1 0,-1 0 0,0 1 0,1-1 0,0 1 0,0 1 0,0-1 0,1 1 0,-1 0 0,1 0 0,-6 8 0,-3 11 0,10-15 0,-1 0 0,-13 16 0,-3 1 0,12-15 0,0-1 0,0 1 0,-19 15 0,22-22 0,1-1 0,0 2 0,1-1 0,-1 0 0,1 1 0,0 0 0,0 0 0,0 0 0,1 1 0,0-1 0,0 1 0,0 0 0,1 0 0,0 0 0,0 0 0,-2 9 0,0 0 0,-1 0 0,-1-1 0,-1 0 0,-14 24 0,13-25 0,1 0 0,0 0 0,1 1 0,0 0 0,-5 20 0,-3 27 0,7-36 0,1 1 0,-4 47 0,10 26 0,-1 23 0,0-117-2,0 1 0,-1-1 0,1 0 0,-1 0 0,0 1 0,-1-1 0,1 0 0,-1-1 0,0 1 0,-5 6 0,-6 10-1341,4-3-5483</inkml:trace>
</inkml:ink>
</file>

<file path=ppt/ink/ink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09:58.9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24575,'2'0'0,"0"0"0,0 1 0,0-1 0,0 1 0,0 0 0,0 0 0,0-1 0,0 1 0,0 0 0,-1 1 0,1-1 0,0 0 0,-1 0 0,1 1 0,-1-1 0,1 1 0,-1-1 0,0 1 0,0 0 0,2 2 0,0 1 0,0 0 0,0 1 0,-1 0 0,1-1 0,1 10 0,-1-6 0,-1 0 0,1-1 0,0 1 0,1-1 0,0 1 0,0-1 0,1 0 0,10 13 0,-6-9 0,-1 0 0,0 0 0,0 1 0,-2 0 0,10 23 0,-12-27 0,0 1 0,1-1 0,0-1 0,1 1 0,0-1 0,0 0 0,1 0 0,10 9 0,-2-4 0,0-1 0,1 0 0,24 13 0,-31-19 0,0 1 0,0-1 0,9 11 0,-10-9 0,1-1 0,-1 0 0,14 8 0,-13-10 0,0-1 0,1 1 0,0-2 0,0 1 0,0-1 0,0-1 0,0 0 0,1 0 0,15 0 0,-22-2 0,0 0 0,0 0 0,0-1 0,-1 1 0,1-1 0,0 0 0,0 0 0,0 0 0,0 0 0,-1-1 0,1 0 0,-1 1 0,1-1 0,-1 0 0,0-1 0,1 1 0,-1-1 0,0 1 0,-1-1 0,1 0 0,0 0 0,-1 0 0,0-1 0,1 1 0,-1 0 0,-1-1 0,3-5 0,1-7 0,-1 1 0,-1-1 0,-1 0 0,1-21 0,3-24 0,2 6-455,-3 0 0,-2-59 0,-3 87-6371</inkml:trace>
</inkml:ink>
</file>

<file path=ppt/ink/ink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10:04.0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1280 24575,'509'0'0,"-502"0"0,0 0 0,1-1 0,-1 0 0,0 0 0,8-2 0,-12 2 0,0 0 0,-1 0 0,1-1 0,-1 1 0,1-1 0,-1 1 0,1-1 0,-1 0 0,0 0 0,0 0 0,0 0 0,0 0 0,0 0 0,0-1 0,2-4 0,30-66 0,-22 46 0,26-44 0,-25 48 0,-2 0 0,-1 0 0,-1-1 0,0 0 0,8-45 0,-12 43 0,-4 20 0,0-1 0,0 1 0,1 0 0,-1 0 0,1 0 0,1 0 0,-1 0 0,1 0 0,0 1 0,0-1 0,1 1 0,0 0 0,5-6 0,-2 4 0,-2 2 0,1 0 0,-1-1 0,0 0 0,0 0 0,0 0 0,-1-1 0,0 1 0,5-12 0,9-33 0,-3-1 0,10-60 0,-19 68 0,-2 0 0,-1 0 0,-6-62 0,5-68 0,0 158 0,0-14 0,-2 29 0,0 0 0,0 0 0,-1 0 0,1 0 0,0 0 0,-1 0 0,1 0 0,-1 1 0,1-1 0,-1 0 0,0 0 0,1 0 0,-1 0 0,0 1 0,1-1 0,-1 0 0,0 1 0,0-1 0,0 1 0,0-1 0,0 1 0,0-1 0,0 1 0,1-1 0,-1 1 0,-2 0 0,-3-2 0,-1 0 0,0 1 0,1 0 0,-1 1 0,0 0 0,0 0 0,1 0 0,-1 1 0,-8 1 0,11-1 0,-1 0 0,1 1 0,0-1 0,0 1 0,0 0 0,0 0 0,1 0 0,-1 0 0,0 1 0,1 0 0,0-1 0,-1 1 0,1 0 0,0 1 0,-3 4 0,-6 9 0,-1-1 0,0 0 0,-1 0 0,-1-2 0,-22 18 0,26-22 0,0 0 0,0 0 0,1 1 0,0 1 0,1 0 0,0 0 0,1 1 0,1 0 0,-8 17 0,2-6 45,-30 42 0,11-20-1500,18-22-5371</inkml:trace>
</inkml:ink>
</file>

<file path=ppt/ink/ink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10:04.6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24575,'7'0'0,"15"-1"0,0 2 0,-1 0 0,1 1 0,26 7 0,-10-1 0,-24-5 0,-1 0 0,0 0 0,13 6 0,-22-7 0,1 0 0,-1 0 0,0 1 0,0 0 0,0-1 0,0 1 0,-1 1 0,1-1 0,-1 0 0,0 1 0,0 0 0,4 6 0,-1 1 0,1-1 0,0 1 0,1-1 0,0-1 0,0 1 0,1-1 0,0-1 0,0 0 0,14 9 0,71 39 0,-89-53 0,0 1 0,0 0 0,0 0 0,0 0 0,-1 1 0,0-1 0,0 1 0,0 0 0,6 10 0,-6-8 0,0-1 0,0 0 0,1 0 0,0 0 0,0-1 0,1 0 0,5 5 0,35 20-1365,-27-16-5461</inkml:trace>
</inkml:ink>
</file>

<file path=ppt/ink/ink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10:09.6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1 610 24575,'0'-4'0,"0"0"0,1 0 0,-1 0 0,1 0 0,0 0 0,1 0 0,-1 0 0,1 0 0,-1 1 0,1-1 0,0 0 0,1 1 0,-1 0 0,5-6 0,5-2 0,-1-1 0,21-13 0,-20 16 0,-1-1 0,15-14 0,-15 10 0,-2 0 0,15-25 0,9-15 0,-30 50 0,5-9 0,1 1 0,1 0 0,0 1 0,1 0 0,22-17 0,-28 24 0,0 0 0,0-1 0,0 1 0,-1-1 0,1 0 0,-1 0 0,0 0 0,0 0 0,-1-1 0,0 1 0,0-1 0,0 0 0,-1 0 0,3-7 0,-2 5 0,0 1 0,1 0 0,1 0 0,-1 0 0,1 0 0,0 1 0,1 0 0,10-10 0,13-15 0,-20 19 0,-5 6 0,0 0 0,1 1 0,-1-1 0,1 1 0,11-9 0,-15 14 0,0-1 0,0 0 0,0 1 0,0-1 0,1 1 0,-1-1 0,0 1 0,0 0 0,0 0 0,0-1 0,1 1 0,-1 0 0,0 0 0,0 0 0,0 0 0,1 0 0,0 1 0,0-1 0,-1 1 0,1 0 0,-1 0 0,1 0 0,-1 0 0,1 0 0,-1 0 0,0 0 0,0 0 0,1 0 0,-1 1 0,0-1 0,0 0 0,0 1 0,1 2 0,2 6 0,0 0 0,0 0 0,-1 1 0,0 0 0,-1-1 0,0 1 0,0 17 0,7 32 0,7 12 0,-11-43 0,2 1 0,1-1 0,17 42 0,-15-48 0,-2 0 0,0 1 0,-1 0 0,5 41 0,-7-21 0,-2 79 0,-3-115 0,-2 24 0,2-1 0,1 1 0,10 54 0,-1-38-21,-6-22-651,15 45 0,-11-50-6154</inkml:trace>
</inkml:ink>
</file>

<file path=ppt/ink/ink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10:29.7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24575,'6'0'0,"1"0"0,-1 0 0,1 1 0,-1 0 0,11 3 0,-14-3 0,-1 0 0,1 0 0,0 1 0,-1-1 0,0 1 0,1 0 0,-1 0 0,0-1 0,0 1 0,0 1 0,0-1 0,0 0 0,-1 0 0,1 1 0,1 3 0,14 26 0,-12-21 0,1 0 0,0-1 0,0 0 0,1 0 0,0 0 0,13 13 0,-8-12 0,-1 1 0,-1 0 0,0 0 0,-1 1 0,15 27 0,-4-5 0,-10-19 0,-1 0 0,0 1 0,-2 0 0,1 1 0,6 28 0,-8-19 0,2 1 0,1-1 0,1 0 0,25 47 0,-27-61 0,0-1 0,15 17 0,14 19 0,-2 24 0,-28-56 0,1 0 0,0-1 0,1 1 0,0-2 0,13 16 0,-3-9 0,-1 0 0,-1 2 0,-1 0 0,17 32 0,-24-37 0,-1 1 0,-1 0 0,0 0 0,3 23 0,-9-36 0,0-1 0,1 1 0,-1-1 0,1 1 0,0-1 0,0 0 0,1 1 0,0-1 0,0-1 0,0 1 0,0 0 0,1-1 0,-1 1 0,8 5 0,-3-3 0,-1-1 0,0 1 0,0 0 0,-1 0 0,0 1 0,0 0 0,-1 0 0,0 0 0,0 1 0,-1-1 0,0 1 0,0 0 0,-1 1 0,-1-1 0,3 10 0,5 18 0,2-1 0,1 0 0,26 48 0,-25-60-1365,0-5-5461</inkml:trace>
</inkml:ink>
</file>

<file path=ppt/ink/ink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10:30.5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59 24575,'20'1'0,"0"-1"0,0 2 0,0 1 0,0 0 0,23 8 0,-32-7 0,-1 0 0,0 0 0,0 1 0,0 1 0,0-1 0,-1 2 0,0-1 0,0 1 0,-1 0 0,15 16 0,8 11 0,2-2 0,2-1 0,57 39 0,-51-39 0,-31-23 0,-1 1 0,0 1 0,-1 0 0,8 12 0,-8-10 0,1-1 0,0 0 0,1-1 0,14 13 0,-21-21 0,-1 0 0,1 0 0,0 0 0,0 0 0,0-1 0,0 0 0,0 1 0,0-1 0,1 0 0,-1-1 0,0 1 0,0-1 0,1 1 0,-1-1 0,1 0 0,-1 0 0,0 0 0,1-1 0,-1 1 0,0-1 0,0 0 0,6-2 0,-6 2 0,0-1 0,0 1 0,0-1 0,0 0 0,-1 0 0,1 0 0,-1-1 0,0 1 0,1-1 0,-1 1 0,0-1 0,-1 0 0,1 1 0,0-1 0,-1 0 0,1 0 0,0-6 0,3-6 0,0-1 0,2-23 0,-2 13 0,0-1 0,-3 15 0,0-1 0,1 1 0,1 0 0,0 0 0,10-20 0,-7 17-124,1 0 0,-2-1 0,0 0 0,-1 0 0,-1 0 0,0-1-1,-1 0 1,-1 1 0,-1-1 0,0-24 0,-2 14-6702</inkml:trace>
</inkml:ink>
</file>

<file path=ppt/ink/ink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10:31.6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986 2033 24575,'0'-1208'0,"-1"1198"0,1 1 0,-1-1 0,-1 1 0,0 0 0,0-1 0,-1 1 0,0 0 0,-1 0 0,0 1 0,0-1 0,-8-12 0,-7-14 0,15 26 0,0 1 0,0 0 0,-1 1 0,0-1 0,0 1 0,-1 0 0,-8-9 0,-11-6 0,0 2 0,-40-26 0,55 39 0,0 1 0,1-1 0,0-1 0,0 1 0,1-2 0,0 1 0,-7-10 0,8 9 0,0 1 0,-1 0 0,0 0 0,-1 1 0,-17-12 0,-51-24 0,38 22 0,-14-5 0,39 20 0,1 0 0,0-1 0,0-1 0,0 0 0,1 0 0,0-1 0,-16-17 0,11 10 0,1 0 0,-24-16 0,-19-18 0,39 29 0,10 9 0,-2 0 0,0 1 0,-20-15 0,29 24 0,0 0 0,0 0 0,-1 0 0,1 1 0,0-1 0,-1 1 0,0 0 0,1 0 0,-1 0 0,0 0 0,1 1 0,-1-1 0,0 1 0,0 0 0,0 0 0,1 1 0,-1-1 0,0 1 0,0-1 0,-4 3 0,6-2 0,-1 0 0,1 0 0,0 0 0,0 1 0,-1-1 0,1 0 0,0 1 0,0 0 0,1 0 0,-1-1 0,0 1 0,1 0 0,-1 0 0,1 0 0,-1 1 0,1-1 0,0 0 0,0 0 0,0 1 0,0-1 0,1 1 0,-1-1 0,1 1 0,-1-1 0,1 1 0,0-1 0,0 1 0,0-1 0,0 1 0,0-1 0,1 4 0,2 7 0,-1 0 0,2 0 0,0 0 0,8 17 0,-11-29 0,36 78 0,-22-51 0,-2 0 0,15 46 0,-15-34-12,3-1 0,32 61 0,-16-37-1317,-19-36-5497</inkml:trace>
</inkml:ink>
</file>

<file path=ppt/ink/ink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10:32.1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0 129 24575,'63'1'0,"-21"0"0,-1-1 0,1-2 0,57-11 0,-25 1 0,-42 7 0,41-11 0,-51 10 0,-16 5 0,1-1 0,-1 0 0,0 0 0,0 0 0,0 0 0,-1-1 0,1 0 0,-1 0 0,10-7 0,-10 5-124,1 0 0,0 1 0,0-1 0,0 2 0,0-1 0,1 1-1,0 0 1,0 0 0,-1 0 0,15-2 0,2 1-6702</inkml:trace>
</inkml:ink>
</file>

<file path=ppt/ink/ink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10:33.3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1 389 24575,'1'0'0,"0"-1"0,0 1 0,0 0 0,0 0 0,0-1 0,0 1 0,0-1 0,-1 1 0,1-1 0,0 1 0,0-1 0,0 1 0,0-1 0,-1 0 0,1 1 0,0-1 0,-1 0 0,1 0 0,0 1 0,-1-1 0,1 0 0,-1 0 0,0 0 0,1 0 0,-1 0 0,1-1 0,7-30 0,-6 20 0,0 6 0,0 0 0,1 1 0,0-1 0,0 1 0,0-1 0,1 1 0,0 0 0,0 0 0,0 1 0,6-6 0,-4 4 0,0-1 0,0 0 0,10-15 0,-7 3 0,-1-1 0,8-26 0,8-18 0,-21 59 0,0 0 0,0 1 0,0-1 0,0 1 0,1 0 0,0 0 0,0 0 0,0 0 0,0 1 0,1-1 0,-1 1 0,1 0 0,0 0 0,0 1 0,0 0 0,8-3 0,-6 3 0,-1 0 0,0 1 0,0-1 0,1 1 0,-1 1 0,1-1 0,-1 1 0,0 0 0,1 1 0,-1 0 0,1 0 0,-1 0 0,0 1 0,7 2 0,-8-1 0,1 0 0,-1 0 0,0 0 0,0 1 0,0 0 0,-1 0 0,0 1 0,1-1 0,-1 1 0,-1 0 0,1 0 0,-1 0 0,4 8 0,1 4 0,0 1 0,10 35 0,-8-16 0,-1 1 0,-2-1 0,-1 2 0,0 69 0,-8 431-1365,2-512-5461</inkml:trace>
</inkml:ink>
</file>

<file path=ppt/ink/ink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10:38.6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2227 24575,'38'0'0,"104"-3"0,-118 1 0,0-1 0,0-2 0,44-13 0,-43 10 0,0 1 0,1 0 0,0 2 0,0 1 0,36 0 0,-51 3 0,-1 0 0,0-1 0,0 0 0,0 0 0,0-1 0,0 0 0,0-1 0,17-9 0,-9 6 0,0 0 0,1 2 0,0 0 0,0 1 0,32-3 0,-21 3 0,36-9 0,-59 11 0,-1-1 0,1 0 0,-1-1 0,0 1 0,0-1 0,0 0 0,-1-1 0,1 0 0,-1 1 0,0-1 0,5-8 0,27-23 0,-28 28 0,0-1 0,0 0 0,-1 0 0,-1-1 0,0 0 0,11-19 0,12-17 0,32-48 0,-53 79 0,0 0 0,-1 0 0,0-1 0,9-28 0,-11 27 0,0 1 0,1 0 0,1 1 0,17-26 0,-14 23 0,0 1 0,-1-1 0,-1 0 0,10-32 0,-14 41 0,-1 0 0,2 0 0,-1 0 0,11-12 0,-8 11 0,-1 0 0,9-17 0,-9 14 0,-2 0 0,1 0 0,-1 0 0,-1-1 0,-1 1 0,5-28 0,-3 4 0,12-45 0,-8 42 0,-6 29 0,0 1 0,1 0 0,0 0 0,10-16 0,-8 16 0,-1 0 0,0-1 0,6-19 0,-6 6 0,-1 0 0,1-30 0,5-32 0,-2 41 0,-2 13 0,11-37 0,15-58 0,0 0 0,-1 1 0,7 5 0,-37 118 0,0 0 0,0 0 0,0 0 0,-1 0 0,0 0 0,1 0 0,-1 0 0,0 0 0,-1 0 0,1 0 0,0 0 0,-1 0 0,0 0 0,0 0 0,-2-6 0,2 7 0,-1 0 0,0-1 0,0 1 0,0 0 0,0 1 0,0-1 0,0 0 0,0 0 0,0 1 0,-1 0 0,1-1 0,-1 1 0,1 0 0,-1 0 0,1 0 0,-1 0 0,0 1 0,-4-1 0,-2-1 0,0 1 0,0 1 0,0 0 0,0 0 0,0 1 0,0 0 0,0 0 0,0 1 0,0 0 0,1 1 0,-1-1 0,1 2 0,-1-1 0,-14 10 0,-19 9-37,14-8-627,-38 25 0,50-28-6162</inkml:trace>
</inkml:ink>
</file>

<file path=ppt/ink/ink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10:39.1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24575,'5'0'0,"0"0"0,1 0 0,-1 1 0,0-1 0,1 1 0,-1 0 0,0 1 0,0-1 0,0 1 0,0 0 0,0 1 0,0-1 0,0 1 0,-1 0 0,1 0 0,-1 0 0,0 1 0,0-1 0,0 1 0,5 7 0,-3-5 0,0-1 0,1 0 0,-1 0 0,1 0 0,11 4 0,-13-6 0,1 0 0,-1 0 0,1 0 0,-1 1 0,0 0 0,-1 0 0,1 0 0,-1 0 0,0 1 0,7 9 0,1 9 0,0 1 0,-2 1 0,7 25 0,13 32 0,-24-65 0,-1 0 0,0 1 0,-2-1 0,0 0 0,-1 1 0,0 21 0,-1-10 0,7 31 0,-1-15-455,-1 0 0,-1 56 0,-5-73-6371</inkml:trace>
</inkml:ink>
</file>

<file path=ppt/ink/ink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10:40.4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0 167 24575,'1'-7'0,"-1"1"0,1-1 0,0 0 0,0 1 0,0 0 0,1-1 0,0 1 0,1 0 0,-1 0 0,1 0 0,0 0 0,1 0 0,-1 1 0,1-1 0,0 1 0,8-8 0,-6 8 0,0 0 0,1 0 0,0 0 0,0 1 0,0-1 0,0 2 0,0-1 0,1 1 0,0 0 0,0 1 0,0 0 0,15-2 0,14 1 0,1 1 0,0 2 0,43 5 0,-78-4 0,-1-1 0,1 0 0,0 1 0,0-1 0,-1 1 0,1 0 0,0 0 0,-1 0 0,1 1 0,-1-1 0,0 0 0,1 1 0,-1 0 0,0-1 0,0 1 0,0 0 0,0 0 0,0 0 0,0 1 0,2 3 0,-1 1 0,0 0 0,0 0 0,-1 1 0,0-1 0,0 1 0,0 8 0,0-6 0,1-1 0,0 0 0,0-1 0,1 1 0,8 13 0,-8-13 0,1-1 0,-1 1 0,0 0 0,-1 0 0,4 17 0,-3 20 0,-1 0 0,-5 63 0,0-28 0,2-73 0,0 0 0,-1 1 0,0-1 0,0 0 0,0 0 0,-1 0 0,-1-1 0,1 1 0,-1 0 0,-1-1 0,1 0 0,-1 1 0,0-1 0,-1-1 0,0 1 0,0-1 0,0 0 0,-1 0 0,0 0 0,0-1 0,0 0 0,-1 0 0,1 0 0,-1-1 0,-1 0 0,1-1 0,-12 5 0,-127 40 0,118-39 0,21-8 0,1 1 0,0 0 0,-1 1 0,1-1 0,0 1 0,0 0 0,1 1 0,-10 6 0,-4 4 0,-7 7 0,26-20 0,0-1 0,0 0 0,0 1 0,0-1 0,0 0 0,0 1 0,0-1 0,0 0 0,0 0 0,0 1 0,0-1 0,0 0 0,0 1 0,0-1 0,0 0 0,0 1 0,0-1 0,0 0 0,1 0 0,-1 1 0,0-1 0,0 0 0,0 0 0,1 1 0,-1-1 0,0 0 0,0 0 0,0 0 0,1 1 0,-1-1 0,0 0 0,1 0 0,-1 0 0,0 0 0,0 0 0,1 1 0,-1-1 0,0 0 0,1 0 0,-1 0 0,1 0 0,17 6 0,-14-5 0,25 7 0,1-2 0,59 4 0,18 4 0,-45-5-297,0-3 0,111-3-1,-152-4-175,6 1-6353</inkml:trace>
</inkml:ink>
</file>

<file path=ppt/ink/ink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11:18.6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24575,'671'0'0,"-649"2"0,0 0 0,-1 2 0,35 9 0,-18-3 0,-29-7 0,0 0 0,0 1 0,0 0 0,0 1 0,-1 0 0,0 0 0,14 12 0,22 13 0,-22-19 0,1-1 0,46 14 0,-50-19 0,0 1 0,-1 1 0,0 0 0,-1 2 0,0 0 0,20 13 0,-13-5 0,1-2 0,0 0 0,31 12 0,26 14 0,11 6 0,-58-31 0,62 40 0,-60-32 0,-25-17 0,-1 0 0,0 0 0,-1 1 0,0 0 0,0 1 0,16 20 0,26 32 0,-31-38 0,27 40 0,-43-55 0,0 0 0,0 1 0,-1 0 0,0-1 0,-1 2 0,0-1 0,0 0 0,-1 1 0,1 11 0,-2-13 0,0-1 0,0 1 0,1 0 0,0-1 0,0 1 0,1-1 0,0 0 0,0 0 0,1 0 0,7 11 0,39 51 0,12 19 0,-55-77 0,-1 1 0,0-1 0,-1 2 0,0-1 0,-1 0 0,3 14 0,5 31 0,-4-22 0,-1 0 0,3 61 0,-8-73 0,1 0 0,1 0 0,1 0 0,1 0 0,2-1 0,16 38 0,9 26 0,-12-20 0,-3 1 0,12 84 0,-26-39 0,-1-29 0,-1-60 0,9 32 0,-6-34 0,4 40 0,-7-32-1365,-2-2-5461</inkml:trace>
</inkml:ink>
</file>

<file path=ppt/ink/ink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11:19.4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24575,'27'0'0,"1"1"0,51 8 0,-67-6 0,0 1 0,0-1 0,0 2 0,0 0 0,-1 0 0,1 1 0,-2 1 0,17 11 0,-10-5 0,10 9 0,0-2 0,2-1 0,45 23 0,-61-34 0,1 0 0,-1 0 0,22 20 0,9 5 0,1 5 0,-36-29 0,1 0 0,0-1 0,15 10 0,-9-10 0,0-1 0,0-1 0,23 7 0,-17-7 0,29 14 0,-41-15 0,0 1 0,-1 0 0,0 1 0,0 0 0,15 15 0,-11-10 0,-11-10 0,0 0 0,0 0 0,0-1 0,0 1 0,0-1 0,1 0 0,-1 1 0,0-1 0,1 0 0,-1 0 0,6 1 0,-7-2 0,0 0 0,0 0 0,0-1 0,0 1 0,0 0 0,0 0 0,0 0 0,0-1 0,0 1 0,0 0 0,0-1 0,0 1 0,0-1 0,0 1 0,0-1 0,0 0 0,0 1 0,-1-1 0,1 0 0,0 0 0,0 1 0,-1-1 0,1 0 0,0 0 0,-1 0 0,1 0 0,-1 0 0,0 0 0,1 0 0,-1 0 0,1-2 0,3-13 0,-1 0 0,-1 0 0,0-1 0,-1 1 0,-1-1 0,-3-28 0,2 4 0,-2-216-1365,3 230-5461</inkml:trace>
</inkml:ink>
</file>

<file path=ppt/ink/ink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11:25.9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2778 3021 24575,'1'-49'0,"0"10"0,-2 0 0,-1 0 0,-9-50 0,2 43 0,2-1 0,0-54 0,8-96 0,1 74 0,0 24 0,-5-116 0,0 199 0,0 1 0,-1 0 0,-1-1 0,-13-28 0,-2-8 0,5 7 0,-12-69 0,15 56 0,5 27 0,-4-38 0,8 45 0,-1 0 0,-1 1 0,-1-1 0,-1 1 0,-1 0 0,-1 1 0,-1 0 0,-25-41 0,16 29 0,-25-61 0,31 65 0,6 11 0,2 1 0,-1-1 0,2-1 0,-4-38 0,0-5 0,6 54 0,-1 0 0,1 0 0,-1 0 0,-1 0 0,0 1 0,0-1 0,0 1 0,-8-10 0,-3-1 0,-32-32 0,4 5 0,-77-71 0,74 68 0,21 23 0,1 0 0,-22-33 0,28 33 0,-1 2 0,-2 0 0,0 1 0,-25-20 0,35 33 0,1-1 0,1 0 0,-10-15 0,10 14 0,0 0 0,-20-20 0,24 28 0,-1 0 0,-1 0 0,1 1 0,-1-1 0,1 2 0,-1-1 0,0 1 0,0 0 0,-8-2 0,6 2 0,-1 0 0,1-1 0,0-1 0,-14-6 0,3-1 0,-1 1 0,-1 1 0,1 1 0,-1 1 0,0 1 0,-1 0 0,0 2 0,-24-1 0,-30 0 0,-83 7 0,50 1 0,-493-4 0,582 3 0,0 0 0,0 1 0,-30 9 0,3 0 0,40-10 0,-1 1 0,1 0 0,0 1 0,1 0 0,-1 0 0,1 1 0,0 0 0,0 0 0,0 1 0,-9 9 0,7-6 0,0-1 0,-1 0 0,0-1 0,-19 11 0,12-11 36,0-1-1,-20 4 1,22-6-404,0 1 0,0 0 0,-16 8 0,10-1-6458</inkml:trace>
</inkml:ink>
</file>

<file path=ppt/ink/ink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11:26.8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639 1 24575,'-10'1'0,"0"1"0,1 0 0,0 0 0,-1 1 0,1 1 0,0-1 0,1 1 0,-13 8 0,-10 3 0,-14 7 0,2 2 0,0 2 0,-76 62 0,26-23 0,59-42 0,28-20 0,0 1 0,0 0 0,0 0 0,1 1 0,-1 0 0,1 0 0,0 0 0,1 0 0,-1 1 0,-5 9 0,-17 22 0,22-31 0,1-1 0,0 1 0,0 0 0,0 0 0,0 0 0,1 0 0,-4 13 0,4-10 0,1 0 0,0 0 0,1 0 0,0 0 0,0 1 0,2 13 0,-1-19 0,1 0 0,-1-1 0,1 1 0,0-1 0,0 1 0,0-1 0,1 1 0,-1-1 0,1 0 0,0 0 0,0 1 0,0-1 0,0-1 0,1 1 0,-1 0 0,1 0 0,-1-1 0,1 0 0,4 3 0,15 8 0,0-2 0,42 15 0,2 1 0,-48-19 0,1-2 0,25 7 0,3-1 0,-26-6 0,0-2 0,0-1 0,0 0 0,37-1 0,3 0 0,-44 1 0,0 0 0,1 2 0,-1 0 0,31 14 0,-6-3 0,-16-6 0,-9-3 0,1-1 0,-1 0 0,1-2 0,0 0 0,28 2 0,-38-5 0,-1 0 0,0 0 0,1 0 0,-1 1 0,0 0 0,0 0 0,12 6 0,-5 0 0,0 0 0,19 16 0,-16-11-1365,0-3-5461</inkml:trace>
</inkml:ink>
</file>

<file path=ppt/ink/ink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11:27.8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1 526 24575,'7'0'0,"3"1"0,-1-1 0,1 0 0,-1-1 0,0 0 0,18-5 0,-24 4 0,0 1 0,0 0 0,-1-1 0,1 1 0,0-1 0,-1 0 0,0 0 0,1 0 0,-1 0 0,0-1 0,0 1 0,0 0 0,-1-1 0,1 0 0,0 1 0,-1-1 0,0 0 0,1 0 0,-1 1 0,-1-1 0,1 0 0,1-4 0,3-16 0,0-1 0,12-31 0,-14 46 0,1 1 0,0 0 0,0 0 0,1 0 0,0 0 0,1 1 0,7-8 0,-1 3 0,9-9 0,-1-1 0,-1 0 0,-1-1 0,0-1 0,16-32 0,-30 48 0,1-1 0,0 1 0,0-1 0,1 1 0,0 1 0,1-1 0,-1 1 0,2 0 0,-1 1 0,1 0 0,11-7 0,-16 11 0,0 0 0,1 0 0,-1 1 0,1-1 0,0 1 0,-1 0 0,1 0 0,0 0 0,0 1 0,0-1 0,0 1 0,-1 0 0,1 0 0,0 1 0,0-1 0,0 1 0,0-1 0,-1 1 0,1 1 0,0-1 0,-1 0 0,1 1 0,-1 0 0,1-1 0,-1 2 0,0-1 0,0 0 0,0 0 0,0 1 0,5 5 0,-2-1 0,0 0 0,0 1 0,0 0 0,-1 0 0,0 0 0,-1 0 0,0 1 0,0-1 0,4 18 0,-4-8 0,-1-1 0,-1 2 0,0-1 0,-1 21 0,0-17 0,1-1 0,9 41 0,-5-36 0,2 36 0,-7 165 0,0 9 0,13-116 0,2 33 0,-16 224 0,-1-368-273,2 0 0,-1 0 0,1 0 0,3 11 0,3 0-6553</inkml:trace>
</inkml:ink>
</file>

<file path=ppt/ink/ink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11:31.7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3305 3372 24575,'3'-3'0,"-1"0"0,1 0 0,-1-1 0,0 1 0,0 0 0,0-1 0,0 1 0,-1-1 0,1 0 0,-1 1 0,1-5 0,6-48 0,-1 7 0,2 10 0,-2-1 0,4-77 0,-12-83 0,-1 76 0,2-954 0,0 1062 0,-2 1 0,0-1-1,0 1 1,-2 0 0,1 0 0,-2 0-1,0 1 1,-9-18 0,-9-11 6,-35-51 0,35 61-36,3 0 0,1-1 1,-15-38-1,9 12-243,-59-106 1,73 145 294,0-1-1,2 1 1,1-2 0,-8-27 0,13 40 32,-1 0 1,-1 1-1,0-1 1,0 1 0,-1 0-1,0 1 1,-1-1-1,0 1 1,-9-9-1,-75-50-54,67 44 0,18 16 0,0 1 0,-1 0 0,1 0 0,-1 0 0,-1 1 0,1 0 0,-1 1 0,0-1 0,-15-5 0,9 7 0,-1-1 0,1-1 0,0 0 0,1-1 0,0-1 0,0 0 0,0 0 0,-19-16 0,-5-9 0,26 21 0,0 0 0,-1 2 0,0-1 0,0 1 0,-1 1 0,-1 0 0,1 1 0,-20-7 0,-22 1 0,40 10 0,0 0 0,0-1 0,0 0 0,-24-12 0,35 13 0,-1 0 0,1-1 0,0 1 0,0-1 0,0 0 0,1-1 0,0 1 0,-1 0 0,1-1 0,1 0 0,-5-8 0,5 9 0,1-1 0,-1 1 0,-1 0 0,1 0 0,-1 0 0,1 1 0,-1-1 0,0 0 0,-1 1 0,1 0 0,-1 0 0,1 0 0,-1 0 0,0 1 0,0-1 0,0 1 0,-5-2 0,-64-13 0,50 13 0,-40-12 0,4-8 0,-34-10 0,-67-3 0,142 33 0,-1-1 0,1-1 0,-20-9 0,21 8 0,0 0 0,-1 1 0,-28-5 0,-11 5 0,0 3 0,-71 6 0,21 0 0,-433-3 0,512 1 0,0 2 0,0 2 0,-37 10 0,55-13 0,1 1 0,-1 1 0,1 0 0,-1 0 0,1 1 0,0 0 0,1 1 0,-13 10 0,11-9 0,1 0 0,-1 0 0,0-1 0,0 0 0,-17 6 0,-47 9 0,45-14 0,1 2 0,1 0 0,-36 18 0,21-7-1365,22-13-5461</inkml:trace>
</inkml:ink>
</file>

<file path=ppt/ink/ink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11:32.5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1061 1 24575,'-82'-1'0,"-91"3"0,167-1 0,-1 0 0,1 0 0,0 1 0,-1 0 0,1 0 0,0 1 0,0-1 0,-8 7 0,-43 33 0,15-10 0,1-5 0,0-1 0,-64 27 0,90-47 0,1 1 0,0 0 0,0 1 0,0 0 0,1 1 0,1 1 0,-20 17 0,20-16 0,0 0 0,-2-1 0,-21 12 0,19-12 0,-29 24 0,40-30 0,0 1 0,0 0 0,1 0 0,0 0 0,0 0 0,1 1 0,-1-1 0,1 1 0,-4 11 0,2-1 0,4-12 0,0 0 0,0 1 0,0-1 0,-1 0 0,0 0 0,1 0 0,-1 0 0,-1-1 0,1 1 0,-1 0 0,1-1 0,-1 0 0,0 0 0,0 0 0,0 0 0,-1 0 0,1 0 0,-5 2 0,-25 7 0,26-10 0,0 1 0,-1 0 0,1 0 0,0 1 0,-11 7 0,17-11 0,1 1 0,-1-1 0,0 1 0,0 0 0,1 0 0,-1-1 0,1 1 0,-1 0 0,1 0 0,-1 0 0,1 0 0,-1 0 0,1 0 0,0 0 0,-1 0 0,1 0 0,0-1 0,0 1 0,0 0 0,0 0 0,0 0 0,0 2 0,0-1 0,1 0 0,0 1 0,-1-1 0,1 0 0,0 0 0,0 1 0,0-1 0,0 0 0,2 2 0,3 3 0,-1-1 0,1 0 0,0 0 0,9 7 0,0-1 0,1-1 0,0 0 0,24 11 0,-30-18 0,1 0 0,0 0 0,0-1 0,0 0 0,0-1 0,0 0 0,13 0 0,-7-1 0,1 1 0,-1 1 0,0 1 0,-1 0 0,1 1 0,-1 0 0,16 9 0,-18-9 0,-1 0 0,1-1 0,0-1 0,0 0 0,0 0 0,17-1 0,90-2 0,-61-2 0,384 1-1365,-417 1-5461</inkml:trace>
</inkml:ink>
</file>

<file path=ppt/ink/ink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11:36.2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0 132 24575,'0'-1'0,"1"0"0,-1 0 0,0 0 0,0 0 0,1 0 0,-1 0 0,1 0 0,-1 0 0,1 1 0,-1-1 0,1 0 0,-1 0 0,1 0 0,0 1 0,0-1 0,-1 0 0,1 1 0,0-1 0,0 1 0,0-1 0,-1 1 0,3-1 0,25-11 0,-14 7 0,28-17 0,-33 16 0,1 1 0,-1 0 0,2 0 0,-1 1 0,0 1 0,1-1 0,13-1 0,40-1 0,-34 4 0,32-6 0,-14-1 0,0 3 0,1 2 0,-1 1 0,78 7 0,-109 0 0,0-1 0,-1 2 0,0 0 0,31 15 0,-2-2 0,-41-16 0,0 0 0,0 0 0,0 0 0,0 0 0,-1 0 0,1 1 0,-1 0 0,1 0 0,-1 0 0,0 0 0,0 0 0,-1 0 0,1 1 0,-1 0 0,1-1 0,-1 1 0,0 0 0,0 0 0,-1 0 0,1 0 0,-1 0 0,1 8 0,1 6 0,-2 1 0,0-1 0,-1 0 0,-3 23 0,0-4 0,3-23 0,-1 1 0,-1 0 0,0-1 0,-5 17 0,6-27 0,-1 0 0,1 0 0,-1 0 0,1 0 0,-1 0 0,-1-1 0,1 1 0,0-1 0,-1 0 0,0 1 0,1-1 0,-1 0 0,-1-1 0,1 1 0,0-1 0,-1 1 0,1-1 0,-1 0 0,-5 2 0,-93 38 0,90-38 0,0 0 0,-1 0 0,0-1 0,-22 2 0,-15 4 0,50-9 0,0 0 0,0 0 0,0 0 0,1 0 0,-1 0 0,0 0 0,0 1 0,0-1 0,1 0 0,-1 0 0,0 0 0,0 0 0,0 1 0,0-1 0,0 0 0,1 0 0,-1 0 0,0 1 0,0-1 0,0 0 0,0 0 0,0 0 0,0 1 0,0-1 0,0 0 0,0 0 0,0 1 0,0-1 0,0 0 0,0 0 0,0 0 0,0 1 0,0-1 0,0 0 0,0 0 0,0 1 0,0-1 0,0 0 0,0 0 0,0 0 0,0 1 0,-1-1 0,1 0 0,0 0 0,0 0 0,0 0 0,0 1 0,0-1 0,-1 0 0,1 0 0,0 0 0,0 0 0,0 0 0,-1 1 0,1-1 0,0 0 0,0 0 0,0 0 0,-1 0 0,1 0 0,0 0 0,0 0 0,-1 0 0,19 8 0,29 6 0,-1 3 0,55 27 0,-66-30 0,0-1 0,53 11 0,41 15 0,41 21 0,-167-59 0,-1 0 0,1 0 0,0 0 0,-1 1 0,1-1 0,-1 1 0,0 0 0,1 0 0,-1 0 0,0 0 0,0 0 0,0 0 0,-1 1 0,1-1 0,0 1 0,-1-1 0,0 1 0,1 0 0,-1-1 0,0 1 0,-1 0 0,1 0 0,0-1 0,-1 1 0,1 0 0,-1 4 0,-1 5 0,0 1 0,0-1 0,-1-1 0,-1 1 0,-4 13 0,1-5 0,4-13 0,1 0 0,-2 0 0,1 0 0,-1 0 0,0-1 0,0 1 0,-1-1 0,1 0 0,-2 0 0,1 0 0,-1-1 0,1 1 0,-1-1 0,-1 0 0,1-1 0,-1 1 0,0-1 0,0 0 0,0 0 0,-1-1 0,-9 4 0,9-4 0,-1 1 0,1 0 0,0 0 0,-11 9 0,12-8 0,0-1 0,0 0 0,-1 0 0,1 0 0,-1-1 0,-8 4 0,-29 2 0,34-8 0,0 1 0,0 1 0,1-1 0,-1 1 0,1 1 0,-13 6 0,10-4-124,1 0 0,-1-1 0,0 0 0,0-1 0,-1-1 0,1 0-1,-1-1 1,0 0 0,0 0 0,-16-2 0,2 1-6702</inkml:trace>
</inkml:ink>
</file>

<file path=ppt/ink/ink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8:44.9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416 2172 24575,'-59'1'0,"-69"-3"0,125 2 0,0 0 0,0 0 0,0-1 0,0 0 0,0 1 0,0-1 0,1 0 0,-1-1 0,0 1 0,1 0 0,-1-1 0,0 1 0,1-1 0,0 0 0,-1 0 0,1 0 0,-3-4 0,0-1 0,1 1 0,1-1 0,0 0 0,0 0 0,-3-10 0,-10-22 0,-2 4 0,2 0 0,2-1 0,1 0 0,2-2 0,1 1 0,2-1 0,2 0 0,-3-62 0,8 78 0,-2 0 0,-8-35 0,5 32 0,-3-40 0,6-276 0,5 175 0,-2-120 0,1 273 0,-1 1 0,2 0 0,-1-1 0,2 1 0,0 0 0,4-13 0,-4 18 0,0 0 0,0 1 0,0 0 0,0 0 0,1 0 0,0 0 0,1 1 0,-1-1 0,1 1 0,0 0 0,0 0 0,8-4 0,-3 1 0,-1 3 0,-1 0 0,0-1 0,0-1 0,0 1 0,11-14 0,-13 12 0,1 1 0,0 0 0,0 0 0,1 1 0,-1 0 0,1 0 0,1 1 0,-1 0 0,1 1 0,0 0 0,0 0 0,0 0 0,0 1 0,20-3 0,-20 5 0,1-1 0,0-1 0,-1 1 0,1-2 0,-1 1 0,0-1 0,0-1 0,-1 1 0,1-1 0,10-9 0,-10 5 0,-1 1 0,1 0 0,1 1 0,-1 0 0,1 1 0,1 0 0,-1 0 0,1 1 0,0 0 0,0 1 0,23-5 0,95-21 0,-117 27 0,-1 0 0,1-2 0,-1 1 0,18-11 0,-19 10 0,0 0 0,0 0 0,0 1 0,1 0 0,-1 1 0,14-2 0,29 0 0,-33 4 0,0-1 0,29-7 0,-29 5 0,-14 3 0,0-1 0,1 1 0,-1-1 0,0 0 0,0-1 0,0 1 0,0-1 0,-1 0 0,1-1 0,6-4 0,-2 0 11,1 1 0,0 0 0,1 0 1,0 1-1,0 1 0,0 0 0,0 1 0,24-5 0,-14 3-744,31-13 1,-35 10-6094</inkml:trace>
</inkml:ink>
</file>

<file path=ppt/ink/ink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8:45.8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 24575,'92'-1'0,"103"3"0,-184 0 0,-1 0 0,0 1 0,1 0 0,-1 0 0,0 1 0,15 9 0,-14-7 0,1-1 0,-1 0 0,1-1 0,18 4 0,-15-4 0,1 0 0,-1 0 0,0 1 0,0 1 0,26 14 0,-23-10 0,0 1 0,-1 0 0,-1 1 0,21 20 0,7 1 0,1 1 0,-42-31 0,0 0 0,0 0 0,-1 1 0,1-1 0,-1 1 0,1 0 0,-1 0 0,0 0 0,-1 0 0,3 7 0,0 10 0,-1 1 0,-1-1 0,-1 0 0,-3 40 0,0-23 0,2-30 0,0 0 0,-1 0 0,0 0 0,-1 0 0,0 0 0,0-1 0,0 1 0,-7 12 0,6-15 0,0 0 0,-1 0 0,1 0 0,-1 0 0,0-1 0,0 0 0,-1 1 0,1-2 0,-1 1 0,0 0 0,0-1 0,-8 4 0,-4 1 0,0 0 0,-1 1 0,2 1 0,-1 1 0,-19 16 0,8-1 0,21-17 0,-1-1 0,0-1 0,-1 0 0,0 0 0,0 0 0,0-1 0,-1-1 0,-17 8 0,-23 3-1365,30-8-5461</inkml:trace>
</inkml:ink>
</file>

<file path=ppt/ink/ink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8:47.4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1 463 24575,'5'-1'0,"1"0"0,0 0 0,-1-1 0,1 1 0,-1-1 0,6-3 0,8-2 0,10-4 0,1-2 0,-2-1 0,0-1 0,28-21 0,-49 31 0,0 0 0,-1-1 0,0 0 0,0-1 0,9-12 0,-10 13 0,-1 0 0,1 0 0,0 1 0,0 0 0,1 0 0,-1 0 0,1 0 0,7-3 0,-3 2 0,-5 4 0,0 0 0,0 0 0,0-1 0,0 0 0,-1 0 0,0 0 0,1-1 0,-1 0 0,0 1 0,-1-1 0,1 0 0,4-8 0,0-1 0,-4 5 0,1 0 0,0 1 0,0 0 0,0 0 0,1 0 0,10-9 0,-7 9 0,8-8 0,1 1 0,22-12 0,-6 2 0,7-5 0,-38 27 0,1 1 0,-1-1 0,0 1 0,0 0 0,1 0 0,-1 0 0,0 0 0,1 1 0,-1-1 0,1 1 0,3 0 0,-5 0 0,0 0 0,-1 1 0,1-1 0,0 1 0,0 0 0,-1 0 0,1-1 0,-1 1 0,1 0 0,-1 0 0,1 1 0,-1-1 0,1 0 0,-1 0 0,0 1 0,0-1 0,0 1 0,0-1 0,0 1 0,0-1 0,0 1 0,0 0 0,0-1 0,-1 1 0,1 0 0,-1 0 0,1-1 0,-1 4 0,2 7 0,0-1 0,-1 1 0,-1 14 0,0-19 0,-5 573 0,5-358-1365,0-195-5461</inkml:trace>
</inkml:ink>
</file>

<file path=ppt/ink/ink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9:35.5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1117 1950 24575,'0'-572'0,"1"566"0,-1 1 0,-1-1 0,1 1 0,-1-1 0,0 1 0,0-1 0,-1 1 0,1 0 0,-1-1 0,0 1 0,-1 0 0,1 0 0,-1 1 0,0-1 0,0 0 0,-1 1 0,1 0 0,-1 0 0,0 0 0,-7-6 0,5 5 0,1-1 0,0 0 0,0 0 0,1 0 0,-8-13 0,9 14 0,0-1 0,0 1 0,-1 0 0,1 0 0,-1 0 0,0 1 0,-1-1 0,1 1 0,-1 0 0,-6-4 0,-6-4 0,0-1 0,2-1 0,-1 0 0,2-1 0,-21-26 0,-21-22 0,50 57 0,2 0 0,-1 0 0,1-1 0,0 1 0,0-1 0,0-1 0,1 1 0,1 0 0,-4-10 0,5 10 0,-1 1 0,0 0 0,0 0 0,-1 0 0,1 0 0,-2 0 0,1 1 0,0-1 0,-1 1 0,0 0 0,0 0 0,-1 0 0,1 1 0,-8-6 0,1 3 0,6 4 0,-1-1 0,1 1 0,0-1 0,0 0 0,0 0 0,1 0 0,0-1 0,-1 0 0,1 0 0,-4-7 0,-9-15 0,-2 0 0,-1 0 0,-34-34 0,22 35 0,28 23 0,0 1 0,0-1 0,0 0 0,0 0 0,1 0 0,-1 0 0,1-1 0,0 0 0,0 1 0,1-1 0,-1 0 0,1-1 0,-4-5 0,-6-24 0,-2 1 0,-1 1 0,-26-41 0,26 46 0,-15-37 0,20 40 0,-2 0 0,-22-35 0,12 24 0,19 27 0,-1 1 0,0 0 0,-1 0 0,0 0 0,0 1 0,0-1 0,-1 1 0,0 0 0,0 1 0,0-1 0,-9-4 0,-118-45 0,132 54 0,-1 1 0,1 0 0,0-1 0,0 1 0,-1 0 0,1 0 0,0 0 0,-1 0 0,1 0 0,0 0 0,-1 0 0,1 0 0,0 0 0,-1 1 0,1-1 0,0 0 0,0 1 0,-1-1 0,1 1 0,0 0 0,0-1 0,0 1 0,0 0 0,0 0 0,0 0 0,0-1 0,0 1 0,0 0 0,0 0 0,0 1 0,0-1 0,1 0 0,-1 0 0,1 0 0,-1 0 0,1 1 0,-1-1 0,1 0 0,-1 0 0,1 1 0,0 1 0,-2 8 0,0-1 0,1 1 0,0 0 0,2 12 0,-1-15 0,0 27 0,5 129 0,-3-153 0,0-1 0,1 1 0,0-1 0,1 0 0,0 0 0,7 13 0,-5-12 0,0 1 0,-2-1 0,1 1 0,3 19 0,-2 28-1365,-5-33-5461</inkml:trace>
</inkml:ink>
</file>

<file path=ppt/ink/ink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9:40.0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35 24575,'19'-1'0,"0"-1"0,0-1 0,26-7 0,-23 5 0,44-6 0,256 9 0,-165 4 0,-148-2 0,0-1 0,0 1 0,0 0 0,-1 0 0,1 1 0,0 1 0,0-1 0,-1 1 0,1 1 0,-1 0 0,10 4 0,33 19-1365,-28-15-5461</inkml:trace>
</inkml:ink>
</file>

<file path=ppt/ink/ink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9:43.8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0 299 24575,'12'0'0,"-1"-1"0,0 0 0,0 0 0,0-1 0,0-1 0,-1 0 0,1 0 0,10-6 0,-14 6 0,0-1 0,0 0 0,0 0 0,-1-1 0,0 0 0,0 0 0,0 0 0,-1-1 0,0 0 0,0 0 0,0 0 0,4-9 0,-3 4 0,1 0 0,0 0 0,0 0 0,1 1 0,0 0 0,1 1 0,12-11 0,29-27 0,-34 31 0,30-23 0,-46 38 0,1 1 0,0-1 0,0 0 0,0 1 0,-1-1 0,1 1 0,0-1 0,0 1 0,0 0 0,0-1 0,0 1 0,0 0 0,0 0 0,0-1 0,0 1 0,0 0 0,0 0 0,0 0 0,0 0 0,0 0 0,0 0 0,0 1 0,0-1 0,-1 0 0,1 0 0,2 1 0,-2 0 0,0 1 0,0-1 0,0 0 0,0 0 0,0 1 0,0-1 0,0 0 0,0 1 0,0-1 0,-1 1 0,1-1 0,-1 1 0,1 0 0,0 2 0,1 8 0,-1 1 0,0-1 0,-1 18 0,0-24 0,-4 1273-1365,4-1251-5461</inkml:trace>
</inkml:ink>
</file>

<file path=ppt/ink/ink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9:56.7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509 2162 24575,'0'-8'0,"-1"1"0,0 0 0,0 0 0,-1 0 0,1 0 0,-2 0 0,1 0 0,-1 1 0,0-1 0,0 1 0,-1-1 0,0 1 0,0 0 0,0 1 0,-1-1 0,0 1 0,0 0 0,-9-7 0,-7-4 0,-1 1 0,0 1 0,-40-18 0,53 27 0,-1-1 0,2 0 0,-1 0 0,1-1 0,0 0 0,0 0 0,0-1 0,1 0 0,1 0 0,-1 0 0,-9-18 0,6 4 0,0 1 0,1-1 0,1-1 0,-6-26 0,12 38 0,0 1 0,-1 0 0,0 0 0,-1 0 0,0 0 0,0 0 0,-1 1 0,-1 0 0,-12-17 0,13 20 0,0 0 0,0 0 0,0-1 0,1 0 0,0 0 0,0 0 0,1 0 0,0 0 0,-3-11 0,-1-10 0,-5-37 0,6 33 0,-17-129 0,14 105 0,3 1 0,3-2 0,3-60 0,0 84 0,0 19 0,1 0 0,1 0 0,0 0 0,1 0 0,0 0 0,1 0 0,0 1 0,1 0 0,1 0 0,0 0 0,15-22 0,-17 31 0,1 0 0,-1-1 0,1 1 0,0 1 0,0-1 0,9-4 0,-10 6 0,1 0 0,-1 0 0,-1 0 0,1-1 0,0 0 0,-1 0 0,1 0 0,-1 0 0,0 0 0,0-1 0,0 0 0,-1 1 0,4-7 0,-1-1 0,-1 0 0,2 0 0,-1 0 0,1 1 0,1 0 0,0 0 0,1 1 0,14-15 0,36-20 0,-45 35 0,-1 1 0,1-2 0,-2 0 0,0 0 0,13-15 0,-17 17 0,8-12 0,19-20 0,-28 34 0,1 0 0,-1 1 0,1 0 0,0 0 0,0 1 0,1-1 0,8-2 0,-8 3 0,-1 0 0,1-1 0,-1 1 0,7-7 0,-8 6 0,0 1 0,0-1 0,0 2 0,0-1 0,0 1 0,13-5 0,98-15 0,-85 17 0,-2 2 0,-15 2 0,0 0 0,21-7 0,-31 8 0,-1-1 0,0 0 0,1 0 0,-1 0 0,0 0 0,0-1 0,0 0 0,0 0 0,0 0 0,-1 0 0,6-7 0,-3 3 0,0 2 0,1-1 0,-1 1 0,1 0 0,0 0 0,0 1 0,0 0 0,1 0 0,0 0 0,-1 1 0,1 1 0,13-4 0,34-14 0,-15 2-151,1 1-1,0 2 0,1 2 0,0 2 1,1 2-1,0 2 0,0 1 1,75 1-1,-90 5-6674</inkml:trace>
</inkml:ink>
</file>

<file path=ppt/ink/ink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49:57.7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 24575,'34'0'0,"-12"-1"0,1 1 0,23 4 0,-39-3 0,1 1 0,0 0 0,0 0 0,-1 1 0,1 0 0,-1 0 0,0 1 0,0 0 0,10 7 0,3 3 0,35 17 0,-37-22 0,-1 1 0,-1 0 0,26 21 0,-28-20 0,2 0 0,20 12 0,-19-13 0,30 24 0,-22-12 0,-10-8 0,0-1 0,34 22 0,-30-24 0,-9-6 0,1 1 0,-1 0 0,-1 0 0,1 1 0,-1 1 0,0 0 0,13 15 0,-11-10 0,1 0 0,16 14 0,-16-16 0,-1 0 0,0 1 0,11 15 0,-18-19 0,1-1 0,-1 1 0,-1 0 0,0 1 0,0-1 0,0 0 0,-1 1 0,0 0 0,0 9 0,0 13 0,-2 39 0,-1-42 0,1-21 0,0 0 0,0-1 0,-1 1 0,0 0 0,0 0 0,-1 0 0,1-1 0,-1 1 0,-1-1 0,0 1 0,0-1 0,0 0 0,0 0 0,-1 0 0,0-1 0,0 1 0,-1-1 0,1 0 0,-1 0 0,-10 7 0,7-5 0,-1-1 0,0 0 0,0 0 0,-1-1 0,1 0 0,-1-1 0,0 0 0,-1 0 0,1-1 0,-1-1 0,1 0 0,-1 0 0,0-1 0,-12 0 0,1 0-455,-1 2 0,-26 5 0,22-2-6371</inkml:trace>
</inkml:ink>
</file>

<file path=ppt/ink/ink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0:04.0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0 291 24575,'0'-15'0,"1"0"0,0-1 0,1 1 0,6-26 0,-7 36 0,1 0 0,0 1 0,0-1 0,0 0 0,0 1 0,1-1 0,0 1 0,0 0 0,0 0 0,0 0 0,1 0 0,-1 1 0,1-1 0,0 1 0,0 0 0,0 0 0,1 0 0,4-2 0,47-17 0,-41 18 0,-1-2 0,1 0 0,-1-1 0,27-17 0,-33 19 0,1 0 0,0 0 0,0 0 0,0 1 0,1 0 0,0 1 0,-1 0 0,1 1 0,0 0 0,15-1 0,13 1 0,57 4 0,-35 1 0,-53-4 0,-1 1 0,1 1 0,0-1 0,0 1 0,-1 1 0,1-1 0,0 1 0,-1 0 0,0 0 0,1 1 0,-1 0 0,0 0 0,0 0 0,-1 1 0,1 0 0,-1 0 0,0 1 0,0-1 0,0 1 0,8 10 0,-7-7 0,0 0 0,0 0 0,0 1 0,-1 0 0,0 0 0,-1 0 0,0 1 0,-1-1 0,0 1 0,0 0 0,-1 0 0,2 12 0,9 79 0,-5-51 0,0 52 0,-8 311 0,-1-395 0,0 0 0,-1 0 0,-1 0 0,-1 0 0,-1-1 0,0 1 0,-9 18 0,9-25 0,-1-1 0,0 0 0,-1-1 0,0 1 0,-1-1 0,1-1 0,-2 1 0,1-1 0,-1-1 0,-1 0 0,-12 8 0,19-13 0,-1 0 0,1 0 0,0 0 0,0 1 0,0-1 0,-2 4 0,5-6 0,-1 1 0,1-1 0,0 1 0,-1-1 0,1 0 0,0 1 0,0-1 0,0 1 0,-1-1 0,1 0 0,0 1 0,0-1 0,0 1 0,0-1 0,0 1 0,0-1 0,0 1 0,0-1 0,0 1 0,0-1 0,0 1 0,0 0 0,1-1 0,-1 1 0,1 0 0,0-1 0,-1 1 0,1 0 0,-1-1 0,1 1 0,0-1 0,0 0 0,-1 1 0,1-1 0,0 1 0,0-1 0,-1 0 0,1 0 0,0 1 0,1-1 0,15 3 0,-1 0 0,1-1 0,-1-1 0,18-1 0,-16-1 0,-1 2 0,1 0 0,31 6 0,-7 1-260,1-2-1,0-1 1,86-4-1,-118-1-62,16 0-6503</inkml:trace>
</inkml:ink>
</file>

<file path=ppt/ink/ink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1:05.9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705 1603 24575,'58'1'0,"70"-3"0,-116-1 0,0 1 0,0-2 0,-1 1 0,1-2 0,-1 1 0,14-9 0,15-6 0,-32 15 0,1-1 0,-1 0 0,0 0 0,-1-1 0,9-7 0,6-6 0,-17 15 0,0-1 0,0 0 0,-1 0 0,0 0 0,0-1 0,-1 1 0,0-1 0,0 0 0,0 0 0,0 0 0,-1-1 0,0 1 0,2-10 0,-2 5 0,2 1 0,0-1 0,9-18 0,-7 18 0,0-1 0,-1-1 0,-1 1 0,0 0 0,-1-1 0,0 0 0,-1 0 0,1-22 0,-1 17 0,0 12 0,-1-1 0,1 1 0,0 0 0,0 0 0,1 0 0,0 1 0,0-1 0,6-8 0,-4 7 0,-1 0 0,0-1 0,0 0 0,3-8 0,4-21 0,-1-1 0,-2 0 0,-2 0 0,-2-1 0,1-47 0,-5 73 0,0-11 0,-5-44 0,3 60 0,0 0 0,0 0 0,0 1 0,-1-1 0,0 1 0,0-1 0,-1 1 0,0 0 0,-7-9 0,-28-31 0,28 36 0,1 0 0,0-1 0,1-1 0,0 1 0,1-2 0,1 1 0,-8-20 0,13 30 0,1-1 0,-1 1 0,0-1 0,1 1 0,-2 0 0,1 0 0,0 0 0,-1 0 0,1 0 0,-1 0 0,0 1 0,-4-4 0,-3 0 0,0 0 0,-18-8 0,19 11 0,0-1 0,0-1 0,1 1 0,0-1 0,-9-8 0,-3-3 0,0 0 0,-1 2 0,-1 0 0,-44-19 0,58 28 0,1 1 0,0-1 0,0 0 0,-11-11 0,13 11 0,0 0 0,-1 0 0,0 1 0,1 0 0,-2 0 0,1 0 0,-11-4 0,-1 3 0,0 2 0,0 0 0,0 1 0,0 0 0,-1 2 0,-28 2 0,27 0 0,-1-2 0,0 0 0,1-1 0,-39-8 0,32 3 0,-44-3 0,32 4 0,32 4 0,0-1 0,0-1 0,0 1 0,0-1 0,0-1 0,1 1 0,0-1 0,0 0 0,0 0 0,-9-9 0,7 6 0,0 1 0,0 0 0,0 1 0,-1 0 0,-10-5 0,-144-47 0,163 57 0,-1 0 0,1 0 0,-1-1 0,1 1 0,-1 0 0,1 0 0,-1 0 0,0 0 0,1 0 0,-1-1 0,1 1 0,-1 0 0,1 0 0,-1 1 0,1-1 0,-1 0 0,0 0 0,1 0 0,-1 0 0,1 0 0,-1 1 0,1-1 0,-1 0 0,1 0 0,-1 1 0,1-1 0,-1 0 0,1 1 0,-1 0 0,0 0 0,1 0 0,0 0 0,-1 0 0,1 0 0,0 1 0,0-1 0,0 0 0,0 0 0,0 0 0,0 0 0,0 0 0,0 1 0,1 1 0,14 41 0,-13-38 0,7 14 0,2-1 0,0 0 0,20 26 0,11 18 0,-4-7 0,-29-44 0,0 0 0,-1 0 0,0 1 0,-1 0 0,0 1 0,5 16 0,1 23 0,-10-35 0,2 0 0,-1 0 0,2-1 0,1 1 0,11 21 0,72 115-1365,-80-137-5461</inkml:trace>
</inkml:ink>
</file>

<file path=ppt/ink/ink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1:06.8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1 191 24575,'11'-1'0,"1"0"0,-1-2 0,0 1 0,0-1 0,0 0 0,-1-1 0,19-10 0,-16 8 0,0 1 0,0 0 0,0 0 0,23-3 0,-2 3 0,-11 3 0,-1-1 0,1-2 0,32-10 0,6-4 0,101-20 0,-130 33 0,50-12 0,-62 13-341,1 1 0,-1 0-1,27 0 1,-21 3-6485</inkml:trace>
</inkml:ink>
</file>

<file path=ppt/ink/ink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1:08.0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0 177 24575,'3'0'0,"0"1"0,0-1 0,0 1 0,0-1 0,1 0 0,-1 0 0,5-2 0,0 2 0,-3 0 0,0 0 0,0 0 0,0-1 0,0 0 0,0 0 0,0 0 0,-1 0 0,1-1 0,0 0 0,-1 0 0,1 0 0,-1 0 0,0-1 0,0 1 0,0-1 0,0 0 0,0-1 0,-1 1 0,1-1 0,-1 1 0,0-1 0,0 0 0,0 0 0,3-8 0,-1 2 0,1 0 0,0 0 0,1 1 0,0 0 0,0 0 0,1 0 0,0 1 0,0 0 0,1 1 0,16-11 0,-24 17 0,1 0 0,-1 1 0,0-1 0,1 0 0,-1 1 0,1-1 0,-1 1 0,1 0 0,-1-1 0,1 1 0,0 0 0,-1 0 0,1 0 0,-1 0 0,1 0 0,-1 1 0,1-1 0,0 0 0,-1 1 0,3 0 0,-2 0 0,0 1 0,0-1 0,0 1 0,0-1 0,-1 1 0,1 0 0,0-1 0,-1 1 0,0 0 0,1 0 0,-1 0 0,2 3 0,1 6 0,0 1 0,0-1 0,-1 1 0,2 15 0,-4-23 0,6 31 0,2 14 0,-2 0 0,2 50 0,-10-40 0,2 38 0,0-86 0,0 0 0,1 0 0,0 0 0,1 0 0,1 0 0,6 15 0,-2-7 0,-1 0 0,0 0 0,-2 1 0,0 0 0,-1 0 0,-1 1 0,-1-1 0,-1 0 0,-2 29 0,0-18-1365,1-4-5461</inkml:trace>
</inkml:ink>
</file>

<file path=ppt/ink/ink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1:26.1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544 2447 24575,'-5'0'0,"0"-1"0,0 0 0,0-1 0,0 1 0,0-1 0,1 0 0,-1 0 0,1-1 0,-1 0 0,1 1 0,0-1 0,-6-5 0,-25-15 0,27 18 0,-1 0 0,1-1 0,1 0 0,-11-9 0,-7-6 0,13 10 0,0 0 0,1-1 0,0 0 0,-14-23 0,8 13 0,5 4 0,1 0 0,0 0 0,1-1 0,1 0 0,1-1 0,1 0 0,1 0 0,-6-30 0,2 8 0,-15-41 0,2 13 0,19 58 0,-2 0 0,1 0 0,-2 0 0,0 1 0,0 0 0,-12-14 0,6 9 0,-15-28 0,21 30 0,1 0 0,0-1 0,1 0 0,1 0 0,0-1 0,1 1 0,-1-25 0,4-115 0,3 76 0,-3-366 0,0 436 0,1 1 0,-1-1 0,2 0 0,-1 1 0,1-1 0,1 1 0,-1 0 0,2-1 0,-1 1 0,1 1 0,0-1 0,0 0 0,1 1 0,0 0 0,1 0 0,-1 1 0,1-1 0,1 1 0,-1 0 0,1 1 0,0 0 0,0 0 0,9-5 0,-11 7 0,0-1 0,0 1 0,-1-1 0,1 0 0,-1-1 0,0 1 0,0-1 0,-1 0 0,1 0 0,-1 0 0,5-10 0,0-4 0,11-40 0,-19 58 0,1-2 0,0 0 0,0 0 0,1-1 0,-1 1 0,1 1 0,0-1 0,0 0 0,0 0 0,0 1 0,0-1 0,0 1 0,1-1 0,3-2 0,1 0 0,1 1 0,0-1 0,13-4 0,-14 7 0,0-1 0,-1-1 0,1 1 0,-1-1 0,1 0 0,-1 0 0,9-9 0,7-12 0,-13 15 0,-1 0 0,2 0 0,-1 1 0,1 0 0,1 1 0,0 0 0,0 0 0,16-7 0,-26 14 0,7-1 0,-1-1 0,0-1 0,0 1 0,0-1 0,-1 0 0,1 0 0,-1-1 0,0 0 0,10-11 0,-11 12 0,-1-1 0,1 1 0,0 0 0,0 0 0,1 0 0,-1 1 0,1-1 0,0 1 0,0 1 0,0-1 0,0 1 0,0 0 0,1 1 0,-1-1 0,8 0 0,0 0 0,-1-2 0,18-6 0,-24 7 0,-1-1 0,1-1 0,-1 1 0,0-1 0,0 0 0,-1 0 0,10-12 0,-10 12 0,0-1 0,0 0 0,1 1 0,0 0 0,0 0 0,0 1 0,0 0 0,14-7 0,80-15 0,29-5 0,-103 25 0,0 1 0,1 1 0,-1 1 0,52 1 0,-45 2 0,1-1 0,47-9 0,-32 2 0,94-4 0,52 12 0,-74 2 0,-27-2-1365,-66 0-5461</inkml:trace>
</inkml:ink>
</file>

<file path=ppt/ink/ink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1:29.6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24575,'0'9'0,"1"1"0,0-1 0,1 0 0,0 1 0,0-1 0,1 0 0,0 0 0,1 0 0,0-1 0,0 1 0,1-1 0,0 0 0,1 0 0,-1-1 0,1 1 0,13 11 0,61 75 0,4 4 0,-65-77 0,21 31 0,-30-37 0,1 0 0,1-1 0,0 0 0,1-1 0,17 14 0,-13-13 0,-1 0 0,16 18 0,-17-16 0,1-1 0,17 14 0,-19-19 0,-1 0 0,-1 1 0,0 1 0,21 24 0,-28-28 0,0-1 0,0 1 0,-1 0 0,0 0 0,-1 0 0,0 0 0,0 1 0,-1 0 0,0-1 0,2 18 0,-1 19 0,-2 0 0,-6 54 0,5-95 0,-1 1 0,0-1 0,0 0 0,0 0 0,-1 0 0,0 0 0,1 0 0,-1 0 0,0-1 0,-1 1 0,-4 5 0,-2 1 0,0-2 0,-16 14 0,-10 8 0,5-2 0,-2-1 0,-1-2 0,-54 33 0,41-27 0,37-24 0,0 0 0,0-1 0,0 0 0,-1 0 0,0-1 0,0 0 0,-1-1 0,1 0 0,-21 4 0,24-8 0,0 1 0,0 0 0,0 0 0,0 1 0,0 0 0,0 0 0,1 1 0,-1 0 0,1 0 0,-1 1 0,1-1 0,0 1 0,-7 7 0,7-5-195,-1 0 0,0 0 0,0-1 0,-1 0 0,1 0 0,-15 6 0,0-4-6631</inkml:trace>
</inkml:ink>
</file>

<file path=ppt/ink/ink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1:31.3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1 132 24575,'9'-1'0,"1"-1"0,-1 0 0,1 0 0,-1-1 0,0 0 0,0 0 0,0-1 0,10-6 0,-7 4 0,0 1 0,1 0 0,21-6 0,13 6 0,-40 5 0,1 0 0,-1-1 0,0 0 0,0 0 0,0 0 0,1-1 0,-1 0 0,-1 0 0,1-1 0,11-6 0,-8 3 0,1-1 0,0 2 0,0 0 0,0 0 0,0 1 0,1 0 0,0 1 0,0 0 0,0 1 0,0 0 0,0 1 0,0 1 0,14 0 0,-7 0 0,-1 1 0,0 0 0,0 2 0,0 0 0,22 6 0,-35-7 0,0-1 0,0 1 0,0 0 0,0 1 0,0-1 0,0 1 0,-1 0 0,1 0 0,-1 0 0,0 0 0,0 1 0,0 0 0,-1 0 0,1 0 0,-1 0 0,0 1 0,0-1 0,0 1 0,-1-1 0,1 1 0,-1 0 0,2 7 0,30 173 0,-31-173 0,0 1 0,1-1 0,0 0 0,12 21 0,-10-21 0,0 0 0,-1 0 0,-1 0 0,5 22 0,-4 13 0,-2 1 0,-5 78 0,-1-33 0,4-67 0,-1-10 0,0-1 0,-4 29 0,3-39 0,0 0 0,-1 0 0,1 0 0,-1 0 0,0-1 0,-1 1 0,1 0 0,-1-1 0,0 1 0,0-1 0,0 0 0,-5 5 0,-6 5 0,0 0 0,-1 0 0,0-2 0,-1 1 0,-1-2 0,0 0 0,-33 15 0,14-14 0,-40 10 0,152-20 0,-67-2 0,1-1 0,0 1 0,0 0 0,1 0 0,-1 1 0,0 1 0,0 0 0,0 0 0,0 1 0,13 5 0,-2 2 0,0-1 0,1-1 0,1-2 0,31 7 0,-41-11 0,0 2 0,0-1 0,0 1 0,-1 1 0,0 1 0,1-1 0,-2 2 0,1 0 0,11 9 0,-19-13 0,-1 0 0,1 0 0,-1 1 0,1-1 0,-1 1 0,0 0 0,-1 0 0,1 0 0,-1 0 0,1 1 0,-1-1 0,0 1 0,-1-1 0,1 1 0,-1 0 0,0 0 0,0-1 0,-1 1 0,1 0 0,-1 0 0,0 0 0,0 0 0,-1 0 0,0 0 0,1-1 0,-2 1 0,-1 6 0,-12 28 0,-35 65 0,47-99 0,0 0 0,-1-1 0,0 1 0,0-1 0,0 0 0,0 0 0,0 0 0,-1-1 0,0 1 0,-6 2 0,5-2 0,1-1 0,0 1 0,0-1 0,0 1 0,0 1 0,1-1 0,0 1 0,-7 8 0,6-3 0,-1-1 0,-1 0 0,0 0 0,0 0 0,-1-1 0,0 0 0,0-1 0,-1 1 0,0-1 0,0-1 0,-1 0 0,-10 5 0,10-5 0,1 0 0,-1 1 0,1 0 0,-9 10 0,8-8 0,0-1 0,0 0 0,-12 7 0,17-12-73,-9 6-142,0-2 0,-1 1-1,0-2 1,0 0-1,-16 4 1,7-6-6611</inkml:trace>
</inkml:ink>
</file>

<file path=ppt/ink/ink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2:13.2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67 0 24575,'-2'1'0,"1"-1"0,-1 1 0,1 0 0,-1-1 0,1 1 0,0 0 0,-1 0 0,1 0 0,0 0 0,-1 0 0,1 0 0,0 0 0,0 1 0,0-1 0,0 0 0,0 0 0,-1 3 0,-15 26 0,17-28 0,-5 9 0,0 0 0,2 0 0,-1 1 0,2-1 0,-1 1 0,-1 24 0,5 76 0,1-60 0,-1 488 0,-1-524 0,1 0 0,1 0 0,0-1 0,1 1 0,0-1 0,2 0 0,0 0 0,8 18 0,-3-17 0,1-1 0,0-1 0,17 18 0,-13-15 0,20 28 0,67 97 0,-84-117 0,35 34 0,-31-36 0,25 34 0,-35-42 0,1 0 0,1-1 0,0-1 0,23 17 0,19 18 0,-28-21 0,-7-6 0,0-1 0,44 32 0,-44-38 0,-10-6 0,0-1 0,1 0 0,0 0 0,22 8 0,-20-10 0,-1 2 0,0-1 0,-1 2 0,0 0 0,23 18 0,-24-16 0,1-1 0,0 0 0,1-1 0,-1-1 0,26 11 0,-12-8 0,-1 2 0,27 15 0,-30-14 0,0-1 0,47 16 0,-63-26 0,4 0 0,-1 1 0,0 0 0,0 0 0,0 1 0,-1 0 0,1 1 0,-1 0 0,0 0 0,9 8 0,-4-2 0,1 0 0,1-1 0,-1-1 0,1 0 0,1-1 0,0 0 0,17 5 0,6 3 0,-25-8 0,0 0 0,-1 0 0,0 1 0,20 19 0,13 10 0,113 67 0,-144-94 13,0 1 0,-1 0 0,13 15 0,5 4-1430,-10-12-5409</inkml:trace>
</inkml:ink>
</file>

<file path=ppt/ink/ink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2:14.5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24575,'7'6'0,"0"0"0,1-1 0,-1 1 0,1-1 0,1-1 0,-1 0 0,1 0 0,-1-1 0,16 4 0,-15-4 0,0 0 0,1 0 0,-1 1 0,0 0 0,-1 1 0,1 0 0,-1 0 0,13 11 0,5 13 0,-20-21 0,1-1 0,0 0 0,1 0 0,-1 0 0,14 8 0,-8-6 0,-1 0 0,1 0 0,-2 1 0,1 1 0,-1 0 0,-1 1 0,0 0 0,-1 0 0,0 1 0,8 16 0,-4-9 0,0-1 0,27 30 0,-23-30 0,27 41 0,-16-7 0,-19-35 0,1 0 0,1 0 0,18 23 0,-19-29 0,0 0 0,-1 1 0,-1 0 0,0 0 0,-1 1 0,0 0 0,-1 0 0,7 25 0,-13-36 0,1-1 0,-1 1 0,-1 0 0,1-1 0,0 1 0,0 0 0,-1-1 0,0 1 0,1-1 0,-1 1 0,0-1 0,0 1 0,-1-1 0,1 0 0,0 0 0,-1 1 0,1-1 0,-1 0 0,0 0 0,0 0 0,0-1 0,0 1 0,0 0 0,0-1 0,-3 2 0,-6 5 0,-1-1 0,-1-1 0,-18 7 0,25-10 0,-11 3 0,-1-1 0,-18 3 0,20-4 0,0 0 0,1 0 0,-20 9 0,9 0-120,6-3-87,0 0-1,-1-2 1,0 0-1,0-1 0,-31 6 1,27-11-6619</inkml:trace>
</inkml:ink>
</file>

<file path=ppt/ink/ink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06.2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1402 2 24575,'-81'-1'0,"-91"3"0,144 2 0,-41 11 0,34-7 0,31-6 0,0-1 0,0 1 0,0-1 0,1 1 0,-1 0 0,0 0 0,1 1 0,0-1 0,0 1 0,0 0 0,0 0 0,0 0 0,0 0 0,1 0 0,-5 7 0,5-6 0,-1 0 0,0 0 0,-1 0 0,1 0 0,0-1 0,-1 1 0,0-1 0,0 0 0,0 0 0,-8 4 0,-7 1 0,-1 0 0,0-2 0,0 0 0,0-1 0,-30 4 0,35-7 0,0 1 0,1 0 0,0 1 0,0 1 0,0 0 0,0 1 0,1 0 0,0 1 0,0 1 0,1 0 0,-15 13 0,10-10 0,1-1 0,-1 0 0,-30 11 0,-6 4 0,17-8 0,19-9 0,0 0 0,-16 12 0,3-1 0,23-16 0,1 1 0,0 0 0,-1 0 0,1 1 0,1-1 0,-1 1 0,1 1 0,0-1 0,0 1 0,0 0 0,-4 8 0,3-3 0,2-4 0,1 0 0,-2 1 0,1-1 0,-1-1 0,0 1 0,0-1 0,-10 10 0,-2-4 0,2 1 0,-1 1 0,2 1 0,0 0 0,1 1 0,0 0 0,-19 34 0,25-37 0,1 0 0,0 1 0,1-1 0,0 1 0,1 0 0,1 0 0,1 1 0,-2 23 0,1 34 0,8 79 0,-4-145 6,0 0-1,1 0 1,-1 0 0,2 0-1,-1 0 1,1-1-1,-1 1 1,1-1 0,1 1-1,-1-1 1,1 0-1,0 0 1,0-1 0,1 1-1,9 7 1,5 3-260,2-1 1,36 19 0,-36-22-442,0 1-6131</inkml:trace>
</inkml:ink>
</file>

<file path=ppt/ink/ink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07.5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28 24575,'1'1'0,"0"-1"0,0 0 0,0 1 0,0-1 0,0 1 0,0-1 0,0 1 0,0-1 0,0 1 0,0 0 0,0-1 0,0 1 0,-1 0 0,1 0 0,0 0 0,0 0 0,0 1 0,15 22 0,-8-11 0,-2-7 0,-1 1 0,2-1 0,-1-1 0,9 7 0,18 15 0,-21-13 0,25 20 0,-31-30 0,1 1 0,-1-1 0,1-1 0,0 1 0,0-1 0,0-1 0,8 3 0,5 2 0,-1 0 0,21 12 0,12 4 0,-48-21 0,1 1 0,-1-1 0,0 0 0,0 1 0,6 5 0,10 7 0,-20-15 0,1 0 0,-1 0 0,0 0 0,1 0 0,-1 0 0,0 0 0,0 0 0,1 1 0,-1-1 0,0 0 0,1 0 0,-1-1 0,0 1 0,0 0 0,1 0 0,-1 0 0,0 0 0,1 0 0,-1 0 0,0 0 0,0 0 0,1-1 0,-1 1 0,0 0 0,0 0 0,1 0 0,-1 0 0,0-1 0,0 1 0,0 0 0,1 0 0,-1-1 0,0 1 0,0 0 0,0 0 0,0-1 0,0 1 0,1 0 0,-1-1 0,0 1 0,0 0 0,0 0 0,0-1 0,0 1 0,0 0 0,0-1 0,0 1 0,0 0 0,0-1 0,1-18 0,-1 17 0,-5-251-1365,5 225-5461</inkml:trace>
</inkml:ink>
</file>

<file path=ppt/ink/ink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09.0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1209 24575,'510'0'0,"-502"0"0,1 0 0,-1-1 0,1 0 0,-1-1 0,0 0 0,0 0 0,1-1 0,-2 0 0,1 0 0,10-6 0,-6 1 0,0-1 0,0 0 0,-1 0 0,0-1 0,10-13 0,3-3 0,-10 13 0,-2-1 0,0-1 0,20-29 0,-23 29 0,1 0 0,18-20 0,5-6 0,-29 35 0,-1-2 0,1 1 0,-1 0 0,0-1 0,-1 1 0,0-1 0,0 0 0,-1 0 0,0 0 0,1-12 0,-2 13 0,0 0 0,1 0 0,-1 0 0,2 1 0,-1-1 0,1 0 0,0 1 0,0-1 0,1 1 0,0 0 0,0-1 0,1 1 0,6-9 0,-2 6 0,-3 5 0,0-1 0,0 0 0,-1 0 0,1 0 0,-1-1 0,-1 0 0,1 0 0,-1 0 0,0 0 0,0 0 0,-1 0 0,0-1 0,2-10 0,1-8 0,1-1 0,1 1 0,18-46 0,-19 57 0,-2 0 0,0 0 0,0 0 0,-1-1 0,1-28 0,-5-78 0,-1 61 0,3 33 0,-1 15 0,1-1 0,-2 1 0,0 0 0,-4-24 0,4 33 0,0 1 0,1-1 0,-1 1 0,-1-1 0,1 1 0,0-1 0,0 1 0,-1 0 0,1 0 0,-1 0 0,0 0 0,0 0 0,0 0 0,0 0 0,0 1 0,0-1 0,0 0 0,0 1 0,-1 0 0,1 0 0,-1 0 0,1 0 0,-1 0 0,1 0 0,-1 0 0,1 1 0,-1-1 0,-3 1 0,3 0 0,0 0 0,-1 0 0,1 1 0,0 0 0,0-1 0,0 1 0,-1 0 0,1 0 0,0 1 0,0-1 0,1 0 0,-1 1 0,0 0 0,0 0 0,1 0 0,-4 3 0,-5 5 0,0 1 0,-11 15 0,8-9 0,-50 62 63,-29 31-1491,74-90-5398</inkml:trace>
</inkml:ink>
</file>

<file path=ppt/ink/ink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09.5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24575,'14'0'0,"0"0"0,0 1 0,0 1 0,-1 0 0,18 5 0,-25-5 0,0 1 0,0-1 0,0 1 0,0 1 0,0-1 0,-1 1 0,1 0 0,-1 0 0,0 0 0,0 1 0,-1 0 0,0 0 0,5 6 0,5 11 0,0 1 0,-1 0 0,10 29 0,-14-35 0,-1-1 0,19 26 0,-17-29 0,-1 0 0,-1 1 0,0 0 0,5 16 0,7 32-1365,-10-35-5461</inkml:trace>
</inkml:ink>
</file>

<file path=ppt/ink/ink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16.6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2 349 24575,'0'-28'0,"-1"11"0,1 0 0,0 0 0,1 0 0,1 0 0,1 1 0,0-1 0,1 0 0,10-23 0,-2 10 0,-6 14 0,1 1 0,15-26 0,-20 37 0,0 1 0,1 0 0,-1 0 0,1 0 0,0 0 0,0 0 0,0 1 0,0-1 0,0 1 0,0 0 0,1 0 0,-1 0 0,1 0 0,-1 1 0,1-1 0,7-1 0,-8 3 0,0 0 0,0 0 0,0 0 0,0 1 0,0-1 0,0 1 0,0 0 0,0-1 0,0 1 0,0 1 0,0-1 0,-1 0 0,1 1 0,0-1 0,-1 1 0,1 0 0,-1 0 0,0 0 0,0 0 0,0 0 0,0 1 0,0-1 0,0 0 0,0 1 0,-1 0 0,2 3 0,5 8 0,-1 0 0,0 1 0,6 23 0,20 78 0,15 87 0,-34-148 0,-9-37 0,0 1 0,2 21 0,-4-22 0,1 1 0,0-1 0,2-1 0,8 22 0,-6-21 0,-2 1 0,0-1 0,6 34 0,-9-11-682,-2 44-1,-2-57-6143</inkml:trace>
</inkml:ink>
</file>

<file path=ppt/ink/ink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34.8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24575,'5'-1'0,"1"1"0,-1 0 0,0 0 0,1 1 0,-1-1 0,0 1 0,1 0 0,-1 1 0,0-1 0,0 1 0,0 0 0,0 0 0,0 1 0,0-1 0,-1 1 0,1 0 0,-1 1 0,0-1 0,4 5 0,2 0 0,0 1 0,0-2 0,1 0 0,-1 0 0,2-1 0,-1 0 0,1-1 0,-1 0 0,19 4 0,4 3 0,-24-7 0,1 0 0,-2 1 0,16 10 0,12 7 0,-25-17 0,24 13 0,35 25 0,-61-37 0,1 2 0,-1-1 0,0 1 0,-1 1 0,0-1 0,-1 2 0,10 14 0,58 108 0,-65-113 0,-1 1 0,-2 0 0,1 0 0,-2 1 0,-1 0 0,-1 0 0,4 33 0,13 43 0,-21-94 0,2 3 0,1 1 0,-1-1 0,1 0 0,0 0 0,1 0 0,0-1 0,5 7 0,17 23 0,-14-12 0,-2 0 0,0 1 0,-1 0 0,-2 1 0,7 33 0,19 57 46,-17-64-1457,-11-31-5415</inkml:trace>
</inkml:ink>
</file>

<file path=ppt/ink/ink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36.0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91 24575,'4'1'0,"-1"0"0,1 0 0,-1 1 0,0-1 0,0 1 0,1-1 0,4 5 0,2 0 0,-4-3 0,-1 1 0,0 0 0,1 0 0,-2 0 0,1 1 0,-1 0 0,1 0 0,-1 0 0,3 6 0,31 54 0,-34-56 0,5 11 0,-1 0 0,9 34 0,-13-37 0,0-1 0,2 0 0,0 0 0,1-1 0,13 24 0,-7-19 0,-8-12 0,0 0 0,0 0 0,1-1 0,7 8 0,-11-13 0,-1-1 0,1 1 0,0-1 0,-1 0 0,1 1 0,0-1 0,0 0 0,0 0 0,0 0 0,0-1 0,0 1 0,1 0 0,-1-1 0,0 1 0,0-1 0,0 0 0,1 0 0,-1 0 0,0 0 0,0 0 0,0 0 0,4-1 0,-4 0 0,0 0 0,0 0 0,0 0 0,0 0 0,0-1 0,0 1 0,0-1 0,-1 1 0,1-1 0,0 0 0,-1 1 0,1-1 0,-1 0 0,0 0 0,1 0 0,-1 0 0,0 0 0,0 0 0,0-1 0,-1 1 0,1 0 0,0 0 0,-1-4 0,3-7 0,-1 0 0,-1-25 0,0 33 0,-3-219 133,-1 60-1631,3 137-5328</inkml:trace>
</inkml:ink>
</file>

<file path=ppt/ink/ink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42.7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262 1675 24575,'5'0'0,"0"-1"0,0 0 0,0 0 0,0 0 0,0 0 0,0-1 0,-1 0 0,1 0 0,0 0 0,-1 0 0,1-1 0,-1 0 0,0 0 0,0 0 0,0 0 0,0-1 0,-1 1 0,1-1 0,3-5 0,5-9 0,0-1 0,-1 0 0,11-25 0,-4 7 0,-8 19 0,39-82 0,-43 85 0,-1 0 0,0 0 0,-1-1 0,-1 1 0,1-17 0,-2 20 0,0 0 0,0 0 0,1 0 0,1 0 0,0 1 0,1 0 0,8-16 0,-3 5 0,0-1 0,-2 0 0,-1-1 0,0 0 0,5-40 0,-7 10 0,-2-81 0,-2 45 0,-4-72 0,1 146 0,0 1 0,-1 0 0,0 0 0,-1 0 0,-1 0 0,0 1 0,-1 0 0,-1 0 0,-12-20 0,4 12 0,-15-31 0,-8-11 0,33 57 0,-2 0 0,1 1 0,-1-1 0,0 2 0,0-1 0,0 1 0,-9-5 0,-21-16 0,29 19 0,1 0 0,-2 1 0,1 0 0,-1 0 0,0 1 0,0 0 0,-1 1 0,1 0 0,-1 0 0,-15-3 0,1 2 0,13 4 0,0-1 0,0-1 0,0 1 0,1-2 0,-1 0 0,1 0 0,0-1 0,0 0 0,-9-7 0,13 7 0,-1-1 0,0 1 0,0 1 0,0-1 0,-15-5 0,21 9 0,-1 0 0,1 1 0,-1-1 0,1 1 0,-1 0 0,0-1 0,1 1 0,-1 0 0,1 0 0,-1 0 0,1 0 0,-1 0 0,0 1 0,1-1 0,-1 0 0,1 1 0,-1-1 0,1 1 0,-1 0 0,1-1 0,0 1 0,-1 0 0,1 0 0,0 0 0,-1 0 0,1 0 0,0 0 0,0 0 0,0 0 0,0 0 0,0 1 0,0-1 0,0 0 0,0 1 0,1-1 0,-1 1 0,1-1 0,-2 3 0,-1 6 0,0 0 0,1 0 0,0 0 0,0 1 0,0 18 0,5 58 0,0-35 0,-2-42 0,0 0 0,0 1 0,1-1 0,1 0 0,-1 1 0,2-1 0,-1-1 0,2 1 0,-1 0 0,9 12 0,6 15 0,7 14 0,-20-41 2,0 1-1,7 18 0,11 19 57,-22-45-188,0 0 0,0 0 1,1 0-1,0 0 0,-1 0 1,1 0-1,0-1 0,0 1 0,1-1 1,5 4-1,11 2-6696</inkml:trace>
</inkml:ink>
</file>

<file path=ppt/ink/ink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43.7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98 24575,'0'0'0,"1"-1"0,-1 0 0,0 0 0,0 0 0,1 0 0,-1 0 0,1 0 0,-1 0 0,1 1 0,-1-1 0,1 0 0,-1 0 0,1 1 0,0-1 0,-1 0 0,1 1 0,0-1 0,0 0 0,0 1 0,-1-1 0,1 1 0,2-1 0,25-10 0,-14 6 0,16-7 0,1 2 0,56-11 0,-58 14 0,14 0 0,0 3 0,0 1 0,80 5 0,-36 0 0,-62-1 0,-1 0 0,0 2 0,1 1 0,-1 1 0,-1 1 0,42 17 0,-42-15-1365,-2-2-5461</inkml:trace>
</inkml:ink>
</file>

<file path=ppt/ink/ink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46.1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1 448 24575,'-1'-48'0,"3"-58"0,-1 100 0,1 0 0,-1 0 0,1 0 0,0 0 0,1 1 0,-1-1 0,1 1 0,0-1 0,7-7 0,-5 6 0,-1 0 0,0-1 0,0 0 0,4-8 0,-2-4 0,-1 1 0,2 0 0,0 1 0,1-1 0,15-24 0,-20 39 0,0 0 0,-1 1 0,1-1 0,1 1 0,-1 0 0,1 0 0,-1 0 0,1 0 0,0 0 0,6-3 0,-7 5 0,1 0 0,-1 0 0,0 0 0,0 1 0,1-1 0,-1 1 0,1-1 0,-1 1 0,0 0 0,1 1 0,-1-1 0,0 1 0,1-1 0,-1 1 0,0 0 0,4 2 0,-3-1 0,0 0 0,0 0 0,-1 1 0,0-1 0,1 1 0,-1 0 0,0 0 0,0 0 0,-1 1 0,1-1 0,0 0 0,-1 1 0,0 0 0,0 0 0,2 5 0,1 3 0,-1-1 0,0 1 0,-1 0 0,2 14 0,-2-12 0,0 0 0,1-1 0,1 1 0,10 19 0,3 11 0,-13-28 0,0 1 0,-1-1 0,-1 1 0,2 35 0,-7 71 0,0-53 0,1 533-1365,1-576-5461</inkml:trace>
</inkml:ink>
</file>

<file path=ppt/ink/ink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52.1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1427 2485 24575,'3'0'0,"0"0"0,0-1 0,0 1 0,0-1 0,0 0 0,0 0 0,0 0 0,0-1 0,0 1 0,-1-1 0,1 1 0,0-1 0,-1 0 0,0 0 0,1 0 0,-1 0 0,0-1 0,4-4 0,3-5 0,-1-2 0,12-23 0,-4 8 0,24-49 0,-28 53 0,1-1 0,23-32 0,-28 46 0,-1-1 0,-1 0 0,0 0 0,-1-1 0,0 1 0,-1-1 0,-1 0 0,3-22 0,-1 12 0,12-41 0,-7 37 0,2-1 0,0 1 0,2 1 0,19-28 0,-21 37 0,-1-1 0,-1-1 0,0 0 0,-2 0 0,0-1 0,-2 0 0,0 0 0,-1-1 0,-1 0 0,-1 1 0,-1-1 0,-2-41 0,-3-255 0,3 307 0,0-1 0,-1 1 0,0-1 0,-1 1 0,-6-19 0,7 25 0,-1 1 0,0-1 0,0 1 0,-1-1 0,1 1 0,-1 0 0,0 0 0,0 0 0,0 1 0,-1-1 0,1 1 0,-1-1 0,0 1 0,0 1 0,-7-5 0,-1 0 0,6 5 0,0-1 0,1 1 0,-1-2 0,1 1 0,0 0 0,0-1 0,0 0 0,0 0 0,1-1 0,-1 1 0,1-1 0,1 0 0,-1 0 0,-5-10 0,7 10 0,-1 0 0,0 1 0,0-1 0,-1 0 0,1 1 0,-1 0 0,0 0 0,0 0 0,-6-4 0,-4-1 0,-26-14 0,29 17 0,0 0 0,0 0 0,1-1 0,0 0 0,-10-10 0,-1-5 0,17 16 0,-1 0 0,0 1 0,0 0 0,0 0 0,-1 0 0,1 1 0,-1-1 0,0 1 0,-1 1 0,1-1 0,-12-3 0,10 5 0,0-1 0,0 1 0,0-1 0,1-1 0,-1 1 0,1-1 0,-1 0 0,2-1 0,-1 0 0,0 0 0,1-1 0,-6-5 0,3 2 0,-1 1 0,1 1 0,-1-1 0,-18-8 0,17 10 0,1-1 0,0 0 0,0 0 0,-12-12 0,6 5 0,0 1 0,-1 1 0,0 0 0,-1 1 0,-1 0 0,-33-12 0,28 12 0,-1-1 0,1-1 0,-27-20 0,43 27 0,0 1 0,0 1 0,-1-1 0,0 1 0,0 1 0,0 0 0,-13-3 0,-33-13 0,50 16 0,0 0 0,1 0 0,-1-1 0,1 1 0,-1-1 0,1 0 0,-4-5 0,5 5 0,0 0 0,-1 0 0,0 1 0,0-1 0,0 1 0,0 0 0,-1 0 0,1 0 0,-8-3 0,-22-4 0,24 7 0,0 0 0,0 0 0,1 0 0,-1-2 0,1 1 0,0-1 0,0 0 0,-14-12 0,16 10 0,0-1 0,0 1 0,-1 1 0,0 0 0,-1 0 0,1 0 0,-1 1 0,0 0 0,0 1 0,-1 0 0,1 0 0,-1 1 0,0 1 0,-11-3 0,-32-4 0,1-3 0,0-2 0,-68-27 0,84 28 0,25 10 0,0 0 0,0-2 0,0 1 0,0-2 0,-10-6 0,18 11 0,1-1 0,0 1 0,-1-1 0,1 1 0,-1 0 0,1 0 0,-1 0 0,0 0 0,0 1 0,1-1 0,-1 1 0,-4-1 0,6 1 0,0 0 0,1 0 0,-1 1 0,0-1 0,1 0 0,-1 0 0,0 0 0,1 1 0,-1-1 0,1 0 0,-1 1 0,0-1 0,1 0 0,-1 1 0,1-1 0,-1 1 0,1-1 0,-1 1 0,1-1 0,0 1 0,-1 0 0,0 1 0,1 0 0,-1-1 0,1 1 0,-1-1 0,1 1 0,0 0 0,0-1 0,0 1 0,0 0 0,0-1 0,0 1 0,1 3 0,2 3 0,0 1 0,0-1 0,1 0 0,0 0 0,1 0 0,-1 0 0,1-1 0,7 7 0,9 16 0,75 111 0,-79-105 0,-15-30 0,0 0 0,0 0 0,1-1 0,0 1 0,0-1 0,1 0 0,0 0 0,5 6 0,23 18 0,26 26 0,-53-49 0,0 0 0,0 0 0,-1 1 0,1 0 0,-2-1 0,1 2 0,4 11 0,-4-5 0,-2-7 0,0 0 0,1 0 0,-1-1 0,1 1 0,0-1 0,8 11 0,13 24 61,-21-34-265,0 0 0,0-1 1,1 1-1,0-1 0,1 0 1,9 10-1,2-4-6622</inkml:trace>
</inkml:ink>
</file>

<file path=ppt/ink/ink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52.9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0 349 24575,'0'-3'0,"0"0"0,1-1 0,-1 1 0,1 0 0,-1 0 0,1 0 0,0 0 0,0 0 0,0 0 0,1 0 0,-1 0 0,1 0 0,-1 1 0,1-1 0,0 0 0,0 1 0,0 0 0,1-1 0,-1 1 0,0 0 0,1 0 0,0 0 0,3-2 0,5-1 0,1 0 0,0 0 0,0 1 0,20-4 0,0-1 0,50-11 0,-63 17 0,-1-1 0,1 0 0,-1-2 0,0 0 0,28-15 0,-33 13 0,1 0 0,1 1 0,-1 0 0,1 1 0,0 0 0,0 2 0,24-5 0,-25 7 0,-1-1 0,1-1 0,0 0 0,-1-1 0,0 0 0,0-1 0,0-1 0,14-9 0,-16 9 0,0 2 0,1-1 0,0 1 0,0 1 0,0 0 0,1 1 0,17-3 0,4 3 0,48 1 0,0 0 0,-54-1 67,31-7 0,12-2-1566,-44 9-5327</inkml:trace>
</inkml:ink>
</file>

<file path=ppt/ink/ink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3:55.0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35 24575,'2'-1'0,"1"1"0,-1-1 0,1 0 0,-1 1 0,1-1 0,-1 0 0,0-1 0,4-1 0,13-6 0,1 4 0,0 1 0,1 1 0,32-1 0,66 6 0,-45 0 0,-60-2 0,0 1 0,0 0 0,-1 1 0,27 7 0,-33-7 0,-1 0 0,0 1 0,0-1 0,-1 1 0,1 1 0,0-1 0,-1 1 0,0 0 0,0 0 0,0 1 0,0-1 0,6 9 0,-5-4 0,10 13 0,14 26 0,-25-40 0,-1 1 0,0 0 0,-1 0 0,1 0 0,-2 0 0,3 18 0,10 59 0,-8-53 0,-2 0 0,1 35 0,-6 278 0,-1-151 0,1-188 0,0 0 0,0 0 0,-1 0 0,0 0 0,-3 9 0,3-13 0,0 0 0,0 0 0,-1-1 0,1 1 0,-1 0 0,0-1 0,1 1 0,-1-1 0,0 1 0,-1-1 0,1 0 0,0 0 0,-1 0 0,-3 2 0,1-1 0,0 0 0,0 1 0,1 0 0,0-1 0,-8 9 0,12-11 0,-1 0 0,1-1 0,-1 1 0,1 0 0,-1 0 0,1 0 0,0-1 0,-1 1 0,1 0 0,0 0 0,0 0 0,-1 0 0,1 0 0,0 0 0,0-1 0,0 1 0,0 0 0,1 2 0,-1-2 0,1 0 0,-1 0 0,1 0 0,-1-1 0,1 1 0,0 0 0,0 0 0,-1 0 0,1-1 0,0 1 0,0 0 0,0-1 0,0 1 0,0 0 0,0-1 0,0 0 0,0 1 0,0-1 0,2 1 0,16 3 0,1 0 0,0-2 0,-1 0 0,1-1 0,0-1 0,26-3 0,7 0 0,75 2-1365,-100 1-5461</inkml:trace>
</inkml:ink>
</file>

<file path=ppt/ink/ink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4:02.0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 2035 24575,'-1'-3'0,"1"1"0,-1-1 0,0 1 0,1-1 0,-1 1 0,0 0 0,-1-1 0,-2-3 0,-5-13 0,3-10 0,1 0 0,2-1 0,1 1 0,1-1 0,3-38 0,0 8 0,-2-258 0,1 309 0,-1-1 0,1 0 0,1 1 0,0-1 0,0 1 0,1-1 0,0 1 0,0 0 0,1 0 0,7-11 0,-6 9 0,0 0 0,0-1 0,-2 1 0,1-1 0,-1 0 0,2-21 0,-3-71 0,-1 13 0,2 70 0,9-37 0,-7 38 0,-1 0 0,2-22 0,-6 33 0,1 0 0,0 0 0,1 0 0,-1 0 0,2 0 0,-1 0 0,1 1 0,1-1 0,-1 1 0,2 0 0,-1 0 0,1 0 0,6-7 0,-3 3 0,1 0 0,12-24 0,-18 29 0,0 0 0,0 0 0,1 1 0,1-1 0,-1 1 0,1 0 0,0 0 0,0 0 0,1 1 0,-1 0 0,1 0 0,0 0 0,14-7 0,6-2 0,-1-1 0,0-1 0,24-21 0,35-22 0,-67 49 0,2 1 0,20-7 0,-18 8 0,26-14 0,-26 8 0,-1 0 0,24-21 0,-26 19 0,38-24 0,-48 35 0,0 1 0,1 0 0,-1 0 0,1 1 0,0 0 0,0 1 0,0 0 0,14-2 0,35 3 0,-38 1 0,33-5 0,-46 4 0,0 0 0,0-1 0,0 0 0,0-1 0,0 0 0,0 0 0,-1 0 0,8-5 0,7-8 0,-10 9 0,0-1 0,0 1 0,0 1 0,15-6 0,-2 2 0,134-46 0,-128 47 0,-9 2 0,0 1 0,0 1 0,1 1 0,24-2 0,306 5 0,-164 3 0,1239-2-1365,-1400 0-5461</inkml:trace>
</inkml:ink>
</file>

<file path=ppt/ink/ink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4:02.8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24575,'8'0'0,"-1"0"0,0 1 0,0 0 0,0 0 0,1 0 0,-1 1 0,0 0 0,9 5 0,-6-2 0,0 1 0,0 1 0,0 0 0,11 10 0,-17-14 0,7 8 0,1-1 0,0-1 0,1 0 0,0-1 0,16 8 0,-6-6 0,0-2 0,26 7 0,-35-10 0,0 0 0,0 1 0,21 12 0,15 7 0,2 4 0,-43-23 0,1 0 0,0-1 0,0 0 0,0-1 0,13 4 0,-2-1 0,0 0 0,0 2 0,20 10 0,-27-13 0,0 0 0,1-2 0,0 0 0,28 4 0,-30-5 0,-8-2 0,-1 0 0,0 0 0,0 1 0,0-1 0,0 1 0,0 0 0,0 1 0,0-1 0,-1 1 0,1-1 0,-1 1 0,0 0 0,0 0 0,0 0 0,0 1 0,0-1 0,-1 1 0,1 0 0,-1-1 0,0 1 0,0 0 0,-1 0 0,3 8 0,1 8 0,0 0 0,-1 0 0,1 38 0,-2-30 0,-1-16 0,0 0 0,1 0 0,1 0 0,0-1 0,1 1 0,0-1 0,1 0 0,8 12 0,17 35 0,-27-46 0,0 1 0,0-1 0,-1 1 0,-1 0 0,0 0 0,0 14 0,-2 2 0,-4 47 0,3-68 0,1-1 0,-2 1 0,1-1 0,-1 0 0,0 0 0,-1 1 0,1-2 0,-1 1 0,-1 0 0,1 0 0,-1-1 0,-1 0 0,1 0 0,-1 0 0,0-1 0,0 1 0,-12 8 0,1-2 0,0 0 0,0-2 0,-2 0 0,1-1 0,-1 0 0,0-2 0,-1 0 0,0-1 0,0-1 0,-24 3 0,16-1-1365,6 0-5461</inkml:trace>
</inkml:ink>
</file>

<file path=ppt/ink/ink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4:08.3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35 24575,'1'-1'0,"-1"-1"0,0 1 0,1 0 0,-1 0 0,0 0 0,1 0 0,-1 0 0,1 0 0,0 0 0,-1 1 0,1-1 0,0 0 0,0 0 0,-1 0 0,1 1 0,0-1 0,0 0 0,0 1 0,0-1 0,0 1 0,0-1 0,0 1 0,0-1 0,0 1 0,0 0 0,0-1 0,2 1 0,33-7 0,-32 7 0,45-4 0,-1 1 0,78 7 0,-121-3 0,0 0 0,0 0 0,0 1 0,0 0 0,-1-1 0,1 2 0,0-1 0,-1 0 0,1 1 0,-1 0 0,0 0 0,7 7 0,3 4 0,25 34 0,-7-10 0,-27-31 0,-1-1 0,0 0 0,0 1 0,0 0 0,-1 0 0,0 0 0,-1 0 0,1 1 0,-1-1 0,-1 1 0,1-1 0,0 13 0,0-6 0,-1-7 0,2 0 0,-1 1 0,1-2 0,0 1 0,0 0 0,1-1 0,0 1 0,0-1 0,10 11 0,-8-10 0,1 2 0,-2-1 0,1 1 0,6 14 0,-7-7 0,0 1 0,4 32 0,3 9 0,-7-34 0,-1-1 0,1 29 0,-1-11 0,-2-35 0,-1 0 0,1 0 0,0 0 0,0 0 0,1 0 0,0-1 0,0 0 0,6 10 0,-4-9 0,-1 1 0,1 1 0,-2-1 0,5 11 0,-4-2 0,0 0 0,-2 0 0,1 1 0,-1 19 0,-5 70 0,1-38 0,2-44 0,0-3 0,-1 0 0,-4 26 0,4-40 0,-1 0 0,1-1 0,-2 1 0,1 0 0,-1-1 0,0 1 0,0-1 0,-1 0 0,0 0 0,-7 9 0,6-10 0,0 1 0,-1-1 0,1 0 0,-1 0 0,0-1 0,-1 0 0,1 0 0,-1 0 0,1-1 0,-1 0 0,-8 2 0,1-1 0,0-1 0,1-1 0,-2-1 0,-27 0 0,24-1 0,6 0 0,-1 0 0,-20 3 0,29-2 0,0 0 0,0 0 0,0 0 0,0 0 0,0 1 0,0 0 0,0 0 0,0 0 0,1 0 0,-1 1 0,-4 4 0,7-6 0,0-1 0,1 0 0,-1 1 0,1-1 0,-1 1 0,1-1 0,-1 1 0,1-1 0,-1 1 0,1 0 0,0-1 0,-1 1 0,1-1 0,0 1 0,0 0 0,-1-1 0,1 1 0,0 0 0,0-1 0,0 1 0,0 0 0,0 0 0,0-1 0,0 1 0,0 0 0,0-1 0,0 2 0,1-1 0,-1-1 0,1 1 0,0 0 0,-1 0 0,1-1 0,0 1 0,0 0 0,0-1 0,0 1 0,-1-1 0,1 1 0,0-1 0,0 1 0,0-1 0,0 0 0,1 1 0,7 1 0,0-1 0,0 0 0,11 0 0,-18-1 0,18-1 0,0 0 0,-1-2 0,1 0 0,29-10 0,-8 3 0,7-3 0,-27 7 0,0 1 0,0 1 0,26-2 0,-23 4 0,47-12 0,-46 9 0,45-6 0,100 10 0,-163 2 0,-12-2 0,-45 0 0,-1 2 0,-86 13 0,99-6-682,-52 3-1,63-10-6143</inkml:trace>
</inkml:ink>
</file>

<file path=ppt/ink/ink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4:12.3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69 582 24575,'-1'-7'0,"0"0"0,0 0 0,-1 1 0,1-1 0,-2 1 0,1-1 0,-1 1 0,0 0 0,0 0 0,-5-7 0,3 4 0,0 0 0,0 0 0,-5-17 0,5 5 0,1 1 0,1-1 0,0-32 0,5-67 0,1 39 0,-3 68 0,-1 4 0,1-1 0,1 1 0,0 0 0,0 0 0,5-18 0,-5 25 0,0-1 0,0 1 0,0-1 0,1 1 0,0-1 0,-1 1 0,1 0 0,0 0 0,0 0 0,0 0 0,0 0 0,1 0 0,-1 0 0,0 1 0,1-1 0,-1 1 0,1 0 0,0-1 0,-1 1 0,1 1 0,0-1 0,-1 0 0,6 0 0,23-3 0,0 2 0,1 2 0,48 4 0,2 0 0,-31-5 0,-28 0 0,1 0 0,-1 2 0,29 4 0,-46-4 0,-1 0 0,1 1 0,-1-1 0,1 1 0,-1 0 0,0 1 0,0-1 0,0 1 0,0 0 0,0 0 0,-1 0 0,1 1 0,-1 0 0,0 0 0,0 0 0,0 0 0,0 1 0,3 5 0,29 63 0,-17-34 0,-14-28-227,-1 0-1,0 0 1,-1 0-1,0 1 1,2 14-1,-2-1-6598</inkml:trace>
</inkml:ink>
</file>

<file path=ppt/ink/ink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4:18.1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24575,'3'3'0,"0"1"0,-1-1 0,0 0 0,0 1 0,0 0 0,0-1 0,0 1 0,-1 0 0,1 0 0,-1 0 0,1 6 0,10 25 0,9-3 0,-16-26 0,-1 1 0,0-1 0,0 1 0,0 0 0,0 1 0,-1-1 0,-1 1 0,4 13 0,0 19 0,6 30 0,-6-44 0,3 49 0,-5-36 0,-3-32 0,1 0 0,0 0 0,1-1 0,-1 1 0,1-1 0,0 0 0,1 0 0,-1 0 0,1 0 0,1-1 0,8 10 0,-7-9 0,-1 0 0,0 0 0,-1 1 0,1-1 0,-1 1 0,-1 0 0,1 0 0,-1 1 0,4 11 0,-3 5 0,-1-8 0,0-1 0,10 29 0,-12-41 0,1 1 0,-1-1 0,1 0 0,0 1 0,0-1 0,0 0 0,0 0 0,1-1 0,-1 1 0,1 0 0,-1-1 0,1 0 0,0 1 0,0-1 0,0 0 0,0-1 0,7 4 0,5-1 0,-1-2 0,1 1 0,0-1 0,0-1 0,0-1 0,0 0 0,15-3 0,-10 2 0,1 0 0,32 4 0,-46-2 0,0 0 0,0 1 0,0-1 0,-1 2 0,1-1 0,0 1 0,-1 0 0,0 0 0,0 1 0,0 0 0,8 7 0,21 20 0,-17-14 0,23 18 0,-33-30 0,-1 1 0,0 0 0,0 0 0,-1 1 0,0 0 0,0 0 0,-1 0 0,0 1 0,0 0 0,-1 0 0,7 15 0,-7-9 0,0 1 0,0 0 0,-1 0 0,-1 1 0,-1-1 0,0 19 0,-1 6 0,-4 112 0,3-146 0,0 0 0,-1 0 0,0-1 0,0 1 0,-1-1 0,0 1 0,0-1 0,0 0 0,0 0 0,-1 0 0,0-1 0,0 1 0,0-1 0,0 0 0,-1 0 0,-6 4 0,-2 1 0,0 0 0,-1 0 0,-1-1 0,-27 10 0,19-12-92,0-1-1,0-1 0,0-1 1,-1-1-1,1-1 0,-39-3 1,38 1-625,-3 0-6109</inkml:trace>
</inkml:ink>
</file>

<file path=ppt/ink/ink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0:54:18.9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1 100 24575,'0'-2'0,"1"1"0,-1-1 0,1 1 0,0-1 0,0 1 0,-1 0 0,1-1 0,0 1 0,0 0 0,0 0 0,1-1 0,-1 1 0,0 0 0,0 0 0,1 0 0,-1 1 0,2-2 0,26-15 0,-27 16 0,11-4 0,-1 0 0,2 1 0,-1 0 0,0 1 0,19-1 0,29-8 0,-34 5 0,1 2 0,-1 1 0,39-1 0,86 6 0,-56 1 0,634-2-1365,-703 0-5461</inkml:trace>
</inkml:ink>
</file>

<file path=ppt/ink/ink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09:26.0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0 131 24575,'82'1'0,"91"-3"0,-81-13 0,-62 9 0,41-4 0,19 8 0,-59 2 0,-1-1 0,1-1 0,-1-1 0,1-2 0,43-12 0,113-33 0,-171 46 0,26-3 0,-1 2 0,1 3 0,82 4 0,-36 0 0,261-2 0,-316 2 0,-1 1 0,49 12 0,-37-7 0,17 6 0,-32-7 0,40 5 0,65 9 0,-77-11 0,101 23 0,-132-28 0,-1 1 0,0 2 0,0 0 0,-1 2 0,-1 0 0,1 2 0,39 27 0,-49-29 0,1-1 0,-1-1 0,2 0 0,-1-1 0,25 8 0,-27-9 0,1 0 0,-1 0 0,-1 1 0,1 1 0,-1 0 0,-1 1 0,14 12 0,-9-7 0,0-1 0,31 18 0,-10-11 0,1-2 0,47 16 0,-76-32 0,0 1 0,-1 0 0,0 0 0,1 1 0,-1 0 0,-1 1 0,1 0 0,-1 0 0,0 0 0,0 1 0,11 12 0,2 5 0,1-1 0,1-1 0,1-1 0,1-1 0,0-1 0,2-1 0,34 18 0,-17-10 0,-2 2 0,41 35 0,-22-21 0,-38-27 0,31 25 0,-31-21 0,1-1 0,35 19 0,-37-24 0,0 1 0,0 1 0,31 29 0,-21-15 0,45 32 0,-9-3 0,3 3 0,-34-29 0,-29-24 0,-1-1 0,1 0 0,0-1 0,0 1 0,15 7 0,-14-8 0,0 0 0,0 0 0,-1 0 0,1 1 0,5 7 0,-5-5 0,1-1 0,17 13 0,0-6 0,-16-9 0,-1 0 0,0 0 0,-1 0 0,1 1 0,-1 1 0,0 0 0,11 12 0,-14-14-273,-1 1 0,1-1 0,0-1 0,8 7 0,3 0-6553</inkml:trace>
</inkml:ink>
</file>

<file path=ppt/ink/ink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09:27.3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203 0 24575,'12'0'0,"0"1"0,0 0 0,0 0 0,-1 1 0,1 0 0,13 6 0,-18-6 0,0 1 0,0 1 0,-1-1 0,1 1 0,-1 1 0,0-1 0,0 1 0,-1 0 0,0 0 0,0 1 0,5 6 0,8 8 0,1 0 0,34 28 0,-29-28 0,31 34 0,-51-48 0,0-1 0,0 1 0,0 0 0,-1 0 0,0 0 0,0 1 0,0-1 0,-1 1 0,2 9 0,-1 3 0,0 0 0,-1 20 0,0-9 0,-1-24 0,0 0 0,1 0 0,-1 0 0,1 0 0,1-1 0,-1 1 0,1-1 0,0 1 0,0-1 0,7 7 0,-6-6 0,-1-1 0,1 0 0,-1 1 0,0-1 0,0 1 0,-1 0 0,0 0 0,2 7 0,-4-12 0,0 1 0,0-1 0,0 0 0,0 1 0,0-1 0,0 0 0,-1 0 0,1 1 0,0-1 0,-1 0 0,1 0 0,-1 0 0,0 1 0,1-1 0,-1 0 0,0 0 0,0 0 0,1 0 0,-1 0 0,0 0 0,0-1 0,0 1 0,0 0 0,0 0 0,-1-1 0,1 1 0,0 0 0,0-1 0,0 1 0,0-1 0,-1 0 0,1 1 0,0-1 0,-1 0 0,-1 0 0,-7 2 0,0 0 0,0-1 0,-14-1 0,17 0 0,-224-4 0,210 2 0,-1 0 0,1-2 0,-29-7 0,2 0 0,40 9 10,1 0 0,-1-1 0,0 0 0,1 0-1,-1-1 1,1 0 0,-11-7 0,-1-4-308,-21-21 0,22 19-550,2 2-5978</inkml:trace>
</inkml:ink>
</file>

<file path=ppt/ink/ink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09:28.7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2352 2 24575,'-81'-2'0,"-92"5"0,155-1 0,0 2 0,0 0 0,1 1 0,-32 14 0,-25 7 0,31-13 0,-44 21 0,-34 11 0,107-42 0,-1 2 0,1 0 0,-1 1 0,1 0 0,1 1 0,-17 11 0,-61 37 0,60-37 0,-44 31 0,-12 9 0,3-2 0,74-49 0,0-1 0,0 0 0,-1-1 0,-13 5 0,11-5 0,1 0 0,0 1 0,-12 8 0,-85 56 0,78-47 0,-4 3 0,-32 31 0,53-45 0,0 0 0,-22 13 0,25-19 0,1 1 0,0 0 0,0 0 0,1 1 0,0 0 0,0 1 0,-13 18 0,10-11 0,0-1 0,-2 0 0,0-1 0,0 0 0,-1-1 0,-1-1 0,-28 18 0,28-19 0,0 1 0,2 1 0,-23 23 0,-8 8 0,18-21 0,15-14 0,0 1 0,0 0 0,1 1 0,0 1 0,1 0 0,0 0 0,-10 19 0,1 8 0,8-16 0,-22 35 0,27-50 0,-1 0 0,0 0 0,-9 7 0,11-11 0,0 1 0,-1 0 0,2 0 0,-1 1 0,1 0 0,-1-1 0,2 2 0,-1-1 0,-3 8 0,-2 10 0,1 1 0,1 0 0,1 0 0,1 1 0,-2 33 0,4-29 0,-1 1 0,-2-1 0,-12 40 0,9-40 0,1 1 0,2 0 0,-3 33 0,8-1-1365,1-35-5461</inkml:trace>
</inkml:ink>
</file>

<file path=ppt/ink/ink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09:29.7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24575,'0'447'0,"1"-437"0,0 0 0,0 0 0,1-1 0,0 1 0,0 0 0,1 0 0,1-1 0,-1 0 0,2 0 0,-1 0 0,1 0 0,12 15 0,5 12 0,-16-25 0,1 0 0,0 0 0,1-1 0,0 0 0,14 14 0,2-4 0,-5-4 0,25 27 0,-33-31 0,1 0 0,0-1 0,1 0 0,0-1 0,1-1 0,0 0 0,1-1 0,0 0 0,0-1 0,21 6 0,-27-9 0,0 0 0,-1 0 0,1 1 0,13 10 0,21 11 0,10 3 0,-37-19 0,1-1 0,20 8 0,-30-14 0,-1 1 0,1 0 0,-1-1 0,0 2 0,8 6 0,-8-7 0,-1 1 0,1-1 0,-1 0 0,1-1 0,1 1 0,11 4 0,-13-7 0,1 1 0,0-1 0,0 0 0,0 0 0,0-1 0,0 1 0,0-1 0,0-1 0,0 1 0,0-1 0,0 0 0,0 0 0,0-1 0,0 0 0,0 0 0,-1 0 0,1-1 0,8-5 0,-6 2 0,-1 1 0,-1-1 0,1 0 0,-1-1 0,0 1 0,-1-1 0,1-1 0,-1 1 0,-1-1 0,1 0 0,-1 0 0,3-11 0,13-50 0,-18 56 0,2-1 0,-1 1 0,2 0 0,-1 1 0,2-1 0,0 1 0,9-15 0,10-8 0,-2-2 0,22-45 0,-36 63 0,-1-2 0,0 1 0,-2-1 0,0 0 0,-2 0 0,3-28 0,-5 35 0,1 0 0,0 0 0,1 1 0,0-1 0,1 1 0,0 0 0,1 0 0,1 0 0,0 1 0,1 0 0,0 1 0,17-18 0,-22 25-151,2 0-1,-1 0 0,0 1 0,1 0 1,-1 0-1,1 0 0,0 1 1,5-3-1,13-2-6674</inkml:trace>
</inkml:ink>
</file>

<file path=ppt/ink/ink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09:30.9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130 0 24575,'-1'3'0,"0"0"0,1 0 0,-1 0 0,0 0 0,-1 0 0,1 0 0,-1 0 0,-1 2 0,-5 10 0,-81 216 0,84-214 0,0 0 0,2 0 0,0 0 0,-1 29 0,5 73 0,0-54 0,0 30-1365,-1-68-5461</inkml:trace>
</inkml:ink>
</file>

<file path=ppt/ink/ink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09:57.6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974 1 24575,'-318'0'0,"312"0"0,1 0 0,0 0 0,0 0 0,0 1 0,0 0 0,-1 0 0,1 0 0,0 0 0,0 1 0,1 0 0,-1 0 0,0 0 0,1 1 0,-1-1 0,1 1 0,0 0 0,0 1 0,0-1 0,0 1 0,0-1 0,1 1 0,0 0 0,0 1 0,0-1 0,0 0 0,-3 9 0,3-9 0,1 0 0,-1 0 0,1 0 0,-1 0 0,-1-1 0,1 1 0,0-1 0,-1 0 0,0 0 0,-5 4 0,-3 0 0,0-1 0,-16 6 0,21-9 0,0-1 0,1 1 0,-1 0 0,0 1 0,1-1 0,0 1 0,0 1 0,0-1 0,1 1 0,-1 0 0,1 0 0,-6 8 0,-3 11 0,10-15 0,-1 0 0,-13 16 0,-3 1 0,12-15 0,0-1 0,0 1 0,-19 15 0,22-22 0,1-1 0,0 2 0,1-1 0,-1 0 0,1 1 0,0 0 0,0 0 0,0 0 0,1 1 0,0-1 0,0 1 0,0 0 0,1 0 0,0 0 0,0 0 0,-2 9 0,0 0 0,-1 0 0,-1-1 0,-1 0 0,-14 24 0,13-25 0,1 0 0,0 0 0,1 1 0,0 0 0,-5 20 0,-3 27 0,7-36 0,1 1 0,-4 47 0,10 26 0,-1 23 0,0-117-2,0 1 0,-1-1 0,1 0 0,-1 0 0,0 1 0,-1-1 0,1 0 0,-1-1 0,0 1 0,-5 6 0,-6 10-1341,4-3-5483</inkml:trace>
</inkml:ink>
</file>

<file path=ppt/ink/ink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09:58.9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24575,'2'0'0,"0"0"0,0 1 0,0-1 0,0 1 0,0 0 0,0 0 0,0-1 0,0 1 0,0 0 0,-1 1 0,1-1 0,0 0 0,-1 0 0,1 1 0,-1-1 0,1 1 0,-1-1 0,0 1 0,0 0 0,2 2 0,0 1 0,0 0 0,0 1 0,-1 0 0,1-1 0,1 10 0,-1-6 0,-1 0 0,1-1 0,0 1 0,1-1 0,0 1 0,0-1 0,1 0 0,10 13 0,-6-9 0,-1 0 0,0 0 0,0 1 0,-2 0 0,10 23 0,-12-27 0,0 1 0,1-1 0,0-1 0,1 1 0,0-1 0,0 0 0,1 0 0,10 9 0,-2-4 0,0-1 0,1 0 0,24 13 0,-31-19 0,0 1 0,0-1 0,9 11 0,-10-9 0,1-1 0,-1 0 0,14 8 0,-13-10 0,0-1 0,1 1 0,0-2 0,0 1 0,0-1 0,0-1 0,0 0 0,1 0 0,15 0 0,-22-2 0,0 0 0,0 0 0,0-1 0,-1 1 0,1-1 0,0 0 0,0 0 0,0 0 0,0 0 0,-1-1 0,1 0 0,-1 1 0,1-1 0,-1 0 0,0-1 0,1 1 0,-1-1 0,0 1 0,-1-1 0,1 0 0,0 0 0,-1 0 0,0-1 0,1 1 0,-1 0 0,-1-1 0,3-5 0,1-7 0,-1 1 0,-1-1 0,-1 0 0,1-21 0,3-24 0,2 6-455,-3 0 0,-2-59 0,-3 87-6371</inkml:trace>
</inkml:ink>
</file>

<file path=ppt/ink/ink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10:04.0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1280 24575,'509'0'0,"-502"0"0,0 0 0,1-1 0,-1 0 0,0 0 0,8-2 0,-12 2 0,0 0 0,-1 0 0,1-1 0,-1 1 0,1-1 0,-1 1 0,1-1 0,-1 0 0,0 0 0,0 0 0,0 0 0,0 0 0,0 0 0,0-1 0,2-4 0,30-66 0,-22 46 0,26-44 0,-25 48 0,-2 0 0,-1 0 0,-1-1 0,0 0 0,8-45 0,-12 43 0,-4 20 0,0-1 0,0 1 0,1 0 0,-1 0 0,1 0 0,1 0 0,-1 0 0,1 0 0,0 1 0,0-1 0,1 1 0,0 0 0,5-6 0,-2 4 0,-2 2 0,1 0 0,-1-1 0,0 0 0,0 0 0,0 0 0,-1-1 0,0 1 0,5-12 0,9-33 0,-3-1 0,10-60 0,-19 68 0,-2 0 0,-1 0 0,-6-62 0,5-68 0,0 158 0,0-14 0,-2 29 0,0 0 0,0 0 0,-1 0 0,1 0 0,0 0 0,-1 0 0,1 0 0,-1 1 0,1-1 0,-1 0 0,0 0 0,1 0 0,-1 0 0,0 1 0,1-1 0,-1 0 0,0 1 0,0-1 0,0 1 0,0-1 0,0 1 0,0-1 0,0 1 0,1-1 0,-1 1 0,-2 0 0,-3-2 0,-1 0 0,0 1 0,1 0 0,-1 1 0,0 0 0,0 0 0,1 0 0,-1 1 0,-8 1 0,11-1 0,-1 0 0,1 1 0,0-1 0,0 1 0,0 0 0,0 0 0,1 0 0,-1 0 0,0 1 0,1 0 0,0-1 0,-1 1 0,1 0 0,0 1 0,-3 4 0,-6 9 0,-1-1 0,0 0 0,-1 0 0,-1-2 0,-22 18 0,26-22 0,0 0 0,0 0 0,1 1 0,0 1 0,1 0 0,0 0 0,1 1 0,1 0 0,-8 17 0,2-6 45,-30 42 0,11-20-1500,18-22-5371</inkml:trace>
</inkml:ink>
</file>

<file path=ppt/ink/ink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10:04.6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24575,'7'0'0,"15"-1"0,0 2 0,-1 0 0,1 1 0,26 7 0,-10-1 0,-24-5 0,-1 0 0,0 0 0,13 6 0,-22-7 0,1 0 0,-1 0 0,0 1 0,0 0 0,0-1 0,0 1 0,-1 1 0,1-1 0,-1 0 0,0 1 0,0 0 0,4 6 0,-1 1 0,1-1 0,0 1 0,1-1 0,0-1 0,0 1 0,1-1 0,0-1 0,0 0 0,14 9 0,71 39 0,-89-53 0,0 1 0,0 0 0,0 0 0,0 0 0,-1 1 0,0-1 0,0 1 0,0 0 0,6 10 0,-6-8 0,0-1 0,0 0 0,1 0 0,0 0 0,0-1 0,1 0 0,5 5 0,35 20-1365,-27-16-5461</inkml:trace>
</inkml:ink>
</file>

<file path=ppt/ink/ink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10:09.6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1 610 24575,'0'-4'0,"0"0"0,1 0 0,-1 0 0,1 0 0,0 0 0,1 0 0,-1 0 0,1 0 0,-1 1 0,1-1 0,0 0 0,1 1 0,-1 0 0,5-6 0,5-2 0,-1-1 0,21-13 0,-20 16 0,-1-1 0,15-14 0,-15 10 0,-2 0 0,15-25 0,9-15 0,-30 50 0,5-9 0,1 1 0,1 0 0,0 1 0,1 0 0,22-17 0,-28 24 0,0 0 0,0-1 0,0 1 0,-1-1 0,1 0 0,-1 0 0,0 0 0,0 0 0,-1-1 0,0 1 0,0-1 0,0 0 0,-1 0 0,3-7 0,-2 5 0,0 1 0,1 0 0,1 0 0,-1 0 0,1 0 0,0 1 0,1 0 0,10-10 0,13-15 0,-20 19 0,-5 6 0,0 0 0,1 1 0,-1-1 0,1 1 0,11-9 0,-15 14 0,0-1 0,0 0 0,0 1 0,0-1 0,1 1 0,-1-1 0,0 1 0,0 0 0,0 0 0,0-1 0,1 1 0,-1 0 0,0 0 0,0 0 0,0 0 0,1 0 0,0 1 0,0-1 0,-1 1 0,1 0 0,-1 0 0,1 0 0,-1 0 0,1 0 0,-1 0 0,0 0 0,0 0 0,1 0 0,-1 1 0,0-1 0,0 0 0,0 1 0,1 2 0,2 6 0,0 0 0,0 0 0,-1 1 0,0 0 0,-1-1 0,0 1 0,0 17 0,7 32 0,7 12 0,-11-43 0,2 1 0,1-1 0,17 42 0,-15-48 0,-2 0 0,0 1 0,-1 0 0,5 41 0,-7-21 0,-2 79 0,-3-115 0,-2 24 0,2-1 0,1 1 0,10 54 0,-1-38-21,-6-22-651,15 45 0,-11-50-6154</inkml:trace>
</inkml:ink>
</file>

<file path=ppt/ink/ink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10:29.7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24575,'6'0'0,"1"0"0,-1 0 0,1 1 0,-1 0 0,11 3 0,-14-3 0,-1 0 0,1 0 0,0 1 0,-1-1 0,0 1 0,1 0 0,-1 0 0,0-1 0,0 1 0,0 1 0,0-1 0,0 0 0,-1 0 0,1 1 0,1 3 0,14 26 0,-12-21 0,1 0 0,0-1 0,0 0 0,1 0 0,0 0 0,13 13 0,-8-12 0,-1 1 0,-1 0 0,0 0 0,-1 1 0,15 27 0,-4-5 0,-10-19 0,-1 0 0,0 1 0,-2 0 0,1 1 0,6 28 0,-8-19 0,2 1 0,1-1 0,1 0 0,25 47 0,-27-61 0,0-1 0,15 17 0,14 19 0,-2 24 0,-28-56 0,1 0 0,0-1 0,1 1 0,0-2 0,13 16 0,-3-9 0,-1 0 0,-1 2 0,-1 0 0,17 32 0,-24-37 0,-1 1 0,-1 0 0,0 0 0,3 23 0,-9-36 0,0-1 0,1 1 0,-1-1 0,1 1 0,0-1 0,0 0 0,1 1 0,0-1 0,0-1 0,0 1 0,0 0 0,1-1 0,-1 1 0,8 5 0,-3-3 0,-1-1 0,0 1 0,0 0 0,-1 0 0,0 1 0,0 0 0,-1 0 0,0 0 0,0 1 0,-1-1 0,0 1 0,0 0 0,-1 1 0,-1-1 0,3 10 0,5 18 0,2-1 0,1 0 0,26 48 0,-25-60-1365,0-5-5461</inkml:trace>
</inkml:ink>
</file>

<file path=ppt/ink/ink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10:30.5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59 24575,'20'1'0,"0"-1"0,0 2 0,0 1 0,0 0 0,23 8 0,-32-7 0,-1 0 0,0 0 0,0 1 0,0 1 0,0-1 0,-1 2 0,0-1 0,0 1 0,-1 0 0,15 16 0,8 11 0,2-2 0,2-1 0,57 39 0,-51-39 0,-31-23 0,-1 1 0,0 1 0,-1 0 0,8 12 0,-8-10 0,1-1 0,0 0 0,1-1 0,14 13 0,-21-21 0,-1 0 0,1 0 0,0 0 0,0 0 0,0-1 0,0 0 0,0 1 0,0-1 0,1 0 0,-1-1 0,0 1 0,0-1 0,1 1 0,-1-1 0,1 0 0,-1 0 0,0 0 0,1-1 0,-1 1 0,0-1 0,0 0 0,6-2 0,-6 2 0,0-1 0,0 1 0,0-1 0,0 0 0,-1 0 0,1 0 0,-1-1 0,0 1 0,1-1 0,-1 1 0,0-1 0,-1 0 0,1 1 0,0-1 0,-1 0 0,1 0 0,0-6 0,3-6 0,0-1 0,2-23 0,-2 13 0,0-1 0,-3 15 0,0-1 0,1 1 0,1 0 0,0 0 0,10-20 0,-7 17-124,1 0 0,-2-1 0,0 0 0,-1 0 0,-1 0 0,0-1-1,-1 0 1,-1 1 0,-1-1 0,0-24 0,-2 14-6702</inkml:trace>
</inkml:ink>
</file>

<file path=ppt/ink/ink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10:31.6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986 2033 24575,'0'-1208'0,"-1"1198"0,1 1 0,-1-1 0,-1 1 0,0 0 0,0-1 0,-1 1 0,0 0 0,-1 0 0,0 1 0,0-1 0,-8-12 0,-7-14 0,15 26 0,0 1 0,0 0 0,-1 1 0,0-1 0,0 1 0,-1 0 0,-8-9 0,-11-6 0,0 2 0,-40-26 0,55 39 0,0 1 0,1-1 0,0-1 0,0 1 0,1-2 0,0 1 0,-7-10 0,8 9 0,0 1 0,-1 0 0,0 0 0,-1 1 0,-17-12 0,-51-24 0,38 22 0,-14-5 0,39 20 0,1 0 0,0-1 0,0-1 0,0 0 0,1 0 0,0-1 0,-16-17 0,11 10 0,1 0 0,-24-16 0,-19-18 0,39 29 0,10 9 0,-2 0 0,0 1 0,-20-15 0,29 24 0,0 0 0,0 0 0,-1 0 0,1 1 0,0-1 0,-1 1 0,0 0 0,1 0 0,-1 0 0,0 0 0,1 1 0,-1-1 0,0 1 0,0 0 0,0 0 0,1 1 0,-1-1 0,0 1 0,0-1 0,-4 3 0,6-2 0,-1 0 0,1 0 0,0 0 0,0 1 0,-1-1 0,1 0 0,0 1 0,0 0 0,1 0 0,-1-1 0,0 1 0,1 0 0,-1 0 0,1 0 0,-1 1 0,1-1 0,0 0 0,0 0 0,0 1 0,0-1 0,1 1 0,-1-1 0,1 1 0,-1-1 0,1 1 0,0-1 0,0 1 0,0-1 0,0 1 0,0-1 0,1 4 0,2 7 0,-1 0 0,2 0 0,0 0 0,8 17 0,-11-29 0,36 78 0,-22-51 0,-2 0 0,15 46 0,-15-34-12,3-1 0,32 61 0,-16-37-1317,-19-36-5497</inkml:trace>
</inkml:ink>
</file>

<file path=ppt/ink/ink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10:32.1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0 129 24575,'63'1'0,"-21"0"0,-1-1 0,1-2 0,57-11 0,-25 1 0,-42 7 0,41-11 0,-51 10 0,-16 5 0,1-1 0,-1 0 0,0 0 0,0 0 0,0 0 0,-1-1 0,1 0 0,-1 0 0,10-7 0,-10 5-124,1 0 0,0 1 0,0-1 0,0 2 0,0-1 0,1 1-1,0 0 1,0 0 0,-1 0 0,15-2 0,2 1-6702</inkml:trace>
</inkml:ink>
</file>

<file path=ppt/ink/ink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10:33.3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1 389 24575,'1'0'0,"0"-1"0,0 1 0,0 0 0,0 0 0,0-1 0,0 1 0,0-1 0,-1 1 0,1-1 0,0 1 0,0-1 0,0 1 0,0-1 0,-1 0 0,1 1 0,0-1 0,-1 0 0,1 0 0,0 1 0,-1-1 0,1 0 0,-1 0 0,0 0 0,1 0 0,-1 0 0,1-1 0,7-30 0,-6 20 0,0 6 0,0 0 0,1 1 0,0-1 0,0 1 0,0-1 0,1 1 0,0 0 0,0 0 0,0 1 0,6-6 0,-4 4 0,0-1 0,0 0 0,10-15 0,-7 3 0,-1-1 0,8-26 0,8-18 0,-21 59 0,0 0 0,0 1 0,0-1 0,0 1 0,1 0 0,0 0 0,0 0 0,0 0 0,0 1 0,1-1 0,-1 1 0,1 0 0,0 0 0,0 1 0,0 0 0,8-3 0,-6 3 0,-1 0 0,0 1 0,0-1 0,1 1 0,-1 1 0,1-1 0,-1 1 0,0 0 0,1 1 0,-1 0 0,1 0 0,-1 0 0,0 1 0,7 2 0,-8-1 0,1 0 0,-1 0 0,0 0 0,0 1 0,0 0 0,-1 0 0,0 1 0,1-1 0,-1 1 0,-1 0 0,1 0 0,-1 0 0,4 8 0,1 4 0,0 1 0,10 35 0,-8-16 0,-1 1 0,-2-1 0,-1 2 0,0 69 0,-8 431-1365,2-512-5461</inkml:trace>
</inkml:ink>
</file>

<file path=ppt/ink/ink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10:38.6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2227 24575,'38'0'0,"104"-3"0,-118 1 0,0-1 0,0-2 0,44-13 0,-43 10 0,0 1 0,1 0 0,0 2 0,0 1 0,36 0 0,-51 3 0,-1 0 0,0-1 0,0 0 0,0 0 0,0-1 0,0 0 0,0-1 0,17-9 0,-9 6 0,0 0 0,1 2 0,0 0 0,0 1 0,32-3 0,-21 3 0,36-9 0,-59 11 0,-1-1 0,1 0 0,-1-1 0,0 1 0,0-1 0,0 0 0,-1-1 0,1 0 0,-1 1 0,0-1 0,5-8 0,27-23 0,-28 28 0,0-1 0,0 0 0,-1 0 0,-1-1 0,0 0 0,11-19 0,12-17 0,32-48 0,-53 79 0,0 0 0,-1 0 0,0-1 0,9-28 0,-11 27 0,0 1 0,1 0 0,1 1 0,17-26 0,-14 23 0,0 1 0,-1-1 0,-1 0 0,10-32 0,-14 41 0,-1 0 0,2 0 0,-1 0 0,11-12 0,-8 11 0,-1 0 0,9-17 0,-9 14 0,-2 0 0,1 0 0,-1 0 0,-1-1 0,-1 1 0,5-28 0,-3 4 0,12-45 0,-8 42 0,-6 29 0,0 1 0,1 0 0,0 0 0,10-16 0,-8 16 0,-1 0 0,0-1 0,6-19 0,-6 6 0,-1 0 0,1-30 0,5-32 0,-2 41 0,-2 13 0,11-37 0,15-58 0,0 0 0,-1 1 0,7 5 0,-37 118 0,0 0 0,0 0 0,0 0 0,-1 0 0,0 0 0,1 0 0,-1 0 0,0 0 0,-1 0 0,1 0 0,0 0 0,-1 0 0,0 0 0,0 0 0,-2-6 0,2 7 0,-1 0 0,0-1 0,0 1 0,0 0 0,0 1 0,0-1 0,0 0 0,0 0 0,0 1 0,-1 0 0,1-1 0,-1 1 0,1 0 0,-1 0 0,1 0 0,-1 0 0,0 1 0,-4-1 0,-2-1 0,0 1 0,0 1 0,0 0 0,0 0 0,0 1 0,0 0 0,0 0 0,0 1 0,0 0 0,1 1 0,-1-1 0,1 2 0,-1-1 0,-14 10 0,-19 9-37,14-8-627,-38 25 0,50-28-6162</inkml:trace>
</inkml:ink>
</file>

<file path=ppt/ink/ink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10:39.1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24575,'5'0'0,"0"0"0,1 0 0,-1 1 0,0-1 0,1 1 0,-1 0 0,0 1 0,0-1 0,0 1 0,0 0 0,0 1 0,0-1 0,0 1 0,-1 0 0,1 0 0,-1 0 0,0 1 0,0-1 0,0 1 0,5 7 0,-3-5 0,0-1 0,1 0 0,-1 0 0,1 0 0,11 4 0,-13-6 0,1 0 0,-1 0 0,1 0 0,-1 1 0,0 0 0,-1 0 0,1 0 0,-1 0 0,0 1 0,7 9 0,1 9 0,0 1 0,-2 1 0,7 25 0,13 32 0,-24-65 0,-1 0 0,0 1 0,-2-1 0,0 0 0,-1 1 0,0 21 0,-1-10 0,7 31 0,-1-15-455,-1 0 0,-1 56 0,-5-73-6371</inkml:trace>
</inkml:ink>
</file>

<file path=ppt/ink/ink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10:40.4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0 167 24575,'1'-7'0,"-1"1"0,1-1 0,0 0 0,0 1 0,0 0 0,1-1 0,0 1 0,1 0 0,-1 0 0,1 0 0,0 0 0,1 0 0,-1 1 0,1-1 0,0 1 0,8-8 0,-6 8 0,0 0 0,1 0 0,0 0 0,0 1 0,0-1 0,0 2 0,0-1 0,1 1 0,0 0 0,0 1 0,0 0 0,15-2 0,14 1 0,1 1 0,0 2 0,43 5 0,-78-4 0,-1-1 0,1 0 0,0 1 0,0-1 0,-1 1 0,1 0 0,0 0 0,-1 0 0,1 1 0,-1-1 0,0 0 0,1 1 0,-1 0 0,0-1 0,0 1 0,0 0 0,0 0 0,0 0 0,0 1 0,2 3 0,-1 1 0,0 0 0,0 0 0,-1 1 0,0-1 0,0 1 0,0 8 0,0-6 0,1-1 0,0 0 0,0-1 0,1 1 0,8 13 0,-8-13 0,1-1 0,-1 1 0,0 0 0,-1 0 0,4 17 0,-3 20 0,-1 0 0,-5 63 0,0-28 0,2-73 0,0 0 0,-1 1 0,0-1 0,0 0 0,0 0 0,-1 0 0,-1-1 0,1 1 0,-1 0 0,-1-1 0,1 0 0,-1 1 0,0-1 0,-1-1 0,0 1 0,0-1 0,0 0 0,-1 0 0,0 0 0,0-1 0,0 0 0,-1 0 0,1 0 0,-1-1 0,-1 0 0,1-1 0,-12 5 0,-127 40 0,118-39 0,21-8 0,1 1 0,0 0 0,-1 1 0,1-1 0,0 1 0,0 0 0,1 1 0,-10 6 0,-4 4 0,-7 7 0,26-20 0,0-1 0,0 0 0,0 1 0,0-1 0,0 0 0,0 1 0,0-1 0,0 0 0,0 0 0,0 1 0,0-1 0,0 0 0,0 1 0,0-1 0,0 0 0,0 1 0,0-1 0,0 0 0,1 0 0,-1 1 0,0-1 0,0 0 0,0 0 0,1 1 0,-1-1 0,0 0 0,0 0 0,0 0 0,1 1 0,-1-1 0,0 0 0,1 0 0,-1 0 0,0 0 0,0 0 0,1 1 0,-1-1 0,0 0 0,1 0 0,-1 0 0,1 0 0,17 6 0,-14-5 0,25 7 0,1-2 0,59 4 0,18 4 0,-45-5-297,0-3 0,111-3-1,-152-4-175,6 1-6353</inkml:trace>
</inkml:ink>
</file>

<file path=ppt/ink/ink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11:18.6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24575,'671'0'0,"-649"2"0,0 0 0,-1 2 0,35 9 0,-18-3 0,-29-7 0,0 0 0,0 1 0,0 0 0,0 1 0,-1 0 0,0 0 0,14 12 0,22 13 0,-22-19 0,1-1 0,46 14 0,-50-19 0,0 1 0,-1 1 0,0 0 0,-1 2 0,0 0 0,20 13 0,-13-5 0,1-2 0,0 0 0,31 12 0,26 14 0,11 6 0,-58-31 0,62 40 0,-60-32 0,-25-17 0,-1 0 0,0 0 0,-1 1 0,0 0 0,0 1 0,16 20 0,26 32 0,-31-38 0,27 40 0,-43-55 0,0 0 0,0 1 0,-1 0 0,0-1 0,-1 2 0,0-1 0,0 0 0,-1 1 0,1 11 0,-2-13 0,0-1 0,0 1 0,1 0 0,0-1 0,0 1 0,1-1 0,0 0 0,0 0 0,1 0 0,7 11 0,39 51 0,12 19 0,-55-77 0,-1 1 0,0-1 0,-1 2 0,0-1 0,-1 0 0,3 14 0,5 31 0,-4-22 0,-1 0 0,3 61 0,-8-73 0,1 0 0,1 0 0,1 0 0,1 0 0,2-1 0,16 38 0,9 26 0,-12-20 0,-3 1 0,12 84 0,-26-39 0,-1-29 0,-1-60 0,9 32 0,-6-34 0,4 40 0,-7-32-1365,-2-2-5461</inkml:trace>
</inkml:ink>
</file>

<file path=ppt/ink/ink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11:19.4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24575,'27'0'0,"1"1"0,51 8 0,-67-6 0,0 1 0,0-1 0,0 2 0,0 0 0,-1 0 0,1 1 0,-2 1 0,17 11 0,-10-5 0,10 9 0,0-2 0,2-1 0,45 23 0,-61-34 0,1 0 0,-1 0 0,22 20 0,9 5 0,1 5 0,-36-29 0,1 0 0,0-1 0,15 10 0,-9-10 0,0-1 0,0-1 0,23 7 0,-17-7 0,29 14 0,-41-15 0,0 1 0,-1 0 0,0 1 0,0 0 0,15 15 0,-11-10 0,-11-10 0,0 0 0,0 0 0,0-1 0,0 1 0,0-1 0,1 0 0,-1 1 0,0-1 0,1 0 0,-1 0 0,6 1 0,-7-2 0,0 0 0,0 0 0,0-1 0,0 1 0,0 0 0,0 0 0,0 0 0,0-1 0,0 1 0,0 0 0,0-1 0,0 1 0,0-1 0,0 1 0,0-1 0,0 0 0,0 1 0,-1-1 0,1 0 0,0 0 0,0 1 0,-1-1 0,1 0 0,0 0 0,-1 0 0,1 0 0,-1 0 0,0 0 0,1 0 0,-1 0 0,1-2 0,3-13 0,-1 0 0,-1 0 0,0-1 0,-1 1 0,-1-1 0,-3-28 0,2 4 0,-2-216-1365,3 230-5461</inkml:trace>
</inkml:ink>
</file>

<file path=ppt/ink/ink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11:25.9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2778 3021 24575,'1'-49'0,"0"10"0,-2 0 0,-1 0 0,-9-50 0,2 43 0,2-1 0,0-54 0,8-96 0,1 74 0,0 24 0,-5-116 0,0 199 0,0 1 0,-1 0 0,-1-1 0,-13-28 0,-2-8 0,5 7 0,-12-69 0,15 56 0,5 27 0,-4-38 0,8 45 0,-1 0 0,-1 1 0,-1-1 0,-1 1 0,-1 0 0,-1 1 0,-1 0 0,-25-41 0,16 29 0,-25-61 0,31 65 0,6 11 0,2 1 0,-1-1 0,2-1 0,-4-38 0,0-5 0,6 54 0,-1 0 0,1 0 0,-1 0 0,-1 0 0,0 1 0,0-1 0,0 1 0,-8-10 0,-3-1 0,-32-32 0,4 5 0,-77-71 0,74 68 0,21 23 0,1 0 0,-22-33 0,28 33 0,-1 2 0,-2 0 0,0 1 0,-25-20 0,35 33 0,1-1 0,1 0 0,-10-15 0,10 14 0,0 0 0,-20-20 0,24 28 0,-1 0 0,-1 0 0,1 1 0,-1-1 0,1 2 0,-1-1 0,0 1 0,0 0 0,-8-2 0,6 2 0,-1 0 0,1-1 0,0-1 0,-14-6 0,3-1 0,-1 1 0,-1 1 0,1 1 0,-1 1 0,0 1 0,-1 0 0,0 2 0,-24-1 0,-30 0 0,-83 7 0,50 1 0,-493-4 0,582 3 0,0 0 0,0 1 0,-30 9 0,3 0 0,40-10 0,-1 1 0,1 0 0,0 1 0,1 0 0,-1 0 0,1 1 0,0 0 0,0 0 0,0 1 0,-9 9 0,7-6 0,0-1 0,-1 0 0,0-1 0,-19 11 0,12-11 36,0-1-1,-20 4 1,22-6-404,0 1 0,0 0 0,-16 8 0,10-1-6458</inkml:trace>
</inkml:ink>
</file>

<file path=ppt/ink/ink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11:26.8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639 1 24575,'-10'1'0,"0"1"0,1 0 0,0 0 0,-1 1 0,1 1 0,0-1 0,1 1 0,-13 8 0,-10 3 0,-14 7 0,2 2 0,0 2 0,-76 62 0,26-23 0,59-42 0,28-20 0,0 1 0,0 0 0,0 0 0,1 1 0,-1 0 0,1 0 0,0 0 0,1 0 0,-1 1 0,-5 9 0,-17 22 0,22-31 0,1-1 0,0 1 0,0 0 0,0 0 0,0 0 0,1 0 0,-4 13 0,4-10 0,1 0 0,0 0 0,1 0 0,0 0 0,0 1 0,2 13 0,-1-19 0,1 0 0,-1-1 0,1 1 0,0-1 0,0 1 0,0-1 0,1 1 0,-1-1 0,1 0 0,0 0 0,0 1 0,0-1 0,0-1 0,1 1 0,-1 0 0,1 0 0,-1-1 0,1 0 0,4 3 0,15 8 0,0-2 0,42 15 0,2 1 0,-48-19 0,1-2 0,25 7 0,3-1 0,-26-6 0,0-2 0,0-1 0,0 0 0,37-1 0,3 0 0,-44 1 0,0 0 0,1 2 0,-1 0 0,31 14 0,-6-3 0,-16-6 0,-9-3 0,1-1 0,-1 0 0,1-2 0,0 0 0,28 2 0,-38-5 0,-1 0 0,0 0 0,1 0 0,-1 1 0,0 0 0,0 0 0,12 6 0,-5 0 0,0 0 0,19 16 0,-16-11-1365,0-3-5461</inkml:trace>
</inkml:ink>
</file>

<file path=ppt/ink/ink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11:27.8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1 526 24575,'7'0'0,"3"1"0,-1-1 0,1 0 0,-1-1 0,0 0 0,18-5 0,-24 4 0,0 1 0,0 0 0,-1-1 0,1 1 0,0-1 0,-1 0 0,0 0 0,1 0 0,-1 0 0,0-1 0,0 1 0,0 0 0,-1-1 0,1 0 0,0 1 0,-1-1 0,0 0 0,1 0 0,-1 1 0,-1-1 0,1 0 0,1-4 0,3-16 0,0-1 0,12-31 0,-14 46 0,1 1 0,0 0 0,0 0 0,1 0 0,0 0 0,1 1 0,7-8 0,-1 3 0,9-9 0,-1-1 0,-1 0 0,-1-1 0,0-1 0,16-32 0,-30 48 0,1-1 0,0 1 0,0-1 0,1 1 0,0 1 0,1-1 0,-1 1 0,2 0 0,-1 1 0,1 0 0,11-7 0,-16 11 0,0 0 0,1 0 0,-1 1 0,1-1 0,0 1 0,-1 0 0,1 0 0,0 0 0,0 1 0,0-1 0,0 1 0,-1 0 0,1 0 0,0 1 0,0-1 0,0 1 0,0-1 0,-1 1 0,1 1 0,0-1 0,-1 0 0,1 1 0,-1 0 0,1-1 0,-1 2 0,0-1 0,0 0 0,0 0 0,0 1 0,5 5 0,-2-1 0,0 0 0,0 1 0,0 0 0,-1 0 0,0 0 0,-1 0 0,0 1 0,0-1 0,4 18 0,-4-8 0,-1-1 0,-1 2 0,0-1 0,-1 21 0,0-17 0,1-1 0,9 41 0,-5-36 0,2 36 0,-7 165 0,0 9 0,13-116 0,2 33 0,-16 224 0,-1-368-273,2 0 0,-1 0 0,1 0 0,3 11 0,3 0-6553</inkml:trace>
</inkml:ink>
</file>

<file path=ppt/ink/ink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11:31.7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3305 3372 24575,'3'-3'0,"-1"0"0,1 0 0,-1-1 0,0 1 0,0 0 0,0-1 0,0 1 0,-1-1 0,1 0 0,-1 1 0,1-5 0,6-48 0,-1 7 0,2 10 0,-2-1 0,4-77 0,-12-83 0,-1 76 0,2-954 0,0 1062 0,-2 1 0,0-1-1,0 1 1,-2 0 0,1 0 0,-2 0-1,0 1 1,-9-18 0,-9-11 6,-35-51 0,35 61-36,3 0 0,1-1 1,-15-38-1,9 12-243,-59-106 1,73 145 294,0-1-1,2 1 1,1-2 0,-8-27 0,13 40 32,-1 0 1,-1 1-1,0-1 1,0 1 0,-1 0-1,0 1 1,-1-1-1,0 1 1,-9-9-1,-75-50-54,67 44 0,18 16 0,0 1 0,-1 0 0,1 0 0,-1 0 0,-1 1 0,1 0 0,-1 1 0,0-1 0,-15-5 0,9 7 0,-1-1 0,1-1 0,0 0 0,1-1 0,0-1 0,0 0 0,0 0 0,-19-16 0,-5-9 0,26 21 0,0 0 0,-1 2 0,0-1 0,0 1 0,-1 1 0,-1 0 0,1 1 0,-20-7 0,-22 1 0,40 10 0,0 0 0,0-1 0,0 0 0,-24-12 0,35 13 0,-1 0 0,1-1 0,0 1 0,0-1 0,0 0 0,1-1 0,0 1 0,-1 0 0,1-1 0,1 0 0,-5-8 0,5 9 0,1-1 0,-1 1 0,-1 0 0,1 0 0,-1 0 0,1 1 0,-1-1 0,0 0 0,-1 1 0,1 0 0,-1 0 0,1 0 0,-1 0 0,0 1 0,0-1 0,0 1 0,-5-2 0,-64-13 0,50 13 0,-40-12 0,4-8 0,-34-10 0,-67-3 0,142 33 0,-1-1 0,1-1 0,-20-9 0,21 8 0,0 0 0,-1 1 0,-28-5 0,-11 5 0,0 3 0,-71 6 0,21 0 0,-433-3 0,512 1 0,0 2 0,0 2 0,-37 10 0,55-13 0,1 1 0,-1 1 0,1 0 0,-1 0 0,1 1 0,0 0 0,1 1 0,-13 10 0,11-9 0,1 0 0,-1 0 0,0-1 0,0 0 0,-17 6 0,-47 9 0,45-14 0,1 2 0,1 0 0,-36 18 0,21-7-1365,22-13-5461</inkml:trace>
</inkml:ink>
</file>

<file path=ppt/ink/ink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11:32.5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1061 1 24575,'-82'-1'0,"-91"3"0,167-1 0,-1 0 0,1 0 0,0 1 0,-1 0 0,1 0 0,0 1 0,0-1 0,-8 7 0,-43 33 0,15-10 0,1-5 0,0-1 0,-64 27 0,90-47 0,1 1 0,0 0 0,0 1 0,0 0 0,1 1 0,1 1 0,-20 17 0,20-16 0,0 0 0,-2-1 0,-21 12 0,19-12 0,-29 24 0,40-30 0,0 1 0,0 0 0,1 0 0,0 0 0,0 0 0,1 1 0,-1-1 0,1 1 0,-4 11 0,2-1 0,4-12 0,0 0 0,0 1 0,0-1 0,-1 0 0,0 0 0,1 0 0,-1 0 0,-1-1 0,1 1 0,-1 0 0,1-1 0,-1 0 0,0 0 0,0 0 0,0 0 0,-1 0 0,1 0 0,-5 2 0,-25 7 0,26-10 0,0 1 0,-1 0 0,1 0 0,0 1 0,-11 7 0,17-11 0,1 1 0,-1-1 0,0 1 0,0 0 0,1 0 0,-1-1 0,1 1 0,-1 0 0,1 0 0,-1 0 0,1 0 0,-1 0 0,1 0 0,0 0 0,-1 0 0,1 0 0,0-1 0,0 1 0,0 0 0,0 0 0,0 0 0,0 2 0,0-1 0,1 0 0,0 1 0,-1-1 0,1 0 0,0 0 0,0 1 0,0-1 0,0 0 0,2 2 0,3 3 0,-1-1 0,1 0 0,0 0 0,9 7 0,0-1 0,1-1 0,0 0 0,24 11 0,-30-18 0,1 0 0,0 0 0,0-1 0,0 0 0,0-1 0,0 0 0,13 0 0,-7-1 0,1 1 0,-1 1 0,0 1 0,-1 0 0,1 1 0,-1 0 0,16 9 0,-18-9 0,-1 0 0,1-1 0,0-1 0,0 0 0,0 0 0,17-1 0,90-2 0,-61-2 0,384 1-1365,-417 1-5461</inkml:trace>
</inkml:ink>
</file>

<file path=ppt/ink/ink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21:11:36.2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0 132 24575,'0'-1'0,"1"0"0,-1 0 0,0 0 0,0 0 0,1 0 0,-1 0 0,1 0 0,-1 0 0,1 1 0,-1-1 0,1 0 0,-1 0 0,1 0 0,0 1 0,0-1 0,-1 0 0,1 1 0,0-1 0,0 1 0,0-1 0,-1 1 0,3-1 0,25-11 0,-14 7 0,28-17 0,-33 16 0,1 1 0,-1 0 0,2 0 0,-1 1 0,0 1 0,1-1 0,13-1 0,40-1 0,-34 4 0,32-6 0,-14-1 0,0 3 0,1 2 0,-1 1 0,78 7 0,-109 0 0,0-1 0,-1 2 0,0 0 0,31 15 0,-2-2 0,-41-16 0,0 0 0,0 0 0,0 0 0,0 0 0,-1 0 0,1 1 0,-1 0 0,1 0 0,-1 0 0,0 0 0,0 0 0,-1 0 0,1 1 0,-1 0 0,1-1 0,-1 1 0,0 0 0,0 0 0,-1 0 0,1 0 0,-1 0 0,1 8 0,1 6 0,-2 1 0,0-1 0,-1 0 0,-3 23 0,0-4 0,3-23 0,-1 1 0,-1 0 0,0-1 0,-5 17 0,6-27 0,-1 0 0,1 0 0,-1 0 0,1 0 0,-1 0 0,-1-1 0,1 1 0,0-1 0,-1 0 0,0 1 0,1-1 0,-1 0 0,-1-1 0,1 1 0,0-1 0,-1 1 0,1-1 0,-1 0 0,-5 2 0,-93 38 0,90-38 0,0 0 0,-1 0 0,0-1 0,-22 2 0,-15 4 0,50-9 0,0 0 0,0 0 0,0 0 0,1 0 0,-1 0 0,0 0 0,0 1 0,0-1 0,1 0 0,-1 0 0,0 0 0,0 0 0,0 1 0,0-1 0,0 0 0,1 0 0,-1 0 0,0 1 0,0-1 0,0 0 0,0 0 0,0 0 0,0 1 0,0-1 0,0 0 0,0 0 0,0 1 0,0-1 0,0 0 0,0 0 0,0 0 0,0 1 0,0-1 0,0 0 0,0 0 0,0 1 0,0-1 0,0 0 0,0 0 0,0 0 0,0 1 0,-1-1 0,1 0 0,0 0 0,0 0 0,0 0 0,0 1 0,0-1 0,-1 0 0,1 0 0,0 0 0,0 0 0,0 0 0,-1 1 0,1-1 0,0 0 0,0 0 0,0 0 0,-1 0 0,1 0 0,0 0 0,0 0 0,-1 0 0,19 8 0,29 6 0,-1 3 0,55 27 0,-66-30 0,0-1 0,53 11 0,41 15 0,41 21 0,-167-59 0,-1 0 0,1 0 0,0 0 0,-1 1 0,1-1 0,-1 1 0,0 0 0,1 0 0,-1 0 0,0 0 0,0 0 0,0 0 0,-1 1 0,1-1 0,0 1 0,-1-1 0,0 1 0,1 0 0,-1-1 0,0 1 0,-1 0 0,1 0 0,0-1 0,-1 1 0,1 0 0,-1 4 0,-1 5 0,0 1 0,0-1 0,-1-1 0,-1 1 0,-4 13 0,1-5 0,4-13 0,1 0 0,-2 0 0,1 0 0,-1 0 0,0-1 0,0 1 0,-1-1 0,1 0 0,-2 0 0,1 0 0,-1-1 0,1 1 0,-1-1 0,-1 0 0,1-1 0,-1 1 0,0-1 0,0 0 0,0 0 0,-1-1 0,-9 4 0,9-4 0,-1 1 0,1 0 0,0 0 0,-11 9 0,12-8 0,0-1 0,0 0 0,-1 0 0,1 0 0,-1-1 0,-8 4 0,-29 2 0,34-8 0,0 1 0,0 1 0,1-1 0,-1 1 0,1 1 0,-13 6 0,10-4-124,1 0 0,-1-1 0,0 0 0,0-1 0,-1-1 0,1 0-1,-1-1 1,0 0 0,0 0 0,-16-2 0,2 1-6702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EC44F-6DFA-5075-0B86-B5306349A1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597921-7ECB-ABBA-E77B-FDA7D67CE5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26002F-E558-8A13-2152-E7B61E4B2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2868A1-B458-41A6-8BAE-A278B7B597FD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6557E9-9F21-3729-A090-343AC52C2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79E2FC-8254-1C5D-3B12-06610B423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1390F-C87B-44F9-A2E6-809AB5BC15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1139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4A5559-64D9-F613-52CB-5806C8839F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46CC10-59AA-7BBC-31FF-613D32D993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6A0AA6-BD8A-4F87-D665-88F5B0996D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2868A1-B458-41A6-8BAE-A278B7B597FD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31CB93-390D-5418-F2E8-DA13BA2B21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FD069F-7B34-1CED-C130-D377DAEDA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1390F-C87B-44F9-A2E6-809AB5BC15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6612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7800F1-A4F6-BD2C-00E5-465C05DC2E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BC96A3-4EA0-366E-BE31-72324A3FB5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275A7B-9948-8543-5D18-599780B53B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2868A1-B458-41A6-8BAE-A278B7B597FD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DA872B-7DFF-DF08-1B5F-167F250DC3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7B83CF-AA56-8537-4925-4F303F3B5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1390F-C87B-44F9-A2E6-809AB5BC15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82768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B6F957-A391-EC4F-E3A2-DB0C99C448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3253B5-C49B-26ED-C881-1FBDE7DDC9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D7F2F7-8E88-0B86-73E6-5EB9BE3708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36359A-D9C8-A50E-A7D3-53DC879F25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2868A1-B458-41A6-8BAE-A278B7B597FD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52B38B-669F-E8CF-D0B4-4A5AA017E4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E470C4-3119-9511-5596-8E7BB0CC4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1390F-C87B-44F9-A2E6-809AB5BC15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8248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71CE22-82F7-790E-B98E-91242541C1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5975D1-981B-D1D2-61E6-D847F4E503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EE2DDE-E99C-A56A-CCAD-B7D52219CB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CCB2C0-862F-E229-C381-D32835CB03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4E3F45-3C15-616F-26E0-C6E4867D536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C6A2DFC-327F-E2DA-544F-DEB8C88DEA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2868A1-B458-41A6-8BAE-A278B7B597FD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187E9CD-8A23-00C4-823B-FFBC6BE49A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492D4C6-A9DD-2056-C1D2-1CB60554CB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1390F-C87B-44F9-A2E6-809AB5BC15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9586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16F881-4A60-5646-79DB-77BC47F024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F02FD6-92DC-EF9D-ABC7-80EDB1B108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2868A1-B458-41A6-8BAE-A278B7B597FD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EA7743-A897-D71B-2B7B-7C9C94C921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F2B11B-1CD3-AFBB-C64C-6B7840ED1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1390F-C87B-44F9-A2E6-809AB5BC15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71452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198C256-89D4-7DD9-39DE-D55B00B9F8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2868A1-B458-41A6-8BAE-A278B7B597FD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BB5E91F-EBDB-2AF6-9FDA-ECD5738B4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86DE6D-4031-5EA6-AC8F-AD187C8FB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1390F-C87B-44F9-A2E6-809AB5BC15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24822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88834E-8E2B-3C73-9CC9-8DEF01118A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5DD87D-DB23-592F-2927-E830B90864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33AE34-DFE8-2025-2733-3B5AAE56A3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D0078C-61BA-E207-73F7-BD221DB669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2868A1-B458-41A6-8BAE-A278B7B597FD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9F5E6F-9BBE-C87C-32DD-FC33CAFDD6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6FF881-AFFF-C4CD-B733-1FCC0CACA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1390F-C87B-44F9-A2E6-809AB5BC15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26262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1FB47C-74AB-DC92-3CB7-101B98AF53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2BB95E-AEBC-54DB-C6CA-CBBA460AF8F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369BCC-A30F-871A-6A28-FC6DC2E7CC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CAB941-09A8-435B-7BD6-EEC0BA1266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2868A1-B458-41A6-8BAE-A278B7B597FD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77334D-6157-1B1E-F901-E09DB77967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E35703-53E9-9852-887B-2900B6B37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1390F-C87B-44F9-A2E6-809AB5BC15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55108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308EB3-F4DE-4C53-F234-9838F7B202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38B613-8636-47D2-3358-9BF0BC3C4D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A25C21-29CF-2A9B-2A28-3720B12608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2868A1-B458-41A6-8BAE-A278B7B597FD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18702D-F0DF-5312-B641-406A8F4FFF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3CDBF2-3C0F-7068-35B5-CA60B31CD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1390F-C87B-44F9-A2E6-809AB5BC15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99920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E6A2A6E-C919-24A8-6588-CBE5B64C13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A25624-4B3C-1C1F-49B0-4C5572311C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36CA8-D208-0438-F215-33B5C4A9F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2868A1-B458-41A6-8BAE-A278B7B597FD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9754FE-F870-B3E3-2CE9-E7620D81BD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9026C7-884F-4698-38D8-F9070F2BCE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1390F-C87B-44F9-A2E6-809AB5BC15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5074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D6E241-8B2D-ECEF-1744-39FA11751D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C4B584-F076-BFF5-2434-985C49B34C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06BE45-9333-2FDA-D229-BB7F94A5D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41930-F8FC-4542-827E-E504F4750562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49F73C-3050-7F08-0988-E7AEA1F898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BD4AD9-A904-5C5F-CDA1-D8026F121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D1F2-5883-4D86-8C66-99BA3F5E4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81571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95DA2-4849-C734-D90A-A02D0BDBEA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062D88-0BC7-285A-7150-77A3E5324A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B1DFE6-67D6-6929-B0D7-1E50EFDF02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41930-F8FC-4542-827E-E504F4750562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5F74CE-909D-327A-16CE-F8B08425B7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94D6BD-363C-FFDE-0147-FCB593507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D1F2-5883-4D86-8C66-99BA3F5E4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1709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ABFB66-FED5-C23F-A119-5684787157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70F3DC-C4FA-9B3E-0A41-B994BE54A4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FF6593-7605-6B6A-43F8-A75CE3FCA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41930-F8FC-4542-827E-E504F4750562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820ADF-AB69-F8FF-7D51-F02E78011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A14165-98C3-E8F8-9238-5B86EC409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D1F2-5883-4D86-8C66-99BA3F5E4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707691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DAFA95-D666-B294-DAA1-F38D600B42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CD57B3-312E-150E-FAC4-37CAE3F7AE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BD6F15-44BA-54B3-0C6E-93D10704EC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10D678-A6C5-B023-1F27-3F4DF5C9BC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41930-F8FC-4542-827E-E504F4750562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32D8DA-3B85-9DB5-2A7E-64796A3580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4B562F-1AFF-0C90-B6D3-AA0AC2466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D1F2-5883-4D86-8C66-99BA3F5E4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741440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D3A3E-D984-E5EE-B50B-82D6A146A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1172E0-233A-777A-19F0-886F8F7F83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606BBD-7869-1FA8-E9C2-0F2A5E46C3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7F7557-A959-94A1-6DAA-946B541C0E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A3DB72-1531-44DB-2BB0-1C3A9CCC62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686509-38A8-DEB0-AC4E-60273B6315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41930-F8FC-4542-827E-E504F4750562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8595E2D-3FCE-7663-ADDD-B9D2BABB75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605A61D-0F2E-5F50-3F85-96416B9B6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D1F2-5883-4D86-8C66-99BA3F5E4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249734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0F628-9666-D68E-8925-4C88B845C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7FE773-9442-F217-C0F2-3E90F36E2E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41930-F8FC-4542-827E-E504F4750562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E02FF80-E9B3-F78D-421C-077FDDE08E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9B4EFF-CFDA-40BC-8C59-EF47FC2B5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D1F2-5883-4D86-8C66-99BA3F5E4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525159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E2CD6C-62A6-7807-BCA5-9C954C0365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41930-F8FC-4542-827E-E504F4750562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7D1C279-D75F-759D-4B09-34A8805406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BE702A-5E82-A436-1CF1-AC1A5F1D8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D1F2-5883-4D86-8C66-99BA3F5E4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594448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3255C2-612A-1713-E9F9-C567C49EFE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8C25D3-AC77-BEC9-CAE2-E0B56C6C64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40BF17-72D6-4C5F-63BF-63E09F848F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46480D-1305-DBDC-69F1-7F5788D24B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41930-F8FC-4542-827E-E504F4750562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210CE9-13D7-28C9-516A-5F548EC30B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F8DFF4-9934-70B9-FF5A-14DECC12E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D1F2-5883-4D86-8C66-99BA3F5E4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5086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72A2AC-3BFC-8D13-F061-1D8BA629F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AE17838-5D5F-1AC4-2AA6-AB201A49864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3A495F-243C-04C6-D8FF-44A21B7A8F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73BC94-BB1D-03FB-0C2A-5A2874C63B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41930-F8FC-4542-827E-E504F4750562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58AE6C-6A78-516D-60F4-3DDC1EBA5C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A5DE6A-457E-2A89-A0BB-5A61AD899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D1F2-5883-4D86-8C66-99BA3F5E4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092200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511E31-AC2E-E027-6BCA-8959DD3737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CD8F0C-E592-BC50-EACE-A200D9D693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70F7BB-297F-7BA6-2B9B-CCB896D23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41930-F8FC-4542-827E-E504F4750562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0FB0D6-482B-29F6-26D6-5EDD7B777E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674FB8-D633-35BA-DDD7-CD6F08599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D1F2-5883-4D86-8C66-99BA3F5E4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796430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EFD6B4B-D467-2CC4-B071-114D099A06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34A8AA-9629-7368-7203-3E2A03E01A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285EF8-CBC7-A453-61F9-476116AF67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41930-F8FC-4542-827E-E504F4750562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FCAA67-64B2-580A-F610-CEBEFC3250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AF326A-582B-1C6F-4791-84ACA5589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D1F2-5883-4D86-8C66-99BA3F5E4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33945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219581E-1B4A-CA82-75B4-55E2FAD8A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EC4B58-1489-A63B-5652-B1446C0903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A9DC8D-EFDC-C1B5-C0B1-B2E3BE71E2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2868A1-B458-41A6-8BAE-A278B7B597FD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4DC705-B24A-4F0C-9E99-C40583C358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F8C6A8-602C-CB9C-94B2-DA28F0F1C2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21390F-C87B-44F9-A2E6-809AB5BC15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7088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0DC7DE6-1EEF-DF17-75D8-A6F6D63440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8223C0-1BCC-71E5-EE23-D01197BCAE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231058-303A-EE33-694F-DE56AC03D5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041930-F8FC-4542-827E-E504F4750562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959B44-5FCF-3438-7C14-156D364CBA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EE7A8B-89D9-BA6F-C698-C50583E759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36D1F2-5883-4D86-8C66-99BA3F5E4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34128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rtofcse.com/learning/introduction-to-dynamic-programming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youtube.com/watch?v=jgiZlGzXMBw" TargetMode="Externa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hyperlink" Target="https://www.youtube.com/watch?v=KnWorqyDSLA" TargetMode="Externa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hyperlink" Target="https://www.youtube.com/watch?v=KnWorqyDSLA" TargetMode="Externa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hyperlink" Target="https://www.youtube.com/watch?v=KnWorqyDSLA" TargetMode="Externa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hyperlink" Target="https://www.youtube.com/watch?v=KnWorqyDSLA" TargetMode="Externa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hyperlink" Target="https://www.youtube.com/watch?v=KnWorqyDSLA" TargetMode="Externa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hyperlink" Target="https://www.youtube.com/watch?v=KnWorqyDSLA" TargetMode="Externa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hyperlink" Target="https://www.youtube.com/watch?v=KnWorqyDSLA" TargetMode="Externa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hyperlink" Target="https://www.youtube.com/watch?v=KnWorqyDSLA" TargetMode="Externa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hyperlink" Target="https://www.youtube.com/watch?v=KnWorqyDSLA" TargetMode="Externa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hyperlink" Target="https://www.youtube.com/watch?v=qxWu-SeAqe4" TargetMode="Externa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hyperlink" Target="https://www.youtube.com/watch?v=qxWu-SeAqe4" TargetMode="Externa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hyperlink" Target="https://www.youtube.com/watch?v=cJ21moQpofY" TargetMode="Externa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hyperlink" Target="https://www.youtube.com/watch?v=cJ21moQpofY" TargetMode="Externa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hyperlink" Target="https://www.youtube.com/watch?v=cJ21moQpofY" TargetMode="Externa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hyperlink" Target="https://www.youtube.com/watch?v=cJ21moQpofY" TargetMode="Externa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hyperlink" Target="https://www.youtube.com/watch?v=cJ21moQpofY" TargetMode="Externa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hyperlink" Target="https://www.youtube.com/watch?v=cJ21moQpofY" TargetMode="Externa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ByteQuest0/Implemention_codes/blob/main/Dynamic%20Programming/knapsack.py" TargetMode="External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ByteQuest0/Implemention_codes/blob/main/Dynamic%20Programming/knapsack.py" TargetMode="External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ByteQuest0/Implemention_codes/blob/main/Dynamic%20Programming/knapsack.py" TargetMode="External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ByteQuest0/Implemention_codes/blob/main/Dynamic%20Programming/knapsack.py" TargetMode="External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rtofcse.com/learning/introduction-to-dynamic-programming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rtofcse.com/learning/introduction-to-dynamic-programming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rtofcse.com/learning/introduction-to-dynamic-programming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rtofcse.com/learning/introduction-to-dynamic-programming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3" Type="http://schemas.openxmlformats.org/officeDocument/2006/relationships/hyperlink" Target="https://www.artofcse.com/learning/introduction-to-dynamic-programming" TargetMode="External"/><Relationship Id="rId7" Type="http://schemas.openxmlformats.org/officeDocument/2006/relationships/image" Target="../media/image35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5" Type="http://schemas.openxmlformats.org/officeDocument/2006/relationships/image" Target="../media/image34.png"/><Relationship Id="rId4" Type="http://schemas.openxmlformats.org/officeDocument/2006/relationships/customXml" Target="../ink/ink1.xml"/><Relationship Id="rId9" Type="http://schemas.openxmlformats.org/officeDocument/2006/relationships/image" Target="../media/image36.png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customXml" Target="../ink/ink6.xml"/><Relationship Id="rId13" Type="http://schemas.openxmlformats.org/officeDocument/2006/relationships/image" Target="../media/image41.png"/><Relationship Id="rId3" Type="http://schemas.openxmlformats.org/officeDocument/2006/relationships/hyperlink" Target="https://www.artofcse.com/learning/introduction-to-dynamic-programming" TargetMode="External"/><Relationship Id="rId7" Type="http://schemas.openxmlformats.org/officeDocument/2006/relationships/image" Target="../media/image38.png"/><Relationship Id="rId12" Type="http://schemas.openxmlformats.org/officeDocument/2006/relationships/customXml" Target="../ink/ink8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5.xml"/><Relationship Id="rId11" Type="http://schemas.openxmlformats.org/officeDocument/2006/relationships/image" Target="../media/image40.png"/><Relationship Id="rId5" Type="http://schemas.openxmlformats.org/officeDocument/2006/relationships/image" Target="../media/image37.png"/><Relationship Id="rId15" Type="http://schemas.openxmlformats.org/officeDocument/2006/relationships/image" Target="../media/image42.png"/><Relationship Id="rId10" Type="http://schemas.openxmlformats.org/officeDocument/2006/relationships/customXml" Target="../ink/ink7.xml"/><Relationship Id="rId4" Type="http://schemas.openxmlformats.org/officeDocument/2006/relationships/customXml" Target="../ink/ink4.xml"/><Relationship Id="rId9" Type="http://schemas.openxmlformats.org/officeDocument/2006/relationships/image" Target="../media/image39.png"/><Relationship Id="rId14" Type="http://schemas.openxmlformats.org/officeDocument/2006/relationships/customXml" Target="../ink/ink9.xml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customXml" Target="../ink/ink12.xml"/><Relationship Id="rId13" Type="http://schemas.openxmlformats.org/officeDocument/2006/relationships/image" Target="../media/image41.png"/><Relationship Id="rId18" Type="http://schemas.openxmlformats.org/officeDocument/2006/relationships/customXml" Target="../ink/ink17.xml"/><Relationship Id="rId3" Type="http://schemas.openxmlformats.org/officeDocument/2006/relationships/hyperlink" Target="https://www.artofcse.com/learning/introduction-to-dynamic-programming" TargetMode="External"/><Relationship Id="rId21" Type="http://schemas.openxmlformats.org/officeDocument/2006/relationships/image" Target="../media/image46.png"/><Relationship Id="rId7" Type="http://schemas.openxmlformats.org/officeDocument/2006/relationships/image" Target="../media/image38.png"/><Relationship Id="rId12" Type="http://schemas.openxmlformats.org/officeDocument/2006/relationships/customXml" Target="../ink/ink14.xml"/><Relationship Id="rId17" Type="http://schemas.openxmlformats.org/officeDocument/2006/relationships/image" Target="../media/image44.png"/><Relationship Id="rId2" Type="http://schemas.openxmlformats.org/officeDocument/2006/relationships/image" Target="../media/image8.png"/><Relationship Id="rId16" Type="http://schemas.openxmlformats.org/officeDocument/2006/relationships/customXml" Target="../ink/ink16.xml"/><Relationship Id="rId20" Type="http://schemas.openxmlformats.org/officeDocument/2006/relationships/customXml" Target="../ink/ink18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1.xml"/><Relationship Id="rId11" Type="http://schemas.openxmlformats.org/officeDocument/2006/relationships/image" Target="../media/image43.png"/><Relationship Id="rId5" Type="http://schemas.openxmlformats.org/officeDocument/2006/relationships/image" Target="../media/image37.png"/><Relationship Id="rId15" Type="http://schemas.openxmlformats.org/officeDocument/2006/relationships/image" Target="../media/image42.png"/><Relationship Id="rId10" Type="http://schemas.openxmlformats.org/officeDocument/2006/relationships/customXml" Target="../ink/ink13.xml"/><Relationship Id="rId19" Type="http://schemas.openxmlformats.org/officeDocument/2006/relationships/image" Target="../media/image45.png"/><Relationship Id="rId4" Type="http://schemas.openxmlformats.org/officeDocument/2006/relationships/customXml" Target="../ink/ink10.xml"/><Relationship Id="rId9" Type="http://schemas.openxmlformats.org/officeDocument/2006/relationships/image" Target="../media/image39.png"/><Relationship Id="rId14" Type="http://schemas.openxmlformats.org/officeDocument/2006/relationships/customXml" Target="../ink/ink15.xml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customXml" Target="../ink/ink21.xml"/><Relationship Id="rId13" Type="http://schemas.openxmlformats.org/officeDocument/2006/relationships/image" Target="../media/image41.png"/><Relationship Id="rId18" Type="http://schemas.openxmlformats.org/officeDocument/2006/relationships/customXml" Target="../ink/ink26.xml"/><Relationship Id="rId26" Type="http://schemas.openxmlformats.org/officeDocument/2006/relationships/customXml" Target="../ink/ink30.xml"/><Relationship Id="rId3" Type="http://schemas.openxmlformats.org/officeDocument/2006/relationships/hyperlink" Target="https://www.artofcse.com/learning/introduction-to-dynamic-programming" TargetMode="External"/><Relationship Id="rId21" Type="http://schemas.openxmlformats.org/officeDocument/2006/relationships/image" Target="../media/image49.png"/><Relationship Id="rId7" Type="http://schemas.openxmlformats.org/officeDocument/2006/relationships/image" Target="../media/image38.png"/><Relationship Id="rId12" Type="http://schemas.openxmlformats.org/officeDocument/2006/relationships/customXml" Target="../ink/ink23.xml"/><Relationship Id="rId17" Type="http://schemas.openxmlformats.org/officeDocument/2006/relationships/image" Target="../media/image47.png"/><Relationship Id="rId25" Type="http://schemas.openxmlformats.org/officeDocument/2006/relationships/image" Target="../media/image51.png"/><Relationship Id="rId2" Type="http://schemas.openxmlformats.org/officeDocument/2006/relationships/image" Target="../media/image8.png"/><Relationship Id="rId16" Type="http://schemas.openxmlformats.org/officeDocument/2006/relationships/customXml" Target="../ink/ink25.xml"/><Relationship Id="rId20" Type="http://schemas.openxmlformats.org/officeDocument/2006/relationships/customXml" Target="../ink/ink27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0.xml"/><Relationship Id="rId11" Type="http://schemas.openxmlformats.org/officeDocument/2006/relationships/image" Target="../media/image43.png"/><Relationship Id="rId24" Type="http://schemas.openxmlformats.org/officeDocument/2006/relationships/customXml" Target="../ink/ink29.xml"/><Relationship Id="rId5" Type="http://schemas.openxmlformats.org/officeDocument/2006/relationships/image" Target="../media/image37.png"/><Relationship Id="rId15" Type="http://schemas.openxmlformats.org/officeDocument/2006/relationships/image" Target="../media/image42.png"/><Relationship Id="rId23" Type="http://schemas.openxmlformats.org/officeDocument/2006/relationships/image" Target="../media/image50.png"/><Relationship Id="rId10" Type="http://schemas.openxmlformats.org/officeDocument/2006/relationships/customXml" Target="../ink/ink22.xml"/><Relationship Id="rId19" Type="http://schemas.openxmlformats.org/officeDocument/2006/relationships/image" Target="../media/image48.png"/><Relationship Id="rId4" Type="http://schemas.openxmlformats.org/officeDocument/2006/relationships/customXml" Target="../ink/ink19.xml"/><Relationship Id="rId9" Type="http://schemas.openxmlformats.org/officeDocument/2006/relationships/image" Target="../media/image39.png"/><Relationship Id="rId14" Type="http://schemas.openxmlformats.org/officeDocument/2006/relationships/customXml" Target="../ink/ink24.xml"/><Relationship Id="rId22" Type="http://schemas.openxmlformats.org/officeDocument/2006/relationships/customXml" Target="../ink/ink28.xml"/><Relationship Id="rId27" Type="http://schemas.openxmlformats.org/officeDocument/2006/relationships/image" Target="../media/image52.png"/></Relationships>
</file>

<file path=ppt/slides/_rels/slide5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1.png"/><Relationship Id="rId18" Type="http://schemas.openxmlformats.org/officeDocument/2006/relationships/customXml" Target="../ink/ink38.xml"/><Relationship Id="rId26" Type="http://schemas.openxmlformats.org/officeDocument/2006/relationships/customXml" Target="../ink/ink42.xml"/><Relationship Id="rId21" Type="http://schemas.openxmlformats.org/officeDocument/2006/relationships/image" Target="../media/image49.png"/><Relationship Id="rId34" Type="http://schemas.openxmlformats.org/officeDocument/2006/relationships/customXml" Target="../ink/ink46.xml"/><Relationship Id="rId7" Type="http://schemas.openxmlformats.org/officeDocument/2006/relationships/image" Target="../media/image38.png"/><Relationship Id="rId12" Type="http://schemas.openxmlformats.org/officeDocument/2006/relationships/customXml" Target="../ink/ink35.xml"/><Relationship Id="rId17" Type="http://schemas.openxmlformats.org/officeDocument/2006/relationships/image" Target="../media/image47.png"/><Relationship Id="rId25" Type="http://schemas.openxmlformats.org/officeDocument/2006/relationships/image" Target="../media/image54.png"/><Relationship Id="rId33" Type="http://schemas.openxmlformats.org/officeDocument/2006/relationships/image" Target="../media/image58.png"/><Relationship Id="rId2" Type="http://schemas.openxmlformats.org/officeDocument/2006/relationships/image" Target="../media/image8.png"/><Relationship Id="rId16" Type="http://schemas.openxmlformats.org/officeDocument/2006/relationships/customXml" Target="../ink/ink37.xml"/><Relationship Id="rId20" Type="http://schemas.openxmlformats.org/officeDocument/2006/relationships/customXml" Target="../ink/ink39.xml"/><Relationship Id="rId29" Type="http://schemas.openxmlformats.org/officeDocument/2006/relationships/image" Target="../media/image56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2.xml"/><Relationship Id="rId11" Type="http://schemas.openxmlformats.org/officeDocument/2006/relationships/image" Target="../media/image43.png"/><Relationship Id="rId24" Type="http://schemas.openxmlformats.org/officeDocument/2006/relationships/customXml" Target="../ink/ink41.xml"/><Relationship Id="rId32" Type="http://schemas.openxmlformats.org/officeDocument/2006/relationships/customXml" Target="../ink/ink45.xml"/><Relationship Id="rId37" Type="http://schemas.openxmlformats.org/officeDocument/2006/relationships/image" Target="../media/image60.png"/><Relationship Id="rId5" Type="http://schemas.openxmlformats.org/officeDocument/2006/relationships/image" Target="../media/image37.png"/><Relationship Id="rId15" Type="http://schemas.openxmlformats.org/officeDocument/2006/relationships/image" Target="../media/image42.png"/><Relationship Id="rId23" Type="http://schemas.openxmlformats.org/officeDocument/2006/relationships/image" Target="../media/image53.png"/><Relationship Id="rId28" Type="http://schemas.openxmlformats.org/officeDocument/2006/relationships/customXml" Target="../ink/ink43.xml"/><Relationship Id="rId36" Type="http://schemas.openxmlformats.org/officeDocument/2006/relationships/customXml" Target="../ink/ink47.xml"/><Relationship Id="rId10" Type="http://schemas.openxmlformats.org/officeDocument/2006/relationships/customXml" Target="../ink/ink34.xml"/><Relationship Id="rId19" Type="http://schemas.openxmlformats.org/officeDocument/2006/relationships/image" Target="../media/image48.png"/><Relationship Id="rId31" Type="http://schemas.openxmlformats.org/officeDocument/2006/relationships/image" Target="../media/image57.png"/><Relationship Id="rId4" Type="http://schemas.openxmlformats.org/officeDocument/2006/relationships/customXml" Target="../ink/ink31.xml"/><Relationship Id="rId9" Type="http://schemas.openxmlformats.org/officeDocument/2006/relationships/image" Target="../media/image39.png"/><Relationship Id="rId14" Type="http://schemas.openxmlformats.org/officeDocument/2006/relationships/customXml" Target="../ink/ink36.xml"/><Relationship Id="rId22" Type="http://schemas.openxmlformats.org/officeDocument/2006/relationships/customXml" Target="../ink/ink40.xml"/><Relationship Id="rId27" Type="http://schemas.openxmlformats.org/officeDocument/2006/relationships/image" Target="../media/image55.png"/><Relationship Id="rId30" Type="http://schemas.openxmlformats.org/officeDocument/2006/relationships/customXml" Target="../ink/ink44.xml"/><Relationship Id="rId35" Type="http://schemas.openxmlformats.org/officeDocument/2006/relationships/image" Target="../media/image59.png"/><Relationship Id="rId8" Type="http://schemas.openxmlformats.org/officeDocument/2006/relationships/customXml" Target="../ink/ink33.xml"/><Relationship Id="rId3" Type="http://schemas.openxmlformats.org/officeDocument/2006/relationships/hyperlink" Target="https://www.artofcse.com/learning/introduction-to-dynamic-programming" TargetMode="External"/></Relationships>
</file>

<file path=ppt/slides/_rels/slide5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1.png"/><Relationship Id="rId18" Type="http://schemas.openxmlformats.org/officeDocument/2006/relationships/customXml" Target="../ink/ink55.xml"/><Relationship Id="rId26" Type="http://schemas.openxmlformats.org/officeDocument/2006/relationships/customXml" Target="../ink/ink59.xml"/><Relationship Id="rId21" Type="http://schemas.openxmlformats.org/officeDocument/2006/relationships/image" Target="../media/image49.png"/><Relationship Id="rId34" Type="http://schemas.openxmlformats.org/officeDocument/2006/relationships/customXml" Target="../ink/ink63.xml"/><Relationship Id="rId7" Type="http://schemas.openxmlformats.org/officeDocument/2006/relationships/image" Target="../media/image38.png"/><Relationship Id="rId12" Type="http://schemas.openxmlformats.org/officeDocument/2006/relationships/customXml" Target="../ink/ink52.xml"/><Relationship Id="rId17" Type="http://schemas.openxmlformats.org/officeDocument/2006/relationships/image" Target="../media/image47.png"/><Relationship Id="rId25" Type="http://schemas.openxmlformats.org/officeDocument/2006/relationships/image" Target="../media/image54.png"/><Relationship Id="rId33" Type="http://schemas.openxmlformats.org/officeDocument/2006/relationships/image" Target="../media/image63.png"/><Relationship Id="rId2" Type="http://schemas.openxmlformats.org/officeDocument/2006/relationships/image" Target="../media/image8.png"/><Relationship Id="rId16" Type="http://schemas.openxmlformats.org/officeDocument/2006/relationships/customXml" Target="../ink/ink54.xml"/><Relationship Id="rId20" Type="http://schemas.openxmlformats.org/officeDocument/2006/relationships/customXml" Target="../ink/ink56.xml"/><Relationship Id="rId29" Type="http://schemas.openxmlformats.org/officeDocument/2006/relationships/image" Target="../media/image61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49.xml"/><Relationship Id="rId11" Type="http://schemas.openxmlformats.org/officeDocument/2006/relationships/image" Target="../media/image43.png"/><Relationship Id="rId24" Type="http://schemas.openxmlformats.org/officeDocument/2006/relationships/customXml" Target="../ink/ink58.xml"/><Relationship Id="rId32" Type="http://schemas.openxmlformats.org/officeDocument/2006/relationships/customXml" Target="../ink/ink62.xml"/><Relationship Id="rId37" Type="http://schemas.openxmlformats.org/officeDocument/2006/relationships/image" Target="../media/image65.png"/><Relationship Id="rId5" Type="http://schemas.openxmlformats.org/officeDocument/2006/relationships/image" Target="../media/image37.png"/><Relationship Id="rId15" Type="http://schemas.openxmlformats.org/officeDocument/2006/relationships/image" Target="../media/image42.png"/><Relationship Id="rId23" Type="http://schemas.openxmlformats.org/officeDocument/2006/relationships/image" Target="../media/image53.png"/><Relationship Id="rId28" Type="http://schemas.openxmlformats.org/officeDocument/2006/relationships/customXml" Target="../ink/ink60.xml"/><Relationship Id="rId36" Type="http://schemas.openxmlformats.org/officeDocument/2006/relationships/customXml" Target="../ink/ink64.xml"/><Relationship Id="rId10" Type="http://schemas.openxmlformats.org/officeDocument/2006/relationships/customXml" Target="../ink/ink51.xml"/><Relationship Id="rId19" Type="http://schemas.openxmlformats.org/officeDocument/2006/relationships/image" Target="../media/image48.png"/><Relationship Id="rId31" Type="http://schemas.openxmlformats.org/officeDocument/2006/relationships/image" Target="../media/image62.png"/><Relationship Id="rId4" Type="http://schemas.openxmlformats.org/officeDocument/2006/relationships/customXml" Target="../ink/ink48.xml"/><Relationship Id="rId9" Type="http://schemas.openxmlformats.org/officeDocument/2006/relationships/image" Target="../media/image39.png"/><Relationship Id="rId14" Type="http://schemas.openxmlformats.org/officeDocument/2006/relationships/customXml" Target="../ink/ink53.xml"/><Relationship Id="rId22" Type="http://schemas.openxmlformats.org/officeDocument/2006/relationships/customXml" Target="../ink/ink57.xml"/><Relationship Id="rId27" Type="http://schemas.openxmlformats.org/officeDocument/2006/relationships/image" Target="../media/image55.png"/><Relationship Id="rId30" Type="http://schemas.openxmlformats.org/officeDocument/2006/relationships/customXml" Target="../ink/ink61.xml"/><Relationship Id="rId35" Type="http://schemas.openxmlformats.org/officeDocument/2006/relationships/image" Target="../media/image64.png"/><Relationship Id="rId8" Type="http://schemas.openxmlformats.org/officeDocument/2006/relationships/customXml" Target="../ink/ink50.xml"/><Relationship Id="rId3" Type="http://schemas.openxmlformats.org/officeDocument/2006/relationships/hyperlink" Target="https://www.artofcse.com/learning/introduction-to-dynamic-programming" TargetMode="External"/></Relationships>
</file>

<file path=ppt/slides/_rels/slide5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1.png"/><Relationship Id="rId18" Type="http://schemas.openxmlformats.org/officeDocument/2006/relationships/customXml" Target="../ink/ink72.xml"/><Relationship Id="rId26" Type="http://schemas.openxmlformats.org/officeDocument/2006/relationships/customXml" Target="../ink/ink76.xml"/><Relationship Id="rId39" Type="http://schemas.openxmlformats.org/officeDocument/2006/relationships/image" Target="../media/image66.png"/><Relationship Id="rId21" Type="http://schemas.openxmlformats.org/officeDocument/2006/relationships/image" Target="../media/image49.png"/><Relationship Id="rId34" Type="http://schemas.openxmlformats.org/officeDocument/2006/relationships/customXml" Target="../ink/ink80.xml"/><Relationship Id="rId42" Type="http://schemas.openxmlformats.org/officeDocument/2006/relationships/customXml" Target="../ink/ink84.xml"/><Relationship Id="rId47" Type="http://schemas.openxmlformats.org/officeDocument/2006/relationships/image" Target="../media/image70.png"/><Relationship Id="rId7" Type="http://schemas.openxmlformats.org/officeDocument/2006/relationships/image" Target="../media/image38.png"/><Relationship Id="rId2" Type="http://schemas.openxmlformats.org/officeDocument/2006/relationships/image" Target="../media/image8.png"/><Relationship Id="rId16" Type="http://schemas.openxmlformats.org/officeDocument/2006/relationships/customXml" Target="../ink/ink71.xml"/><Relationship Id="rId29" Type="http://schemas.openxmlformats.org/officeDocument/2006/relationships/image" Target="../media/image56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66.xml"/><Relationship Id="rId11" Type="http://schemas.openxmlformats.org/officeDocument/2006/relationships/image" Target="../media/image43.png"/><Relationship Id="rId24" Type="http://schemas.openxmlformats.org/officeDocument/2006/relationships/customXml" Target="../ink/ink75.xml"/><Relationship Id="rId32" Type="http://schemas.openxmlformats.org/officeDocument/2006/relationships/customXml" Target="../ink/ink79.xml"/><Relationship Id="rId37" Type="http://schemas.openxmlformats.org/officeDocument/2006/relationships/image" Target="../media/image60.png"/><Relationship Id="rId40" Type="http://schemas.openxmlformats.org/officeDocument/2006/relationships/customXml" Target="../ink/ink83.xml"/><Relationship Id="rId45" Type="http://schemas.openxmlformats.org/officeDocument/2006/relationships/image" Target="../media/image69.png"/><Relationship Id="rId5" Type="http://schemas.openxmlformats.org/officeDocument/2006/relationships/image" Target="../media/image37.png"/><Relationship Id="rId15" Type="http://schemas.openxmlformats.org/officeDocument/2006/relationships/image" Target="../media/image42.png"/><Relationship Id="rId23" Type="http://schemas.openxmlformats.org/officeDocument/2006/relationships/image" Target="../media/image53.png"/><Relationship Id="rId28" Type="http://schemas.openxmlformats.org/officeDocument/2006/relationships/customXml" Target="../ink/ink77.xml"/><Relationship Id="rId36" Type="http://schemas.openxmlformats.org/officeDocument/2006/relationships/customXml" Target="../ink/ink81.xml"/><Relationship Id="rId10" Type="http://schemas.openxmlformats.org/officeDocument/2006/relationships/customXml" Target="../ink/ink68.xml"/><Relationship Id="rId19" Type="http://schemas.openxmlformats.org/officeDocument/2006/relationships/image" Target="../media/image48.png"/><Relationship Id="rId31" Type="http://schemas.openxmlformats.org/officeDocument/2006/relationships/image" Target="../media/image57.png"/><Relationship Id="rId44" Type="http://schemas.openxmlformats.org/officeDocument/2006/relationships/customXml" Target="../ink/ink85.xml"/><Relationship Id="rId4" Type="http://schemas.openxmlformats.org/officeDocument/2006/relationships/customXml" Target="../ink/ink65.xml"/><Relationship Id="rId9" Type="http://schemas.openxmlformats.org/officeDocument/2006/relationships/image" Target="../media/image39.png"/><Relationship Id="rId14" Type="http://schemas.openxmlformats.org/officeDocument/2006/relationships/customXml" Target="../ink/ink70.xml"/><Relationship Id="rId22" Type="http://schemas.openxmlformats.org/officeDocument/2006/relationships/customXml" Target="../ink/ink74.xml"/><Relationship Id="rId27" Type="http://schemas.openxmlformats.org/officeDocument/2006/relationships/image" Target="../media/image55.png"/><Relationship Id="rId30" Type="http://schemas.openxmlformats.org/officeDocument/2006/relationships/customXml" Target="../ink/ink78.xml"/><Relationship Id="rId35" Type="http://schemas.openxmlformats.org/officeDocument/2006/relationships/image" Target="../media/image59.png"/><Relationship Id="rId43" Type="http://schemas.openxmlformats.org/officeDocument/2006/relationships/image" Target="../media/image68.png"/><Relationship Id="rId8" Type="http://schemas.openxmlformats.org/officeDocument/2006/relationships/customXml" Target="../ink/ink67.xml"/><Relationship Id="rId3" Type="http://schemas.openxmlformats.org/officeDocument/2006/relationships/hyperlink" Target="https://www.artofcse.com/learning/introduction-to-dynamic-programming" TargetMode="External"/><Relationship Id="rId12" Type="http://schemas.openxmlformats.org/officeDocument/2006/relationships/customXml" Target="../ink/ink69.xml"/><Relationship Id="rId17" Type="http://schemas.openxmlformats.org/officeDocument/2006/relationships/image" Target="../media/image47.png"/><Relationship Id="rId25" Type="http://schemas.openxmlformats.org/officeDocument/2006/relationships/image" Target="../media/image54.png"/><Relationship Id="rId33" Type="http://schemas.openxmlformats.org/officeDocument/2006/relationships/image" Target="../media/image58.png"/><Relationship Id="rId38" Type="http://schemas.openxmlformats.org/officeDocument/2006/relationships/customXml" Target="../ink/ink82.xml"/><Relationship Id="rId46" Type="http://schemas.openxmlformats.org/officeDocument/2006/relationships/customXml" Target="../ink/ink86.xml"/><Relationship Id="rId20" Type="http://schemas.openxmlformats.org/officeDocument/2006/relationships/customXml" Target="../ink/ink73.xml"/><Relationship Id="rId41" Type="http://schemas.openxmlformats.org/officeDocument/2006/relationships/image" Target="../media/image67.png"/></Relationships>
</file>

<file path=ppt/slides/_rels/slide5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1.png"/><Relationship Id="rId18" Type="http://schemas.openxmlformats.org/officeDocument/2006/relationships/customXml" Target="../ink/ink94.xml"/><Relationship Id="rId26" Type="http://schemas.openxmlformats.org/officeDocument/2006/relationships/customXml" Target="../ink/ink98.xml"/><Relationship Id="rId39" Type="http://schemas.openxmlformats.org/officeDocument/2006/relationships/image" Target="../media/image71.png"/><Relationship Id="rId21" Type="http://schemas.openxmlformats.org/officeDocument/2006/relationships/image" Target="../media/image49.png"/><Relationship Id="rId34" Type="http://schemas.openxmlformats.org/officeDocument/2006/relationships/customXml" Target="../ink/ink102.xml"/><Relationship Id="rId42" Type="http://schemas.openxmlformats.org/officeDocument/2006/relationships/customXml" Target="../ink/ink106.xml"/><Relationship Id="rId47" Type="http://schemas.openxmlformats.org/officeDocument/2006/relationships/image" Target="../media/image74.png"/><Relationship Id="rId50" Type="http://schemas.openxmlformats.org/officeDocument/2006/relationships/customXml" Target="../ink/ink110.xml"/><Relationship Id="rId55" Type="http://schemas.openxmlformats.org/officeDocument/2006/relationships/image" Target="../media/image78.png"/><Relationship Id="rId7" Type="http://schemas.openxmlformats.org/officeDocument/2006/relationships/image" Target="../media/image38.png"/><Relationship Id="rId2" Type="http://schemas.openxmlformats.org/officeDocument/2006/relationships/image" Target="../media/image8.png"/><Relationship Id="rId16" Type="http://schemas.openxmlformats.org/officeDocument/2006/relationships/customXml" Target="../ink/ink93.xml"/><Relationship Id="rId29" Type="http://schemas.openxmlformats.org/officeDocument/2006/relationships/image" Target="../media/image56.png"/><Relationship Id="rId11" Type="http://schemas.openxmlformats.org/officeDocument/2006/relationships/image" Target="../media/image43.png"/><Relationship Id="rId24" Type="http://schemas.openxmlformats.org/officeDocument/2006/relationships/customXml" Target="../ink/ink97.xml"/><Relationship Id="rId32" Type="http://schemas.openxmlformats.org/officeDocument/2006/relationships/customXml" Target="../ink/ink101.xml"/><Relationship Id="rId37" Type="http://schemas.openxmlformats.org/officeDocument/2006/relationships/image" Target="../media/image60.png"/><Relationship Id="rId40" Type="http://schemas.openxmlformats.org/officeDocument/2006/relationships/customXml" Target="../ink/ink105.xml"/><Relationship Id="rId45" Type="http://schemas.openxmlformats.org/officeDocument/2006/relationships/image" Target="../media/image73.png"/><Relationship Id="rId53" Type="http://schemas.openxmlformats.org/officeDocument/2006/relationships/image" Target="../media/image77.png"/><Relationship Id="rId5" Type="http://schemas.openxmlformats.org/officeDocument/2006/relationships/image" Target="../media/image37.png"/><Relationship Id="rId19" Type="http://schemas.openxmlformats.org/officeDocument/2006/relationships/image" Target="../media/image48.png"/><Relationship Id="rId4" Type="http://schemas.openxmlformats.org/officeDocument/2006/relationships/customXml" Target="../ink/ink87.xml"/><Relationship Id="rId9" Type="http://schemas.openxmlformats.org/officeDocument/2006/relationships/image" Target="../media/image39.png"/><Relationship Id="rId14" Type="http://schemas.openxmlformats.org/officeDocument/2006/relationships/customXml" Target="../ink/ink92.xml"/><Relationship Id="rId22" Type="http://schemas.openxmlformats.org/officeDocument/2006/relationships/customXml" Target="../ink/ink96.xml"/><Relationship Id="rId27" Type="http://schemas.openxmlformats.org/officeDocument/2006/relationships/image" Target="../media/image55.png"/><Relationship Id="rId30" Type="http://schemas.openxmlformats.org/officeDocument/2006/relationships/customXml" Target="../ink/ink100.xml"/><Relationship Id="rId35" Type="http://schemas.openxmlformats.org/officeDocument/2006/relationships/image" Target="../media/image59.png"/><Relationship Id="rId43" Type="http://schemas.openxmlformats.org/officeDocument/2006/relationships/image" Target="../media/image72.png"/><Relationship Id="rId48" Type="http://schemas.openxmlformats.org/officeDocument/2006/relationships/customXml" Target="../ink/ink109.xml"/><Relationship Id="rId56" Type="http://schemas.openxmlformats.org/officeDocument/2006/relationships/customXml" Target="../ink/ink113.xml"/><Relationship Id="rId8" Type="http://schemas.openxmlformats.org/officeDocument/2006/relationships/customXml" Target="../ink/ink89.xml"/><Relationship Id="rId51" Type="http://schemas.openxmlformats.org/officeDocument/2006/relationships/image" Target="../media/image76.png"/><Relationship Id="rId3" Type="http://schemas.openxmlformats.org/officeDocument/2006/relationships/hyperlink" Target="https://www.artofcse.com/learning/introduction-to-dynamic-programming" TargetMode="External"/><Relationship Id="rId12" Type="http://schemas.openxmlformats.org/officeDocument/2006/relationships/customXml" Target="../ink/ink91.xml"/><Relationship Id="rId17" Type="http://schemas.openxmlformats.org/officeDocument/2006/relationships/image" Target="../media/image47.png"/><Relationship Id="rId25" Type="http://schemas.openxmlformats.org/officeDocument/2006/relationships/image" Target="../media/image54.png"/><Relationship Id="rId33" Type="http://schemas.openxmlformats.org/officeDocument/2006/relationships/image" Target="../media/image58.png"/><Relationship Id="rId38" Type="http://schemas.openxmlformats.org/officeDocument/2006/relationships/customXml" Target="../ink/ink104.xml"/><Relationship Id="rId46" Type="http://schemas.openxmlformats.org/officeDocument/2006/relationships/customXml" Target="../ink/ink108.xml"/><Relationship Id="rId20" Type="http://schemas.openxmlformats.org/officeDocument/2006/relationships/customXml" Target="../ink/ink95.xml"/><Relationship Id="rId41" Type="http://schemas.openxmlformats.org/officeDocument/2006/relationships/image" Target="../media/image67.png"/><Relationship Id="rId54" Type="http://schemas.openxmlformats.org/officeDocument/2006/relationships/customXml" Target="../ink/ink112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88.xml"/><Relationship Id="rId15" Type="http://schemas.openxmlformats.org/officeDocument/2006/relationships/image" Target="../media/image42.png"/><Relationship Id="rId23" Type="http://schemas.openxmlformats.org/officeDocument/2006/relationships/image" Target="../media/image53.png"/><Relationship Id="rId28" Type="http://schemas.openxmlformats.org/officeDocument/2006/relationships/customXml" Target="../ink/ink99.xml"/><Relationship Id="rId36" Type="http://schemas.openxmlformats.org/officeDocument/2006/relationships/customXml" Target="../ink/ink103.xml"/><Relationship Id="rId49" Type="http://schemas.openxmlformats.org/officeDocument/2006/relationships/image" Target="../media/image75.png"/><Relationship Id="rId57" Type="http://schemas.openxmlformats.org/officeDocument/2006/relationships/image" Target="../media/image79.png"/><Relationship Id="rId10" Type="http://schemas.openxmlformats.org/officeDocument/2006/relationships/customXml" Target="../ink/ink90.xml"/><Relationship Id="rId31" Type="http://schemas.openxmlformats.org/officeDocument/2006/relationships/image" Target="../media/image57.png"/><Relationship Id="rId44" Type="http://schemas.openxmlformats.org/officeDocument/2006/relationships/customXml" Target="../ink/ink107.xml"/><Relationship Id="rId52" Type="http://schemas.openxmlformats.org/officeDocument/2006/relationships/customXml" Target="../ink/ink111.xml"/></Relationships>
</file>

<file path=ppt/slides/_rels/slide5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1.png"/><Relationship Id="rId18" Type="http://schemas.openxmlformats.org/officeDocument/2006/relationships/customXml" Target="../ink/ink121.xml"/><Relationship Id="rId26" Type="http://schemas.openxmlformats.org/officeDocument/2006/relationships/customXml" Target="../ink/ink125.xml"/><Relationship Id="rId39" Type="http://schemas.openxmlformats.org/officeDocument/2006/relationships/image" Target="../media/image71.png"/><Relationship Id="rId21" Type="http://schemas.openxmlformats.org/officeDocument/2006/relationships/image" Target="../media/image49.png"/><Relationship Id="rId34" Type="http://schemas.openxmlformats.org/officeDocument/2006/relationships/customXml" Target="../ink/ink129.xml"/><Relationship Id="rId42" Type="http://schemas.openxmlformats.org/officeDocument/2006/relationships/customXml" Target="../ink/ink133.xml"/><Relationship Id="rId47" Type="http://schemas.openxmlformats.org/officeDocument/2006/relationships/image" Target="../media/image74.png"/><Relationship Id="rId50" Type="http://schemas.openxmlformats.org/officeDocument/2006/relationships/customXml" Target="../ink/ink137.xml"/><Relationship Id="rId55" Type="http://schemas.openxmlformats.org/officeDocument/2006/relationships/image" Target="../media/image78.png"/><Relationship Id="rId63" Type="http://schemas.openxmlformats.org/officeDocument/2006/relationships/image" Target="../media/image86.png"/><Relationship Id="rId7" Type="http://schemas.openxmlformats.org/officeDocument/2006/relationships/image" Target="../media/image38.png"/><Relationship Id="rId2" Type="http://schemas.openxmlformats.org/officeDocument/2006/relationships/image" Target="../media/image8.png"/><Relationship Id="rId16" Type="http://schemas.openxmlformats.org/officeDocument/2006/relationships/customXml" Target="../ink/ink120.xml"/><Relationship Id="rId29" Type="http://schemas.openxmlformats.org/officeDocument/2006/relationships/image" Target="../media/image56.png"/><Relationship Id="rId11" Type="http://schemas.openxmlformats.org/officeDocument/2006/relationships/image" Target="../media/image43.png"/><Relationship Id="rId24" Type="http://schemas.openxmlformats.org/officeDocument/2006/relationships/customXml" Target="../ink/ink124.xml"/><Relationship Id="rId32" Type="http://schemas.openxmlformats.org/officeDocument/2006/relationships/customXml" Target="../ink/ink128.xml"/><Relationship Id="rId37" Type="http://schemas.openxmlformats.org/officeDocument/2006/relationships/image" Target="../media/image60.png"/><Relationship Id="rId40" Type="http://schemas.openxmlformats.org/officeDocument/2006/relationships/customXml" Target="../ink/ink132.xml"/><Relationship Id="rId45" Type="http://schemas.openxmlformats.org/officeDocument/2006/relationships/image" Target="../media/image73.png"/><Relationship Id="rId53" Type="http://schemas.openxmlformats.org/officeDocument/2006/relationships/image" Target="../media/image82.png"/><Relationship Id="rId58" Type="http://schemas.openxmlformats.org/officeDocument/2006/relationships/customXml" Target="../ink/ink141.xml"/><Relationship Id="rId5" Type="http://schemas.openxmlformats.org/officeDocument/2006/relationships/image" Target="../media/image37.png"/><Relationship Id="rId61" Type="http://schemas.openxmlformats.org/officeDocument/2006/relationships/image" Target="../media/image85.png"/><Relationship Id="rId19" Type="http://schemas.openxmlformats.org/officeDocument/2006/relationships/image" Target="../media/image48.png"/><Relationship Id="rId14" Type="http://schemas.openxmlformats.org/officeDocument/2006/relationships/customXml" Target="../ink/ink119.xml"/><Relationship Id="rId22" Type="http://schemas.openxmlformats.org/officeDocument/2006/relationships/customXml" Target="../ink/ink123.xml"/><Relationship Id="rId27" Type="http://schemas.openxmlformats.org/officeDocument/2006/relationships/image" Target="../media/image55.png"/><Relationship Id="rId30" Type="http://schemas.openxmlformats.org/officeDocument/2006/relationships/customXml" Target="../ink/ink127.xml"/><Relationship Id="rId35" Type="http://schemas.openxmlformats.org/officeDocument/2006/relationships/image" Target="../media/image59.png"/><Relationship Id="rId43" Type="http://schemas.openxmlformats.org/officeDocument/2006/relationships/image" Target="../media/image72.png"/><Relationship Id="rId48" Type="http://schemas.openxmlformats.org/officeDocument/2006/relationships/customXml" Target="../ink/ink136.xml"/><Relationship Id="rId56" Type="http://schemas.openxmlformats.org/officeDocument/2006/relationships/customXml" Target="../ink/ink140.xml"/><Relationship Id="rId8" Type="http://schemas.openxmlformats.org/officeDocument/2006/relationships/customXml" Target="../ink/ink116.xml"/><Relationship Id="rId51" Type="http://schemas.openxmlformats.org/officeDocument/2006/relationships/image" Target="../media/image81.png"/><Relationship Id="rId3" Type="http://schemas.openxmlformats.org/officeDocument/2006/relationships/hyperlink" Target="https://www.artofcse.com/learning/introduction-to-dynamic-programming" TargetMode="External"/><Relationship Id="rId12" Type="http://schemas.openxmlformats.org/officeDocument/2006/relationships/customXml" Target="../ink/ink118.xml"/><Relationship Id="rId17" Type="http://schemas.openxmlformats.org/officeDocument/2006/relationships/image" Target="../media/image47.png"/><Relationship Id="rId25" Type="http://schemas.openxmlformats.org/officeDocument/2006/relationships/image" Target="../media/image54.png"/><Relationship Id="rId33" Type="http://schemas.openxmlformats.org/officeDocument/2006/relationships/image" Target="../media/image58.png"/><Relationship Id="rId38" Type="http://schemas.openxmlformats.org/officeDocument/2006/relationships/customXml" Target="../ink/ink131.xml"/><Relationship Id="rId46" Type="http://schemas.openxmlformats.org/officeDocument/2006/relationships/customXml" Target="../ink/ink135.xml"/><Relationship Id="rId59" Type="http://schemas.openxmlformats.org/officeDocument/2006/relationships/image" Target="../media/image84.png"/><Relationship Id="rId20" Type="http://schemas.openxmlformats.org/officeDocument/2006/relationships/customXml" Target="../ink/ink122.xml"/><Relationship Id="rId41" Type="http://schemas.openxmlformats.org/officeDocument/2006/relationships/image" Target="../media/image67.png"/><Relationship Id="rId54" Type="http://schemas.openxmlformats.org/officeDocument/2006/relationships/customXml" Target="../ink/ink139.xml"/><Relationship Id="rId62" Type="http://schemas.openxmlformats.org/officeDocument/2006/relationships/customXml" Target="../ink/ink143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15.xml"/><Relationship Id="rId15" Type="http://schemas.openxmlformats.org/officeDocument/2006/relationships/image" Target="../media/image42.png"/><Relationship Id="rId23" Type="http://schemas.openxmlformats.org/officeDocument/2006/relationships/image" Target="../media/image53.png"/><Relationship Id="rId28" Type="http://schemas.openxmlformats.org/officeDocument/2006/relationships/customXml" Target="../ink/ink126.xml"/><Relationship Id="rId36" Type="http://schemas.openxmlformats.org/officeDocument/2006/relationships/customXml" Target="../ink/ink130.xml"/><Relationship Id="rId49" Type="http://schemas.openxmlformats.org/officeDocument/2006/relationships/image" Target="../media/image80.png"/><Relationship Id="rId57" Type="http://schemas.openxmlformats.org/officeDocument/2006/relationships/image" Target="../media/image83.png"/><Relationship Id="rId10" Type="http://schemas.openxmlformats.org/officeDocument/2006/relationships/customXml" Target="../ink/ink117.xml"/><Relationship Id="rId31" Type="http://schemas.openxmlformats.org/officeDocument/2006/relationships/image" Target="../media/image57.png"/><Relationship Id="rId44" Type="http://schemas.openxmlformats.org/officeDocument/2006/relationships/customXml" Target="../ink/ink134.xml"/><Relationship Id="rId52" Type="http://schemas.openxmlformats.org/officeDocument/2006/relationships/customXml" Target="../ink/ink138.xml"/><Relationship Id="rId60" Type="http://schemas.openxmlformats.org/officeDocument/2006/relationships/customXml" Target="../ink/ink142.xml"/><Relationship Id="rId4" Type="http://schemas.openxmlformats.org/officeDocument/2006/relationships/customXml" Target="../ink/ink114.xml"/><Relationship Id="rId9" Type="http://schemas.openxmlformats.org/officeDocument/2006/relationships/image" Target="../media/image39.png"/></Relationships>
</file>

<file path=ppt/slides/_rels/slide60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55.xml"/><Relationship Id="rId21" Type="http://schemas.openxmlformats.org/officeDocument/2006/relationships/image" Target="../media/image49.png"/><Relationship Id="rId42" Type="http://schemas.openxmlformats.org/officeDocument/2006/relationships/customXml" Target="../ink/ink163.xml"/><Relationship Id="rId47" Type="http://schemas.openxmlformats.org/officeDocument/2006/relationships/image" Target="../media/image74.png"/><Relationship Id="rId63" Type="http://schemas.openxmlformats.org/officeDocument/2006/relationships/image" Target="../media/image89.png"/><Relationship Id="rId68" Type="http://schemas.openxmlformats.org/officeDocument/2006/relationships/customXml" Target="../ink/ink176.xml"/><Relationship Id="rId2" Type="http://schemas.openxmlformats.org/officeDocument/2006/relationships/image" Target="../media/image8.png"/><Relationship Id="rId16" Type="http://schemas.openxmlformats.org/officeDocument/2006/relationships/customXml" Target="../ink/ink150.xml"/><Relationship Id="rId29" Type="http://schemas.openxmlformats.org/officeDocument/2006/relationships/image" Target="../media/image56.png"/><Relationship Id="rId11" Type="http://schemas.openxmlformats.org/officeDocument/2006/relationships/image" Target="../media/image43.png"/><Relationship Id="rId24" Type="http://schemas.openxmlformats.org/officeDocument/2006/relationships/customXml" Target="../ink/ink154.xml"/><Relationship Id="rId32" Type="http://schemas.openxmlformats.org/officeDocument/2006/relationships/customXml" Target="../ink/ink158.xml"/><Relationship Id="rId37" Type="http://schemas.openxmlformats.org/officeDocument/2006/relationships/image" Target="../media/image60.png"/><Relationship Id="rId40" Type="http://schemas.openxmlformats.org/officeDocument/2006/relationships/customXml" Target="../ink/ink162.xml"/><Relationship Id="rId45" Type="http://schemas.openxmlformats.org/officeDocument/2006/relationships/image" Target="../media/image73.png"/><Relationship Id="rId53" Type="http://schemas.openxmlformats.org/officeDocument/2006/relationships/image" Target="../media/image82.png"/><Relationship Id="rId58" Type="http://schemas.openxmlformats.org/officeDocument/2006/relationships/customXml" Target="../ink/ink171.xml"/><Relationship Id="rId66" Type="http://schemas.openxmlformats.org/officeDocument/2006/relationships/customXml" Target="../ink/ink175.xml"/><Relationship Id="rId74" Type="http://schemas.openxmlformats.org/officeDocument/2006/relationships/customXml" Target="../ink/ink179.xml"/><Relationship Id="rId5" Type="http://schemas.openxmlformats.org/officeDocument/2006/relationships/image" Target="../media/image37.png"/><Relationship Id="rId61" Type="http://schemas.openxmlformats.org/officeDocument/2006/relationships/image" Target="../media/image88.png"/><Relationship Id="rId19" Type="http://schemas.openxmlformats.org/officeDocument/2006/relationships/image" Target="../media/image48.png"/><Relationship Id="rId14" Type="http://schemas.openxmlformats.org/officeDocument/2006/relationships/customXml" Target="../ink/ink149.xml"/><Relationship Id="rId22" Type="http://schemas.openxmlformats.org/officeDocument/2006/relationships/customXml" Target="../ink/ink153.xml"/><Relationship Id="rId27" Type="http://schemas.openxmlformats.org/officeDocument/2006/relationships/image" Target="../media/image55.png"/><Relationship Id="rId30" Type="http://schemas.openxmlformats.org/officeDocument/2006/relationships/customXml" Target="../ink/ink157.xml"/><Relationship Id="rId35" Type="http://schemas.openxmlformats.org/officeDocument/2006/relationships/image" Target="../media/image59.png"/><Relationship Id="rId43" Type="http://schemas.openxmlformats.org/officeDocument/2006/relationships/image" Target="../media/image72.png"/><Relationship Id="rId48" Type="http://schemas.openxmlformats.org/officeDocument/2006/relationships/customXml" Target="../ink/ink166.xml"/><Relationship Id="rId56" Type="http://schemas.openxmlformats.org/officeDocument/2006/relationships/customXml" Target="../ink/ink170.xml"/><Relationship Id="rId64" Type="http://schemas.openxmlformats.org/officeDocument/2006/relationships/customXml" Target="../ink/ink174.xml"/><Relationship Id="rId69" Type="http://schemas.openxmlformats.org/officeDocument/2006/relationships/image" Target="../media/image92.png"/><Relationship Id="rId8" Type="http://schemas.openxmlformats.org/officeDocument/2006/relationships/customXml" Target="../ink/ink146.xml"/><Relationship Id="rId51" Type="http://schemas.openxmlformats.org/officeDocument/2006/relationships/image" Target="../media/image81.png"/><Relationship Id="rId72" Type="http://schemas.openxmlformats.org/officeDocument/2006/relationships/customXml" Target="../ink/ink178.xml"/><Relationship Id="rId3" Type="http://schemas.openxmlformats.org/officeDocument/2006/relationships/hyperlink" Target="https://www.artofcse.com/learning/introduction-to-dynamic-programming" TargetMode="External"/><Relationship Id="rId12" Type="http://schemas.openxmlformats.org/officeDocument/2006/relationships/customXml" Target="../ink/ink148.xml"/><Relationship Id="rId17" Type="http://schemas.openxmlformats.org/officeDocument/2006/relationships/image" Target="../media/image47.png"/><Relationship Id="rId25" Type="http://schemas.openxmlformats.org/officeDocument/2006/relationships/image" Target="../media/image54.png"/><Relationship Id="rId33" Type="http://schemas.openxmlformats.org/officeDocument/2006/relationships/image" Target="../media/image58.png"/><Relationship Id="rId38" Type="http://schemas.openxmlformats.org/officeDocument/2006/relationships/customXml" Target="../ink/ink161.xml"/><Relationship Id="rId46" Type="http://schemas.openxmlformats.org/officeDocument/2006/relationships/customXml" Target="../ink/ink165.xml"/><Relationship Id="rId59" Type="http://schemas.openxmlformats.org/officeDocument/2006/relationships/image" Target="../media/image87.png"/><Relationship Id="rId67" Type="http://schemas.openxmlformats.org/officeDocument/2006/relationships/image" Target="../media/image91.png"/><Relationship Id="rId20" Type="http://schemas.openxmlformats.org/officeDocument/2006/relationships/customXml" Target="../ink/ink152.xml"/><Relationship Id="rId41" Type="http://schemas.openxmlformats.org/officeDocument/2006/relationships/image" Target="../media/image67.png"/><Relationship Id="rId54" Type="http://schemas.openxmlformats.org/officeDocument/2006/relationships/customXml" Target="../ink/ink169.xml"/><Relationship Id="rId62" Type="http://schemas.openxmlformats.org/officeDocument/2006/relationships/customXml" Target="../ink/ink173.xml"/><Relationship Id="rId70" Type="http://schemas.openxmlformats.org/officeDocument/2006/relationships/customXml" Target="../ink/ink177.xml"/><Relationship Id="rId75" Type="http://schemas.openxmlformats.org/officeDocument/2006/relationships/image" Target="../media/image95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45.xml"/><Relationship Id="rId15" Type="http://schemas.openxmlformats.org/officeDocument/2006/relationships/image" Target="../media/image42.png"/><Relationship Id="rId23" Type="http://schemas.openxmlformats.org/officeDocument/2006/relationships/image" Target="../media/image53.png"/><Relationship Id="rId28" Type="http://schemas.openxmlformats.org/officeDocument/2006/relationships/customXml" Target="../ink/ink156.xml"/><Relationship Id="rId36" Type="http://schemas.openxmlformats.org/officeDocument/2006/relationships/customXml" Target="../ink/ink160.xml"/><Relationship Id="rId49" Type="http://schemas.openxmlformats.org/officeDocument/2006/relationships/image" Target="../media/image80.png"/><Relationship Id="rId57" Type="http://schemas.openxmlformats.org/officeDocument/2006/relationships/image" Target="../media/image83.png"/><Relationship Id="rId10" Type="http://schemas.openxmlformats.org/officeDocument/2006/relationships/customXml" Target="../ink/ink147.xml"/><Relationship Id="rId31" Type="http://schemas.openxmlformats.org/officeDocument/2006/relationships/image" Target="../media/image57.png"/><Relationship Id="rId44" Type="http://schemas.openxmlformats.org/officeDocument/2006/relationships/customXml" Target="../ink/ink164.xml"/><Relationship Id="rId52" Type="http://schemas.openxmlformats.org/officeDocument/2006/relationships/customXml" Target="../ink/ink168.xml"/><Relationship Id="rId60" Type="http://schemas.openxmlformats.org/officeDocument/2006/relationships/customXml" Target="../ink/ink172.xml"/><Relationship Id="rId65" Type="http://schemas.openxmlformats.org/officeDocument/2006/relationships/image" Target="../media/image90.png"/><Relationship Id="rId73" Type="http://schemas.openxmlformats.org/officeDocument/2006/relationships/image" Target="../media/image94.png"/><Relationship Id="rId4" Type="http://schemas.openxmlformats.org/officeDocument/2006/relationships/customXml" Target="../ink/ink144.xml"/><Relationship Id="rId9" Type="http://schemas.openxmlformats.org/officeDocument/2006/relationships/image" Target="../media/image39.png"/><Relationship Id="rId13" Type="http://schemas.openxmlformats.org/officeDocument/2006/relationships/image" Target="../media/image41.png"/><Relationship Id="rId18" Type="http://schemas.openxmlformats.org/officeDocument/2006/relationships/customXml" Target="../ink/ink151.xml"/><Relationship Id="rId39" Type="http://schemas.openxmlformats.org/officeDocument/2006/relationships/image" Target="../media/image71.png"/><Relationship Id="rId34" Type="http://schemas.openxmlformats.org/officeDocument/2006/relationships/customXml" Target="../ink/ink159.xml"/><Relationship Id="rId50" Type="http://schemas.openxmlformats.org/officeDocument/2006/relationships/customXml" Target="../ink/ink167.xml"/><Relationship Id="rId55" Type="http://schemas.openxmlformats.org/officeDocument/2006/relationships/image" Target="../media/image78.png"/><Relationship Id="rId7" Type="http://schemas.openxmlformats.org/officeDocument/2006/relationships/image" Target="../media/image38.png"/><Relationship Id="rId71" Type="http://schemas.openxmlformats.org/officeDocument/2006/relationships/image" Target="../media/image93.png"/></Relationships>
</file>

<file path=ppt/slides/_rels/slide61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91.xml"/><Relationship Id="rId21" Type="http://schemas.openxmlformats.org/officeDocument/2006/relationships/image" Target="../media/image49.png"/><Relationship Id="rId42" Type="http://schemas.openxmlformats.org/officeDocument/2006/relationships/customXml" Target="../ink/ink199.xml"/><Relationship Id="rId47" Type="http://schemas.openxmlformats.org/officeDocument/2006/relationships/image" Target="../media/image74.png"/><Relationship Id="rId63" Type="http://schemas.openxmlformats.org/officeDocument/2006/relationships/image" Target="../media/image89.png"/><Relationship Id="rId68" Type="http://schemas.openxmlformats.org/officeDocument/2006/relationships/customXml" Target="../ink/ink212.xml"/><Relationship Id="rId16" Type="http://schemas.openxmlformats.org/officeDocument/2006/relationships/customXml" Target="../ink/ink186.xml"/><Relationship Id="rId11" Type="http://schemas.openxmlformats.org/officeDocument/2006/relationships/image" Target="../media/image43.png"/><Relationship Id="rId24" Type="http://schemas.openxmlformats.org/officeDocument/2006/relationships/customXml" Target="../ink/ink190.xml"/><Relationship Id="rId32" Type="http://schemas.openxmlformats.org/officeDocument/2006/relationships/customXml" Target="../ink/ink194.xml"/><Relationship Id="rId37" Type="http://schemas.openxmlformats.org/officeDocument/2006/relationships/image" Target="../media/image60.png"/><Relationship Id="rId40" Type="http://schemas.openxmlformats.org/officeDocument/2006/relationships/customXml" Target="../ink/ink198.xml"/><Relationship Id="rId45" Type="http://schemas.openxmlformats.org/officeDocument/2006/relationships/image" Target="../media/image73.png"/><Relationship Id="rId53" Type="http://schemas.openxmlformats.org/officeDocument/2006/relationships/image" Target="../media/image82.png"/><Relationship Id="rId58" Type="http://schemas.openxmlformats.org/officeDocument/2006/relationships/customXml" Target="../ink/ink207.xml"/><Relationship Id="rId66" Type="http://schemas.openxmlformats.org/officeDocument/2006/relationships/customXml" Target="../ink/ink211.xml"/><Relationship Id="rId74" Type="http://schemas.openxmlformats.org/officeDocument/2006/relationships/customXml" Target="../ink/ink215.xml"/><Relationship Id="rId79" Type="http://schemas.openxmlformats.org/officeDocument/2006/relationships/image" Target="../media/image103.png"/><Relationship Id="rId5" Type="http://schemas.openxmlformats.org/officeDocument/2006/relationships/image" Target="../media/image37.png"/><Relationship Id="rId61" Type="http://schemas.openxmlformats.org/officeDocument/2006/relationships/image" Target="../media/image88.png"/><Relationship Id="rId19" Type="http://schemas.openxmlformats.org/officeDocument/2006/relationships/image" Target="../media/image48.png"/><Relationship Id="rId14" Type="http://schemas.openxmlformats.org/officeDocument/2006/relationships/customXml" Target="../ink/ink185.xml"/><Relationship Id="rId22" Type="http://schemas.openxmlformats.org/officeDocument/2006/relationships/customXml" Target="../ink/ink189.xml"/><Relationship Id="rId27" Type="http://schemas.openxmlformats.org/officeDocument/2006/relationships/image" Target="../media/image55.png"/><Relationship Id="rId30" Type="http://schemas.openxmlformats.org/officeDocument/2006/relationships/customXml" Target="../ink/ink193.xml"/><Relationship Id="rId35" Type="http://schemas.openxmlformats.org/officeDocument/2006/relationships/image" Target="../media/image59.png"/><Relationship Id="rId43" Type="http://schemas.openxmlformats.org/officeDocument/2006/relationships/image" Target="../media/image72.png"/><Relationship Id="rId48" Type="http://schemas.openxmlformats.org/officeDocument/2006/relationships/customXml" Target="../ink/ink202.xml"/><Relationship Id="rId56" Type="http://schemas.openxmlformats.org/officeDocument/2006/relationships/customXml" Target="../ink/ink206.xml"/><Relationship Id="rId64" Type="http://schemas.openxmlformats.org/officeDocument/2006/relationships/customXml" Target="../ink/ink210.xml"/><Relationship Id="rId69" Type="http://schemas.openxmlformats.org/officeDocument/2006/relationships/image" Target="../media/image98.png"/><Relationship Id="rId77" Type="http://schemas.openxmlformats.org/officeDocument/2006/relationships/image" Target="../media/image102.png"/><Relationship Id="rId8" Type="http://schemas.openxmlformats.org/officeDocument/2006/relationships/customXml" Target="../ink/ink182.xml"/><Relationship Id="rId51" Type="http://schemas.openxmlformats.org/officeDocument/2006/relationships/image" Target="../media/image81.png"/><Relationship Id="rId72" Type="http://schemas.openxmlformats.org/officeDocument/2006/relationships/customXml" Target="../ink/ink214.xml"/><Relationship Id="rId3" Type="http://schemas.openxmlformats.org/officeDocument/2006/relationships/hyperlink" Target="https://www.artofcse.com/learning/introduction-to-dynamic-programming" TargetMode="External"/><Relationship Id="rId12" Type="http://schemas.openxmlformats.org/officeDocument/2006/relationships/customXml" Target="../ink/ink184.xml"/><Relationship Id="rId17" Type="http://schemas.openxmlformats.org/officeDocument/2006/relationships/image" Target="../media/image47.png"/><Relationship Id="rId25" Type="http://schemas.openxmlformats.org/officeDocument/2006/relationships/image" Target="../media/image54.png"/><Relationship Id="rId33" Type="http://schemas.openxmlformats.org/officeDocument/2006/relationships/image" Target="../media/image58.png"/><Relationship Id="rId38" Type="http://schemas.openxmlformats.org/officeDocument/2006/relationships/customXml" Target="../ink/ink197.xml"/><Relationship Id="rId46" Type="http://schemas.openxmlformats.org/officeDocument/2006/relationships/customXml" Target="../ink/ink201.xml"/><Relationship Id="rId59" Type="http://schemas.openxmlformats.org/officeDocument/2006/relationships/image" Target="../media/image87.png"/><Relationship Id="rId67" Type="http://schemas.openxmlformats.org/officeDocument/2006/relationships/image" Target="../media/image97.png"/><Relationship Id="rId20" Type="http://schemas.openxmlformats.org/officeDocument/2006/relationships/customXml" Target="../ink/ink188.xml"/><Relationship Id="rId41" Type="http://schemas.openxmlformats.org/officeDocument/2006/relationships/image" Target="../media/image67.png"/><Relationship Id="rId54" Type="http://schemas.openxmlformats.org/officeDocument/2006/relationships/customXml" Target="../ink/ink205.xml"/><Relationship Id="rId62" Type="http://schemas.openxmlformats.org/officeDocument/2006/relationships/customXml" Target="../ink/ink209.xml"/><Relationship Id="rId70" Type="http://schemas.openxmlformats.org/officeDocument/2006/relationships/customXml" Target="../ink/ink213.xml"/><Relationship Id="rId75" Type="http://schemas.openxmlformats.org/officeDocument/2006/relationships/image" Target="../media/image101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81.xml"/><Relationship Id="rId15" Type="http://schemas.openxmlformats.org/officeDocument/2006/relationships/image" Target="../media/image42.png"/><Relationship Id="rId23" Type="http://schemas.openxmlformats.org/officeDocument/2006/relationships/image" Target="../media/image53.png"/><Relationship Id="rId28" Type="http://schemas.openxmlformats.org/officeDocument/2006/relationships/customXml" Target="../ink/ink192.xml"/><Relationship Id="rId36" Type="http://schemas.openxmlformats.org/officeDocument/2006/relationships/customXml" Target="../ink/ink196.xml"/><Relationship Id="rId49" Type="http://schemas.openxmlformats.org/officeDocument/2006/relationships/image" Target="../media/image80.png"/><Relationship Id="rId57" Type="http://schemas.openxmlformats.org/officeDocument/2006/relationships/image" Target="../media/image83.png"/><Relationship Id="rId10" Type="http://schemas.openxmlformats.org/officeDocument/2006/relationships/customXml" Target="../ink/ink183.xml"/><Relationship Id="rId31" Type="http://schemas.openxmlformats.org/officeDocument/2006/relationships/image" Target="../media/image57.png"/><Relationship Id="rId44" Type="http://schemas.openxmlformats.org/officeDocument/2006/relationships/customXml" Target="../ink/ink200.xml"/><Relationship Id="rId52" Type="http://schemas.openxmlformats.org/officeDocument/2006/relationships/customXml" Target="../ink/ink204.xml"/><Relationship Id="rId60" Type="http://schemas.openxmlformats.org/officeDocument/2006/relationships/customXml" Target="../ink/ink208.xml"/><Relationship Id="rId65" Type="http://schemas.openxmlformats.org/officeDocument/2006/relationships/image" Target="../media/image96.png"/><Relationship Id="rId73" Type="http://schemas.openxmlformats.org/officeDocument/2006/relationships/image" Target="../media/image100.png"/><Relationship Id="rId78" Type="http://schemas.openxmlformats.org/officeDocument/2006/relationships/customXml" Target="../ink/ink217.xml"/><Relationship Id="rId4" Type="http://schemas.openxmlformats.org/officeDocument/2006/relationships/customXml" Target="../ink/ink180.xml"/><Relationship Id="rId9" Type="http://schemas.openxmlformats.org/officeDocument/2006/relationships/image" Target="../media/image39.png"/><Relationship Id="rId13" Type="http://schemas.openxmlformats.org/officeDocument/2006/relationships/image" Target="../media/image41.png"/><Relationship Id="rId18" Type="http://schemas.openxmlformats.org/officeDocument/2006/relationships/customXml" Target="../ink/ink187.xml"/><Relationship Id="rId39" Type="http://schemas.openxmlformats.org/officeDocument/2006/relationships/image" Target="../media/image71.png"/><Relationship Id="rId34" Type="http://schemas.openxmlformats.org/officeDocument/2006/relationships/customXml" Target="../ink/ink195.xml"/><Relationship Id="rId50" Type="http://schemas.openxmlformats.org/officeDocument/2006/relationships/customXml" Target="../ink/ink203.xml"/><Relationship Id="rId55" Type="http://schemas.openxmlformats.org/officeDocument/2006/relationships/image" Target="../media/image78.png"/><Relationship Id="rId76" Type="http://schemas.openxmlformats.org/officeDocument/2006/relationships/customXml" Target="../ink/ink216.xml"/><Relationship Id="rId7" Type="http://schemas.openxmlformats.org/officeDocument/2006/relationships/image" Target="../media/image38.png"/><Relationship Id="rId71" Type="http://schemas.openxmlformats.org/officeDocument/2006/relationships/image" Target="../media/image99.png"/><Relationship Id="rId2" Type="http://schemas.openxmlformats.org/officeDocument/2006/relationships/image" Target="../media/image8.png"/><Relationship Id="rId29" Type="http://schemas.openxmlformats.org/officeDocument/2006/relationships/image" Target="../media/image56.png"/></Relationships>
</file>

<file path=ppt/slides/_rels/slide62.xml.rels><?xml version="1.0" encoding="UTF-8" standalone="yes"?>
<Relationships xmlns="http://schemas.openxmlformats.org/package/2006/relationships"><Relationship Id="rId26" Type="http://schemas.openxmlformats.org/officeDocument/2006/relationships/customXml" Target="../ink/ink229.xml"/><Relationship Id="rId21" Type="http://schemas.openxmlformats.org/officeDocument/2006/relationships/image" Target="../media/image49.png"/><Relationship Id="rId42" Type="http://schemas.openxmlformats.org/officeDocument/2006/relationships/customXml" Target="../ink/ink237.xml"/><Relationship Id="rId47" Type="http://schemas.openxmlformats.org/officeDocument/2006/relationships/image" Target="../media/image74.png"/><Relationship Id="rId63" Type="http://schemas.openxmlformats.org/officeDocument/2006/relationships/image" Target="../media/image89.png"/><Relationship Id="rId68" Type="http://schemas.openxmlformats.org/officeDocument/2006/relationships/customXml" Target="../ink/ink250.xml"/><Relationship Id="rId84" Type="http://schemas.openxmlformats.org/officeDocument/2006/relationships/customXml" Target="../ink/ink258.xml"/><Relationship Id="rId16" Type="http://schemas.openxmlformats.org/officeDocument/2006/relationships/customXml" Target="../ink/ink224.xml"/><Relationship Id="rId11" Type="http://schemas.openxmlformats.org/officeDocument/2006/relationships/image" Target="../media/image43.png"/><Relationship Id="rId32" Type="http://schemas.openxmlformats.org/officeDocument/2006/relationships/customXml" Target="../ink/ink232.xml"/><Relationship Id="rId37" Type="http://schemas.openxmlformats.org/officeDocument/2006/relationships/image" Target="../media/image60.png"/><Relationship Id="rId53" Type="http://schemas.openxmlformats.org/officeDocument/2006/relationships/image" Target="../media/image82.png"/><Relationship Id="rId58" Type="http://schemas.openxmlformats.org/officeDocument/2006/relationships/customXml" Target="../ink/ink245.xml"/><Relationship Id="rId74" Type="http://schemas.openxmlformats.org/officeDocument/2006/relationships/customXml" Target="../ink/ink253.xml"/><Relationship Id="rId79" Type="http://schemas.openxmlformats.org/officeDocument/2006/relationships/image" Target="../media/image105.png"/><Relationship Id="rId5" Type="http://schemas.openxmlformats.org/officeDocument/2006/relationships/image" Target="../media/image37.png"/><Relationship Id="rId19" Type="http://schemas.openxmlformats.org/officeDocument/2006/relationships/image" Target="../media/image48.png"/><Relationship Id="rId14" Type="http://schemas.openxmlformats.org/officeDocument/2006/relationships/customXml" Target="../ink/ink223.xml"/><Relationship Id="rId22" Type="http://schemas.openxmlformats.org/officeDocument/2006/relationships/customXml" Target="../ink/ink227.xml"/><Relationship Id="rId27" Type="http://schemas.openxmlformats.org/officeDocument/2006/relationships/image" Target="../media/image55.png"/><Relationship Id="rId30" Type="http://schemas.openxmlformats.org/officeDocument/2006/relationships/customXml" Target="../ink/ink231.xml"/><Relationship Id="rId35" Type="http://schemas.openxmlformats.org/officeDocument/2006/relationships/image" Target="../media/image59.png"/><Relationship Id="rId43" Type="http://schemas.openxmlformats.org/officeDocument/2006/relationships/image" Target="../media/image72.png"/><Relationship Id="rId48" Type="http://schemas.openxmlformats.org/officeDocument/2006/relationships/customXml" Target="../ink/ink240.xml"/><Relationship Id="rId56" Type="http://schemas.openxmlformats.org/officeDocument/2006/relationships/customXml" Target="../ink/ink244.xml"/><Relationship Id="rId64" Type="http://schemas.openxmlformats.org/officeDocument/2006/relationships/customXml" Target="../ink/ink248.xml"/><Relationship Id="rId69" Type="http://schemas.openxmlformats.org/officeDocument/2006/relationships/image" Target="../media/image98.png"/><Relationship Id="rId77" Type="http://schemas.openxmlformats.org/officeDocument/2006/relationships/image" Target="../media/image104.png"/><Relationship Id="rId8" Type="http://schemas.openxmlformats.org/officeDocument/2006/relationships/customXml" Target="../ink/ink220.xml"/><Relationship Id="rId51" Type="http://schemas.openxmlformats.org/officeDocument/2006/relationships/image" Target="../media/image81.png"/><Relationship Id="rId72" Type="http://schemas.openxmlformats.org/officeDocument/2006/relationships/customXml" Target="../ink/ink252.xml"/><Relationship Id="rId80" Type="http://schemas.openxmlformats.org/officeDocument/2006/relationships/customXml" Target="../ink/ink256.xml"/><Relationship Id="rId85" Type="http://schemas.openxmlformats.org/officeDocument/2006/relationships/image" Target="../media/image108.png"/><Relationship Id="rId3" Type="http://schemas.openxmlformats.org/officeDocument/2006/relationships/hyperlink" Target="https://www.artofcse.com/learning/introduction-to-dynamic-programming" TargetMode="External"/><Relationship Id="rId12" Type="http://schemas.openxmlformats.org/officeDocument/2006/relationships/customXml" Target="../ink/ink222.xml"/><Relationship Id="rId17" Type="http://schemas.openxmlformats.org/officeDocument/2006/relationships/image" Target="../media/image47.png"/><Relationship Id="rId25" Type="http://schemas.openxmlformats.org/officeDocument/2006/relationships/image" Target="../media/image54.png"/><Relationship Id="rId33" Type="http://schemas.openxmlformats.org/officeDocument/2006/relationships/image" Target="../media/image58.png"/><Relationship Id="rId38" Type="http://schemas.openxmlformats.org/officeDocument/2006/relationships/customXml" Target="../ink/ink235.xml"/><Relationship Id="rId46" Type="http://schemas.openxmlformats.org/officeDocument/2006/relationships/customXml" Target="../ink/ink239.xml"/><Relationship Id="rId59" Type="http://schemas.openxmlformats.org/officeDocument/2006/relationships/image" Target="../media/image87.png"/><Relationship Id="rId67" Type="http://schemas.openxmlformats.org/officeDocument/2006/relationships/image" Target="../media/image97.png"/><Relationship Id="rId20" Type="http://schemas.openxmlformats.org/officeDocument/2006/relationships/customXml" Target="../ink/ink226.xml"/><Relationship Id="rId41" Type="http://schemas.openxmlformats.org/officeDocument/2006/relationships/image" Target="../media/image67.png"/><Relationship Id="rId54" Type="http://schemas.openxmlformats.org/officeDocument/2006/relationships/customXml" Target="../ink/ink243.xml"/><Relationship Id="rId62" Type="http://schemas.openxmlformats.org/officeDocument/2006/relationships/customXml" Target="../ink/ink247.xml"/><Relationship Id="rId70" Type="http://schemas.openxmlformats.org/officeDocument/2006/relationships/customXml" Target="../ink/ink251.xml"/><Relationship Id="rId75" Type="http://schemas.openxmlformats.org/officeDocument/2006/relationships/image" Target="../media/image101.png"/><Relationship Id="rId83" Type="http://schemas.openxmlformats.org/officeDocument/2006/relationships/image" Target="../media/image107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19.xml"/><Relationship Id="rId15" Type="http://schemas.openxmlformats.org/officeDocument/2006/relationships/image" Target="../media/image42.png"/><Relationship Id="rId23" Type="http://schemas.openxmlformats.org/officeDocument/2006/relationships/image" Target="../media/image53.png"/><Relationship Id="rId28" Type="http://schemas.openxmlformats.org/officeDocument/2006/relationships/customXml" Target="../ink/ink230.xml"/><Relationship Id="rId36" Type="http://schemas.openxmlformats.org/officeDocument/2006/relationships/customXml" Target="../ink/ink234.xml"/><Relationship Id="rId49" Type="http://schemas.openxmlformats.org/officeDocument/2006/relationships/image" Target="../media/image80.png"/><Relationship Id="rId57" Type="http://schemas.openxmlformats.org/officeDocument/2006/relationships/image" Target="../media/image83.png"/><Relationship Id="rId10" Type="http://schemas.openxmlformats.org/officeDocument/2006/relationships/customXml" Target="../ink/ink221.xml"/><Relationship Id="rId31" Type="http://schemas.openxmlformats.org/officeDocument/2006/relationships/image" Target="../media/image57.png"/><Relationship Id="rId44" Type="http://schemas.openxmlformats.org/officeDocument/2006/relationships/customXml" Target="../ink/ink238.xml"/><Relationship Id="rId52" Type="http://schemas.openxmlformats.org/officeDocument/2006/relationships/customXml" Target="../ink/ink242.xml"/><Relationship Id="rId60" Type="http://schemas.openxmlformats.org/officeDocument/2006/relationships/customXml" Target="../ink/ink246.xml"/><Relationship Id="rId65" Type="http://schemas.openxmlformats.org/officeDocument/2006/relationships/image" Target="../media/image96.png"/><Relationship Id="rId73" Type="http://schemas.openxmlformats.org/officeDocument/2006/relationships/image" Target="../media/image100.png"/><Relationship Id="rId78" Type="http://schemas.openxmlformats.org/officeDocument/2006/relationships/customXml" Target="../ink/ink255.xml"/><Relationship Id="rId81" Type="http://schemas.openxmlformats.org/officeDocument/2006/relationships/image" Target="../media/image106.png"/><Relationship Id="rId4" Type="http://schemas.openxmlformats.org/officeDocument/2006/relationships/customXml" Target="../ink/ink218.xml"/><Relationship Id="rId9" Type="http://schemas.openxmlformats.org/officeDocument/2006/relationships/image" Target="../media/image39.png"/><Relationship Id="rId13" Type="http://schemas.openxmlformats.org/officeDocument/2006/relationships/image" Target="../media/image41.png"/><Relationship Id="rId18" Type="http://schemas.openxmlformats.org/officeDocument/2006/relationships/customXml" Target="../ink/ink225.xml"/><Relationship Id="rId39" Type="http://schemas.openxmlformats.org/officeDocument/2006/relationships/image" Target="../media/image71.png"/><Relationship Id="rId34" Type="http://schemas.openxmlformats.org/officeDocument/2006/relationships/customXml" Target="../ink/ink233.xml"/><Relationship Id="rId50" Type="http://schemas.openxmlformats.org/officeDocument/2006/relationships/customXml" Target="../ink/ink241.xml"/><Relationship Id="rId55" Type="http://schemas.openxmlformats.org/officeDocument/2006/relationships/image" Target="../media/image78.png"/><Relationship Id="rId76" Type="http://schemas.openxmlformats.org/officeDocument/2006/relationships/customXml" Target="../ink/ink254.xml"/><Relationship Id="rId7" Type="http://schemas.openxmlformats.org/officeDocument/2006/relationships/image" Target="../media/image38.png"/><Relationship Id="rId71" Type="http://schemas.openxmlformats.org/officeDocument/2006/relationships/image" Target="../media/image99.png"/><Relationship Id="rId2" Type="http://schemas.openxmlformats.org/officeDocument/2006/relationships/image" Target="../media/image8.png"/><Relationship Id="rId29" Type="http://schemas.openxmlformats.org/officeDocument/2006/relationships/image" Target="../media/image56.png"/><Relationship Id="rId24" Type="http://schemas.openxmlformats.org/officeDocument/2006/relationships/customXml" Target="../ink/ink228.xml"/><Relationship Id="rId40" Type="http://schemas.openxmlformats.org/officeDocument/2006/relationships/customXml" Target="../ink/ink236.xml"/><Relationship Id="rId45" Type="http://schemas.openxmlformats.org/officeDocument/2006/relationships/image" Target="../media/image73.png"/><Relationship Id="rId66" Type="http://schemas.openxmlformats.org/officeDocument/2006/relationships/customXml" Target="../ink/ink249.xml"/><Relationship Id="rId61" Type="http://schemas.openxmlformats.org/officeDocument/2006/relationships/image" Target="../media/image88.png"/><Relationship Id="rId82" Type="http://schemas.openxmlformats.org/officeDocument/2006/relationships/customXml" Target="../ink/ink257.xml"/></Relationships>
</file>

<file path=ppt/slides/_rels/slide63.xml.rels><?xml version="1.0" encoding="UTF-8" standalone="yes"?>
<Relationships xmlns="http://schemas.openxmlformats.org/package/2006/relationships"><Relationship Id="rId26" Type="http://schemas.openxmlformats.org/officeDocument/2006/relationships/customXml" Target="../ink/ink270.xml"/><Relationship Id="rId21" Type="http://schemas.openxmlformats.org/officeDocument/2006/relationships/image" Target="../media/image49.png"/><Relationship Id="rId42" Type="http://schemas.openxmlformats.org/officeDocument/2006/relationships/customXml" Target="../ink/ink278.xml"/><Relationship Id="rId47" Type="http://schemas.openxmlformats.org/officeDocument/2006/relationships/image" Target="../media/image74.png"/><Relationship Id="rId63" Type="http://schemas.openxmlformats.org/officeDocument/2006/relationships/image" Target="../media/image89.png"/><Relationship Id="rId68" Type="http://schemas.openxmlformats.org/officeDocument/2006/relationships/customXml" Target="../ink/ink291.xml"/><Relationship Id="rId84" Type="http://schemas.openxmlformats.org/officeDocument/2006/relationships/customXml" Target="../ink/ink299.xml"/><Relationship Id="rId89" Type="http://schemas.openxmlformats.org/officeDocument/2006/relationships/image" Target="../media/image115.png"/><Relationship Id="rId16" Type="http://schemas.openxmlformats.org/officeDocument/2006/relationships/customXml" Target="../ink/ink265.xml"/><Relationship Id="rId11" Type="http://schemas.openxmlformats.org/officeDocument/2006/relationships/image" Target="../media/image43.png"/><Relationship Id="rId32" Type="http://schemas.openxmlformats.org/officeDocument/2006/relationships/customXml" Target="../ink/ink273.xml"/><Relationship Id="rId37" Type="http://schemas.openxmlformats.org/officeDocument/2006/relationships/image" Target="../media/image60.png"/><Relationship Id="rId53" Type="http://schemas.openxmlformats.org/officeDocument/2006/relationships/image" Target="../media/image82.png"/><Relationship Id="rId58" Type="http://schemas.openxmlformats.org/officeDocument/2006/relationships/customXml" Target="../ink/ink286.xml"/><Relationship Id="rId74" Type="http://schemas.openxmlformats.org/officeDocument/2006/relationships/customXml" Target="../ink/ink294.xml"/><Relationship Id="rId79" Type="http://schemas.openxmlformats.org/officeDocument/2006/relationships/image" Target="../media/image110.png"/><Relationship Id="rId5" Type="http://schemas.openxmlformats.org/officeDocument/2006/relationships/image" Target="../media/image37.png"/><Relationship Id="rId14" Type="http://schemas.openxmlformats.org/officeDocument/2006/relationships/customXml" Target="../ink/ink264.xml"/><Relationship Id="rId22" Type="http://schemas.openxmlformats.org/officeDocument/2006/relationships/customXml" Target="../ink/ink268.xml"/><Relationship Id="rId27" Type="http://schemas.openxmlformats.org/officeDocument/2006/relationships/image" Target="../media/image55.png"/><Relationship Id="rId30" Type="http://schemas.openxmlformats.org/officeDocument/2006/relationships/customXml" Target="../ink/ink272.xml"/><Relationship Id="rId35" Type="http://schemas.openxmlformats.org/officeDocument/2006/relationships/image" Target="../media/image59.png"/><Relationship Id="rId43" Type="http://schemas.openxmlformats.org/officeDocument/2006/relationships/image" Target="../media/image72.png"/><Relationship Id="rId48" Type="http://schemas.openxmlformats.org/officeDocument/2006/relationships/customXml" Target="../ink/ink281.xml"/><Relationship Id="rId56" Type="http://schemas.openxmlformats.org/officeDocument/2006/relationships/customXml" Target="../ink/ink285.xml"/><Relationship Id="rId64" Type="http://schemas.openxmlformats.org/officeDocument/2006/relationships/customXml" Target="../ink/ink289.xml"/><Relationship Id="rId69" Type="http://schemas.openxmlformats.org/officeDocument/2006/relationships/image" Target="../media/image98.png"/><Relationship Id="rId77" Type="http://schemas.openxmlformats.org/officeDocument/2006/relationships/image" Target="../media/image109.png"/><Relationship Id="rId8" Type="http://schemas.openxmlformats.org/officeDocument/2006/relationships/customXml" Target="../ink/ink261.xml"/><Relationship Id="rId51" Type="http://schemas.openxmlformats.org/officeDocument/2006/relationships/image" Target="../media/image81.png"/><Relationship Id="rId72" Type="http://schemas.openxmlformats.org/officeDocument/2006/relationships/customXml" Target="../ink/ink293.xml"/><Relationship Id="rId80" Type="http://schemas.openxmlformats.org/officeDocument/2006/relationships/customXml" Target="../ink/ink297.xml"/><Relationship Id="rId85" Type="http://schemas.openxmlformats.org/officeDocument/2006/relationships/image" Target="../media/image113.png"/><Relationship Id="rId3" Type="http://schemas.openxmlformats.org/officeDocument/2006/relationships/hyperlink" Target="https://www.artofcse.com/learning/introduction-to-dynamic-programming" TargetMode="External"/><Relationship Id="rId12" Type="http://schemas.openxmlformats.org/officeDocument/2006/relationships/customXml" Target="../ink/ink263.xml"/><Relationship Id="rId17" Type="http://schemas.openxmlformats.org/officeDocument/2006/relationships/image" Target="../media/image47.png"/><Relationship Id="rId25" Type="http://schemas.openxmlformats.org/officeDocument/2006/relationships/image" Target="../media/image54.png"/><Relationship Id="rId33" Type="http://schemas.openxmlformats.org/officeDocument/2006/relationships/image" Target="../media/image58.png"/><Relationship Id="rId38" Type="http://schemas.openxmlformats.org/officeDocument/2006/relationships/customXml" Target="../ink/ink276.xml"/><Relationship Id="rId46" Type="http://schemas.openxmlformats.org/officeDocument/2006/relationships/customXml" Target="../ink/ink280.xml"/><Relationship Id="rId59" Type="http://schemas.openxmlformats.org/officeDocument/2006/relationships/image" Target="../media/image87.png"/><Relationship Id="rId67" Type="http://schemas.openxmlformats.org/officeDocument/2006/relationships/image" Target="../media/image97.png"/><Relationship Id="rId20" Type="http://schemas.openxmlformats.org/officeDocument/2006/relationships/customXml" Target="../ink/ink267.xml"/><Relationship Id="rId41" Type="http://schemas.openxmlformats.org/officeDocument/2006/relationships/image" Target="../media/image67.png"/><Relationship Id="rId54" Type="http://schemas.openxmlformats.org/officeDocument/2006/relationships/customXml" Target="../ink/ink284.xml"/><Relationship Id="rId62" Type="http://schemas.openxmlformats.org/officeDocument/2006/relationships/customXml" Target="../ink/ink288.xml"/><Relationship Id="rId70" Type="http://schemas.openxmlformats.org/officeDocument/2006/relationships/customXml" Target="../ink/ink292.xml"/><Relationship Id="rId75" Type="http://schemas.openxmlformats.org/officeDocument/2006/relationships/image" Target="../media/image101.png"/><Relationship Id="rId83" Type="http://schemas.openxmlformats.org/officeDocument/2006/relationships/image" Target="../media/image112.png"/><Relationship Id="rId88" Type="http://schemas.openxmlformats.org/officeDocument/2006/relationships/customXml" Target="../ink/ink30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60.xml"/><Relationship Id="rId15" Type="http://schemas.openxmlformats.org/officeDocument/2006/relationships/image" Target="../media/image42.png"/><Relationship Id="rId23" Type="http://schemas.openxmlformats.org/officeDocument/2006/relationships/image" Target="../media/image53.png"/><Relationship Id="rId28" Type="http://schemas.openxmlformats.org/officeDocument/2006/relationships/customXml" Target="../ink/ink271.xml"/><Relationship Id="rId36" Type="http://schemas.openxmlformats.org/officeDocument/2006/relationships/customXml" Target="../ink/ink275.xml"/><Relationship Id="rId49" Type="http://schemas.openxmlformats.org/officeDocument/2006/relationships/image" Target="../media/image80.png"/><Relationship Id="rId57" Type="http://schemas.openxmlformats.org/officeDocument/2006/relationships/image" Target="../media/image83.png"/><Relationship Id="rId10" Type="http://schemas.openxmlformats.org/officeDocument/2006/relationships/customXml" Target="../ink/ink262.xml"/><Relationship Id="rId31" Type="http://schemas.openxmlformats.org/officeDocument/2006/relationships/image" Target="../media/image57.png"/><Relationship Id="rId44" Type="http://schemas.openxmlformats.org/officeDocument/2006/relationships/customXml" Target="../ink/ink279.xml"/><Relationship Id="rId52" Type="http://schemas.openxmlformats.org/officeDocument/2006/relationships/customXml" Target="../ink/ink283.xml"/><Relationship Id="rId60" Type="http://schemas.openxmlformats.org/officeDocument/2006/relationships/customXml" Target="../ink/ink287.xml"/><Relationship Id="rId65" Type="http://schemas.openxmlformats.org/officeDocument/2006/relationships/image" Target="../media/image96.png"/><Relationship Id="rId73" Type="http://schemas.openxmlformats.org/officeDocument/2006/relationships/image" Target="../media/image100.png"/><Relationship Id="rId78" Type="http://schemas.openxmlformats.org/officeDocument/2006/relationships/customXml" Target="../ink/ink296.xml"/><Relationship Id="rId81" Type="http://schemas.openxmlformats.org/officeDocument/2006/relationships/image" Target="../media/image111.png"/><Relationship Id="rId86" Type="http://schemas.openxmlformats.org/officeDocument/2006/relationships/customXml" Target="../ink/ink300.xml"/><Relationship Id="rId4" Type="http://schemas.openxmlformats.org/officeDocument/2006/relationships/customXml" Target="../ink/ink259.xml"/><Relationship Id="rId9" Type="http://schemas.openxmlformats.org/officeDocument/2006/relationships/image" Target="../media/image39.png"/><Relationship Id="rId13" Type="http://schemas.openxmlformats.org/officeDocument/2006/relationships/image" Target="../media/image41.png"/><Relationship Id="rId18" Type="http://schemas.openxmlformats.org/officeDocument/2006/relationships/customXml" Target="../ink/ink266.xml"/><Relationship Id="rId39" Type="http://schemas.openxmlformats.org/officeDocument/2006/relationships/image" Target="../media/image71.png"/><Relationship Id="rId34" Type="http://schemas.openxmlformats.org/officeDocument/2006/relationships/customXml" Target="../ink/ink274.xml"/><Relationship Id="rId50" Type="http://schemas.openxmlformats.org/officeDocument/2006/relationships/customXml" Target="../ink/ink282.xml"/><Relationship Id="rId55" Type="http://schemas.openxmlformats.org/officeDocument/2006/relationships/image" Target="../media/image78.png"/><Relationship Id="rId76" Type="http://schemas.openxmlformats.org/officeDocument/2006/relationships/customXml" Target="../ink/ink295.xml"/><Relationship Id="rId7" Type="http://schemas.openxmlformats.org/officeDocument/2006/relationships/image" Target="../media/image38.png"/><Relationship Id="rId71" Type="http://schemas.openxmlformats.org/officeDocument/2006/relationships/image" Target="../media/image99.png"/><Relationship Id="rId2" Type="http://schemas.openxmlformats.org/officeDocument/2006/relationships/image" Target="../media/image8.png"/><Relationship Id="rId29" Type="http://schemas.openxmlformats.org/officeDocument/2006/relationships/image" Target="../media/image56.png"/><Relationship Id="rId24" Type="http://schemas.openxmlformats.org/officeDocument/2006/relationships/customXml" Target="../ink/ink269.xml"/><Relationship Id="rId40" Type="http://schemas.openxmlformats.org/officeDocument/2006/relationships/customXml" Target="../ink/ink277.xml"/><Relationship Id="rId45" Type="http://schemas.openxmlformats.org/officeDocument/2006/relationships/image" Target="../media/image73.png"/><Relationship Id="rId66" Type="http://schemas.openxmlformats.org/officeDocument/2006/relationships/customXml" Target="../ink/ink290.xml"/><Relationship Id="rId87" Type="http://schemas.openxmlformats.org/officeDocument/2006/relationships/image" Target="../media/image114.png"/><Relationship Id="rId61" Type="http://schemas.openxmlformats.org/officeDocument/2006/relationships/image" Target="../media/image88.png"/><Relationship Id="rId82" Type="http://schemas.openxmlformats.org/officeDocument/2006/relationships/customXml" Target="../ink/ink298.xml"/><Relationship Id="rId19" Type="http://schemas.openxmlformats.org/officeDocument/2006/relationships/image" Target="../media/image48.png"/></Relationships>
</file>

<file path=ppt/slides/_rels/slide64.xml.rels><?xml version="1.0" encoding="UTF-8" standalone="yes"?>
<Relationships xmlns="http://schemas.openxmlformats.org/package/2006/relationships"><Relationship Id="rId26" Type="http://schemas.openxmlformats.org/officeDocument/2006/relationships/customXml" Target="../ink/ink313.xml"/><Relationship Id="rId21" Type="http://schemas.openxmlformats.org/officeDocument/2006/relationships/image" Target="../media/image49.png"/><Relationship Id="rId42" Type="http://schemas.openxmlformats.org/officeDocument/2006/relationships/customXml" Target="../ink/ink321.xml"/><Relationship Id="rId47" Type="http://schemas.openxmlformats.org/officeDocument/2006/relationships/image" Target="../media/image74.png"/><Relationship Id="rId63" Type="http://schemas.openxmlformats.org/officeDocument/2006/relationships/image" Target="../media/image89.png"/><Relationship Id="rId68" Type="http://schemas.openxmlformats.org/officeDocument/2006/relationships/customXml" Target="../ink/ink334.xml"/><Relationship Id="rId84" Type="http://schemas.openxmlformats.org/officeDocument/2006/relationships/customXml" Target="../ink/ink342.xml"/><Relationship Id="rId89" Type="http://schemas.openxmlformats.org/officeDocument/2006/relationships/image" Target="../media/image117.png"/><Relationship Id="rId16" Type="http://schemas.openxmlformats.org/officeDocument/2006/relationships/customXml" Target="../ink/ink308.xml"/><Relationship Id="rId11" Type="http://schemas.openxmlformats.org/officeDocument/2006/relationships/image" Target="../media/image43.png"/><Relationship Id="rId32" Type="http://schemas.openxmlformats.org/officeDocument/2006/relationships/customXml" Target="../ink/ink316.xml"/><Relationship Id="rId37" Type="http://schemas.openxmlformats.org/officeDocument/2006/relationships/image" Target="../media/image60.png"/><Relationship Id="rId53" Type="http://schemas.openxmlformats.org/officeDocument/2006/relationships/image" Target="../media/image82.png"/><Relationship Id="rId58" Type="http://schemas.openxmlformats.org/officeDocument/2006/relationships/customXml" Target="../ink/ink329.xml"/><Relationship Id="rId74" Type="http://schemas.openxmlformats.org/officeDocument/2006/relationships/customXml" Target="../ink/ink337.xml"/><Relationship Id="rId79" Type="http://schemas.openxmlformats.org/officeDocument/2006/relationships/image" Target="../media/image110.png"/><Relationship Id="rId5" Type="http://schemas.openxmlformats.org/officeDocument/2006/relationships/image" Target="../media/image37.png"/><Relationship Id="rId90" Type="http://schemas.openxmlformats.org/officeDocument/2006/relationships/customXml" Target="../ink/ink345.xml"/><Relationship Id="rId95" Type="http://schemas.openxmlformats.org/officeDocument/2006/relationships/image" Target="../media/image120.png"/><Relationship Id="rId22" Type="http://schemas.openxmlformats.org/officeDocument/2006/relationships/customXml" Target="../ink/ink311.xml"/><Relationship Id="rId27" Type="http://schemas.openxmlformats.org/officeDocument/2006/relationships/image" Target="../media/image55.png"/><Relationship Id="rId43" Type="http://schemas.openxmlformats.org/officeDocument/2006/relationships/image" Target="../media/image72.png"/><Relationship Id="rId48" Type="http://schemas.openxmlformats.org/officeDocument/2006/relationships/customXml" Target="../ink/ink324.xml"/><Relationship Id="rId64" Type="http://schemas.openxmlformats.org/officeDocument/2006/relationships/customXml" Target="../ink/ink332.xml"/><Relationship Id="rId69" Type="http://schemas.openxmlformats.org/officeDocument/2006/relationships/image" Target="../media/image98.png"/><Relationship Id="rId8" Type="http://schemas.openxmlformats.org/officeDocument/2006/relationships/customXml" Target="../ink/ink304.xml"/><Relationship Id="rId51" Type="http://schemas.openxmlformats.org/officeDocument/2006/relationships/image" Target="../media/image81.png"/><Relationship Id="rId72" Type="http://schemas.openxmlformats.org/officeDocument/2006/relationships/customXml" Target="../ink/ink336.xml"/><Relationship Id="rId80" Type="http://schemas.openxmlformats.org/officeDocument/2006/relationships/customXml" Target="../ink/ink340.xml"/><Relationship Id="rId85" Type="http://schemas.openxmlformats.org/officeDocument/2006/relationships/image" Target="../media/image113.png"/><Relationship Id="rId93" Type="http://schemas.openxmlformats.org/officeDocument/2006/relationships/image" Target="../media/image119.png"/><Relationship Id="rId3" Type="http://schemas.openxmlformats.org/officeDocument/2006/relationships/hyperlink" Target="https://www.artofcse.com/learning/introduction-to-dynamic-programming" TargetMode="External"/><Relationship Id="rId12" Type="http://schemas.openxmlformats.org/officeDocument/2006/relationships/customXml" Target="../ink/ink306.xml"/><Relationship Id="rId17" Type="http://schemas.openxmlformats.org/officeDocument/2006/relationships/image" Target="../media/image47.png"/><Relationship Id="rId25" Type="http://schemas.openxmlformats.org/officeDocument/2006/relationships/image" Target="../media/image54.png"/><Relationship Id="rId33" Type="http://schemas.openxmlformats.org/officeDocument/2006/relationships/image" Target="../media/image58.png"/><Relationship Id="rId38" Type="http://schemas.openxmlformats.org/officeDocument/2006/relationships/customXml" Target="../ink/ink319.xml"/><Relationship Id="rId46" Type="http://schemas.openxmlformats.org/officeDocument/2006/relationships/customXml" Target="../ink/ink323.xml"/><Relationship Id="rId59" Type="http://schemas.openxmlformats.org/officeDocument/2006/relationships/image" Target="../media/image87.png"/><Relationship Id="rId67" Type="http://schemas.openxmlformats.org/officeDocument/2006/relationships/image" Target="../media/image97.png"/><Relationship Id="rId20" Type="http://schemas.openxmlformats.org/officeDocument/2006/relationships/customXml" Target="../ink/ink310.xml"/><Relationship Id="rId41" Type="http://schemas.openxmlformats.org/officeDocument/2006/relationships/image" Target="../media/image67.png"/><Relationship Id="rId54" Type="http://schemas.openxmlformats.org/officeDocument/2006/relationships/customXml" Target="../ink/ink327.xml"/><Relationship Id="rId62" Type="http://schemas.openxmlformats.org/officeDocument/2006/relationships/customXml" Target="../ink/ink331.xml"/><Relationship Id="rId70" Type="http://schemas.openxmlformats.org/officeDocument/2006/relationships/customXml" Target="../ink/ink335.xml"/><Relationship Id="rId75" Type="http://schemas.openxmlformats.org/officeDocument/2006/relationships/image" Target="../media/image101.png"/><Relationship Id="rId83" Type="http://schemas.openxmlformats.org/officeDocument/2006/relationships/image" Target="../media/image112.png"/><Relationship Id="rId88" Type="http://schemas.openxmlformats.org/officeDocument/2006/relationships/customXml" Target="../ink/ink344.xml"/><Relationship Id="rId91" Type="http://schemas.openxmlformats.org/officeDocument/2006/relationships/image" Target="../media/image118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03.xml"/><Relationship Id="rId15" Type="http://schemas.openxmlformats.org/officeDocument/2006/relationships/image" Target="../media/image42.png"/><Relationship Id="rId23" Type="http://schemas.openxmlformats.org/officeDocument/2006/relationships/image" Target="../media/image53.png"/><Relationship Id="rId28" Type="http://schemas.openxmlformats.org/officeDocument/2006/relationships/customXml" Target="../ink/ink314.xml"/><Relationship Id="rId36" Type="http://schemas.openxmlformats.org/officeDocument/2006/relationships/customXml" Target="../ink/ink318.xml"/><Relationship Id="rId49" Type="http://schemas.openxmlformats.org/officeDocument/2006/relationships/image" Target="../media/image80.png"/><Relationship Id="rId57" Type="http://schemas.openxmlformats.org/officeDocument/2006/relationships/image" Target="../media/image83.png"/><Relationship Id="rId10" Type="http://schemas.openxmlformats.org/officeDocument/2006/relationships/customXml" Target="../ink/ink305.xml"/><Relationship Id="rId31" Type="http://schemas.openxmlformats.org/officeDocument/2006/relationships/image" Target="../media/image57.png"/><Relationship Id="rId44" Type="http://schemas.openxmlformats.org/officeDocument/2006/relationships/customXml" Target="../ink/ink322.xml"/><Relationship Id="rId52" Type="http://schemas.openxmlformats.org/officeDocument/2006/relationships/customXml" Target="../ink/ink326.xml"/><Relationship Id="rId60" Type="http://schemas.openxmlformats.org/officeDocument/2006/relationships/customXml" Target="../ink/ink330.xml"/><Relationship Id="rId65" Type="http://schemas.openxmlformats.org/officeDocument/2006/relationships/image" Target="../media/image96.png"/><Relationship Id="rId73" Type="http://schemas.openxmlformats.org/officeDocument/2006/relationships/image" Target="../media/image100.png"/><Relationship Id="rId78" Type="http://schemas.openxmlformats.org/officeDocument/2006/relationships/customXml" Target="../ink/ink339.xml"/><Relationship Id="rId81" Type="http://schemas.openxmlformats.org/officeDocument/2006/relationships/image" Target="../media/image111.png"/><Relationship Id="rId86" Type="http://schemas.openxmlformats.org/officeDocument/2006/relationships/customXml" Target="../ink/ink343.xml"/><Relationship Id="rId94" Type="http://schemas.openxmlformats.org/officeDocument/2006/relationships/customXml" Target="../ink/ink347.xml"/><Relationship Id="rId4" Type="http://schemas.openxmlformats.org/officeDocument/2006/relationships/customXml" Target="../ink/ink302.xml"/><Relationship Id="rId9" Type="http://schemas.openxmlformats.org/officeDocument/2006/relationships/image" Target="../media/image39.png"/><Relationship Id="rId13" Type="http://schemas.openxmlformats.org/officeDocument/2006/relationships/image" Target="../media/image41.png"/><Relationship Id="rId18" Type="http://schemas.openxmlformats.org/officeDocument/2006/relationships/customXml" Target="../ink/ink309.xml"/><Relationship Id="rId39" Type="http://schemas.openxmlformats.org/officeDocument/2006/relationships/image" Target="../media/image71.png"/><Relationship Id="rId34" Type="http://schemas.openxmlformats.org/officeDocument/2006/relationships/customXml" Target="../ink/ink317.xml"/><Relationship Id="rId50" Type="http://schemas.openxmlformats.org/officeDocument/2006/relationships/customXml" Target="../ink/ink325.xml"/><Relationship Id="rId55" Type="http://schemas.openxmlformats.org/officeDocument/2006/relationships/image" Target="../media/image78.png"/><Relationship Id="rId76" Type="http://schemas.openxmlformats.org/officeDocument/2006/relationships/customXml" Target="../ink/ink338.xml"/><Relationship Id="rId7" Type="http://schemas.openxmlformats.org/officeDocument/2006/relationships/image" Target="../media/image38.png"/><Relationship Id="rId71" Type="http://schemas.openxmlformats.org/officeDocument/2006/relationships/image" Target="../media/image99.png"/><Relationship Id="rId92" Type="http://schemas.openxmlformats.org/officeDocument/2006/relationships/customXml" Target="../ink/ink346.xml"/><Relationship Id="rId2" Type="http://schemas.openxmlformats.org/officeDocument/2006/relationships/image" Target="../media/image8.png"/><Relationship Id="rId29" Type="http://schemas.openxmlformats.org/officeDocument/2006/relationships/image" Target="../media/image56.png"/><Relationship Id="rId24" Type="http://schemas.openxmlformats.org/officeDocument/2006/relationships/customXml" Target="../ink/ink312.xml"/><Relationship Id="rId40" Type="http://schemas.openxmlformats.org/officeDocument/2006/relationships/customXml" Target="../ink/ink320.xml"/><Relationship Id="rId45" Type="http://schemas.openxmlformats.org/officeDocument/2006/relationships/image" Target="../media/image73.png"/><Relationship Id="rId66" Type="http://schemas.openxmlformats.org/officeDocument/2006/relationships/customXml" Target="../ink/ink333.xml"/><Relationship Id="rId87" Type="http://schemas.openxmlformats.org/officeDocument/2006/relationships/image" Target="../media/image116.png"/><Relationship Id="rId61" Type="http://schemas.openxmlformats.org/officeDocument/2006/relationships/image" Target="../media/image88.png"/><Relationship Id="rId82" Type="http://schemas.openxmlformats.org/officeDocument/2006/relationships/customXml" Target="../ink/ink341.xml"/><Relationship Id="rId19" Type="http://schemas.openxmlformats.org/officeDocument/2006/relationships/image" Target="../media/image48.png"/><Relationship Id="rId14" Type="http://schemas.openxmlformats.org/officeDocument/2006/relationships/customXml" Target="../ink/ink307.xml"/><Relationship Id="rId30" Type="http://schemas.openxmlformats.org/officeDocument/2006/relationships/customXml" Target="../ink/ink315.xml"/><Relationship Id="rId35" Type="http://schemas.openxmlformats.org/officeDocument/2006/relationships/image" Target="../media/image59.png"/><Relationship Id="rId56" Type="http://schemas.openxmlformats.org/officeDocument/2006/relationships/customXml" Target="../ink/ink328.xml"/><Relationship Id="rId77" Type="http://schemas.openxmlformats.org/officeDocument/2006/relationships/image" Target="../media/image109.png"/></Relationships>
</file>

<file path=ppt/slides/_rels/slide65.xml.rels><?xml version="1.0" encoding="UTF-8" standalone="yes"?>
<Relationships xmlns="http://schemas.openxmlformats.org/package/2006/relationships"><Relationship Id="rId26" Type="http://schemas.openxmlformats.org/officeDocument/2006/relationships/customXml" Target="../ink/ink359.xml"/><Relationship Id="rId21" Type="http://schemas.openxmlformats.org/officeDocument/2006/relationships/image" Target="../media/image49.png"/><Relationship Id="rId42" Type="http://schemas.openxmlformats.org/officeDocument/2006/relationships/customXml" Target="../ink/ink367.xml"/><Relationship Id="rId47" Type="http://schemas.openxmlformats.org/officeDocument/2006/relationships/image" Target="../media/image74.png"/><Relationship Id="rId63" Type="http://schemas.openxmlformats.org/officeDocument/2006/relationships/image" Target="../media/image89.png"/><Relationship Id="rId68" Type="http://schemas.openxmlformats.org/officeDocument/2006/relationships/customXml" Target="../ink/ink380.xml"/><Relationship Id="rId84" Type="http://schemas.openxmlformats.org/officeDocument/2006/relationships/customXml" Target="../ink/ink388.xml"/><Relationship Id="rId89" Type="http://schemas.openxmlformats.org/officeDocument/2006/relationships/image" Target="../media/image117.png"/><Relationship Id="rId16" Type="http://schemas.openxmlformats.org/officeDocument/2006/relationships/customXml" Target="../ink/ink354.xml"/><Relationship Id="rId11" Type="http://schemas.openxmlformats.org/officeDocument/2006/relationships/image" Target="../media/image43.png"/><Relationship Id="rId32" Type="http://schemas.openxmlformats.org/officeDocument/2006/relationships/customXml" Target="../ink/ink362.xml"/><Relationship Id="rId37" Type="http://schemas.openxmlformats.org/officeDocument/2006/relationships/image" Target="../media/image60.png"/><Relationship Id="rId53" Type="http://schemas.openxmlformats.org/officeDocument/2006/relationships/image" Target="../media/image82.png"/><Relationship Id="rId58" Type="http://schemas.openxmlformats.org/officeDocument/2006/relationships/customXml" Target="../ink/ink375.xml"/><Relationship Id="rId74" Type="http://schemas.openxmlformats.org/officeDocument/2006/relationships/customXml" Target="../ink/ink383.xml"/><Relationship Id="rId79" Type="http://schemas.openxmlformats.org/officeDocument/2006/relationships/image" Target="../media/image110.png"/><Relationship Id="rId102" Type="http://schemas.openxmlformats.org/officeDocument/2006/relationships/customXml" Target="../ink/ink397.xml"/><Relationship Id="rId5" Type="http://schemas.openxmlformats.org/officeDocument/2006/relationships/image" Target="../media/image37.png"/><Relationship Id="rId90" Type="http://schemas.openxmlformats.org/officeDocument/2006/relationships/customXml" Target="../ink/ink391.xml"/><Relationship Id="rId95" Type="http://schemas.openxmlformats.org/officeDocument/2006/relationships/image" Target="../media/image123.png"/><Relationship Id="rId22" Type="http://schemas.openxmlformats.org/officeDocument/2006/relationships/customXml" Target="../ink/ink357.xml"/><Relationship Id="rId27" Type="http://schemas.openxmlformats.org/officeDocument/2006/relationships/image" Target="../media/image55.png"/><Relationship Id="rId43" Type="http://schemas.openxmlformats.org/officeDocument/2006/relationships/image" Target="../media/image72.png"/><Relationship Id="rId48" Type="http://schemas.openxmlformats.org/officeDocument/2006/relationships/customXml" Target="../ink/ink370.xml"/><Relationship Id="rId64" Type="http://schemas.openxmlformats.org/officeDocument/2006/relationships/customXml" Target="../ink/ink378.xml"/><Relationship Id="rId69" Type="http://schemas.openxmlformats.org/officeDocument/2006/relationships/image" Target="../media/image98.png"/><Relationship Id="rId80" Type="http://schemas.openxmlformats.org/officeDocument/2006/relationships/customXml" Target="../ink/ink386.xml"/><Relationship Id="rId85" Type="http://schemas.openxmlformats.org/officeDocument/2006/relationships/image" Target="../media/image113.png"/><Relationship Id="rId12" Type="http://schemas.openxmlformats.org/officeDocument/2006/relationships/customXml" Target="../ink/ink352.xml"/><Relationship Id="rId17" Type="http://schemas.openxmlformats.org/officeDocument/2006/relationships/image" Target="../media/image47.png"/><Relationship Id="rId33" Type="http://schemas.openxmlformats.org/officeDocument/2006/relationships/image" Target="../media/image58.png"/><Relationship Id="rId38" Type="http://schemas.openxmlformats.org/officeDocument/2006/relationships/customXml" Target="../ink/ink365.xml"/><Relationship Id="rId59" Type="http://schemas.openxmlformats.org/officeDocument/2006/relationships/image" Target="../media/image87.png"/><Relationship Id="rId103" Type="http://schemas.openxmlformats.org/officeDocument/2006/relationships/image" Target="../media/image127.png"/><Relationship Id="rId20" Type="http://schemas.openxmlformats.org/officeDocument/2006/relationships/customXml" Target="../ink/ink356.xml"/><Relationship Id="rId41" Type="http://schemas.openxmlformats.org/officeDocument/2006/relationships/image" Target="../media/image67.png"/><Relationship Id="rId54" Type="http://schemas.openxmlformats.org/officeDocument/2006/relationships/customXml" Target="../ink/ink373.xml"/><Relationship Id="rId62" Type="http://schemas.openxmlformats.org/officeDocument/2006/relationships/customXml" Target="../ink/ink377.xml"/><Relationship Id="rId70" Type="http://schemas.openxmlformats.org/officeDocument/2006/relationships/customXml" Target="../ink/ink381.xml"/><Relationship Id="rId75" Type="http://schemas.openxmlformats.org/officeDocument/2006/relationships/image" Target="../media/image101.png"/><Relationship Id="rId83" Type="http://schemas.openxmlformats.org/officeDocument/2006/relationships/image" Target="../media/image112.png"/><Relationship Id="rId88" Type="http://schemas.openxmlformats.org/officeDocument/2006/relationships/customXml" Target="../ink/ink390.xml"/><Relationship Id="rId91" Type="http://schemas.openxmlformats.org/officeDocument/2006/relationships/image" Target="../media/image121.png"/><Relationship Id="rId96" Type="http://schemas.openxmlformats.org/officeDocument/2006/relationships/customXml" Target="../ink/ink394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49.xml"/><Relationship Id="rId15" Type="http://schemas.openxmlformats.org/officeDocument/2006/relationships/image" Target="../media/image42.png"/><Relationship Id="rId23" Type="http://schemas.openxmlformats.org/officeDocument/2006/relationships/image" Target="../media/image53.png"/><Relationship Id="rId28" Type="http://schemas.openxmlformats.org/officeDocument/2006/relationships/customXml" Target="../ink/ink360.xml"/><Relationship Id="rId36" Type="http://schemas.openxmlformats.org/officeDocument/2006/relationships/customXml" Target="../ink/ink364.xml"/><Relationship Id="rId49" Type="http://schemas.openxmlformats.org/officeDocument/2006/relationships/image" Target="../media/image80.png"/><Relationship Id="rId57" Type="http://schemas.openxmlformats.org/officeDocument/2006/relationships/image" Target="../media/image83.png"/><Relationship Id="rId10" Type="http://schemas.openxmlformats.org/officeDocument/2006/relationships/customXml" Target="../ink/ink351.xml"/><Relationship Id="rId31" Type="http://schemas.openxmlformats.org/officeDocument/2006/relationships/image" Target="../media/image57.png"/><Relationship Id="rId44" Type="http://schemas.openxmlformats.org/officeDocument/2006/relationships/customXml" Target="../ink/ink368.xml"/><Relationship Id="rId52" Type="http://schemas.openxmlformats.org/officeDocument/2006/relationships/customXml" Target="../ink/ink372.xml"/><Relationship Id="rId60" Type="http://schemas.openxmlformats.org/officeDocument/2006/relationships/customXml" Target="../ink/ink376.xml"/><Relationship Id="rId65" Type="http://schemas.openxmlformats.org/officeDocument/2006/relationships/image" Target="../media/image96.png"/><Relationship Id="rId73" Type="http://schemas.openxmlformats.org/officeDocument/2006/relationships/image" Target="../media/image100.png"/><Relationship Id="rId78" Type="http://schemas.openxmlformats.org/officeDocument/2006/relationships/customXml" Target="../ink/ink385.xml"/><Relationship Id="rId81" Type="http://schemas.openxmlformats.org/officeDocument/2006/relationships/image" Target="../media/image111.png"/><Relationship Id="rId86" Type="http://schemas.openxmlformats.org/officeDocument/2006/relationships/customXml" Target="../ink/ink389.xml"/><Relationship Id="rId94" Type="http://schemas.openxmlformats.org/officeDocument/2006/relationships/customXml" Target="../ink/ink393.xml"/><Relationship Id="rId99" Type="http://schemas.openxmlformats.org/officeDocument/2006/relationships/image" Target="../media/image125.png"/><Relationship Id="rId101" Type="http://schemas.openxmlformats.org/officeDocument/2006/relationships/image" Target="../media/image126.png"/><Relationship Id="rId4" Type="http://schemas.openxmlformats.org/officeDocument/2006/relationships/customXml" Target="../ink/ink348.xml"/><Relationship Id="rId9" Type="http://schemas.openxmlformats.org/officeDocument/2006/relationships/image" Target="../media/image39.png"/><Relationship Id="rId13" Type="http://schemas.openxmlformats.org/officeDocument/2006/relationships/image" Target="../media/image41.png"/><Relationship Id="rId18" Type="http://schemas.openxmlformats.org/officeDocument/2006/relationships/customXml" Target="../ink/ink355.xml"/><Relationship Id="rId39" Type="http://schemas.openxmlformats.org/officeDocument/2006/relationships/image" Target="../media/image71.png"/><Relationship Id="rId34" Type="http://schemas.openxmlformats.org/officeDocument/2006/relationships/customXml" Target="../ink/ink363.xml"/><Relationship Id="rId50" Type="http://schemas.openxmlformats.org/officeDocument/2006/relationships/customXml" Target="../ink/ink371.xml"/><Relationship Id="rId55" Type="http://schemas.openxmlformats.org/officeDocument/2006/relationships/image" Target="../media/image78.png"/><Relationship Id="rId76" Type="http://schemas.openxmlformats.org/officeDocument/2006/relationships/customXml" Target="../ink/ink384.xml"/><Relationship Id="rId97" Type="http://schemas.openxmlformats.org/officeDocument/2006/relationships/image" Target="../media/image124.png"/><Relationship Id="rId104" Type="http://schemas.openxmlformats.org/officeDocument/2006/relationships/customXml" Target="../ink/ink398.xml"/><Relationship Id="rId7" Type="http://schemas.openxmlformats.org/officeDocument/2006/relationships/image" Target="../media/image38.png"/><Relationship Id="rId71" Type="http://schemas.openxmlformats.org/officeDocument/2006/relationships/image" Target="../media/image99.png"/><Relationship Id="rId92" Type="http://schemas.openxmlformats.org/officeDocument/2006/relationships/customXml" Target="../ink/ink392.xml"/><Relationship Id="rId2" Type="http://schemas.openxmlformats.org/officeDocument/2006/relationships/image" Target="../media/image8.png"/><Relationship Id="rId29" Type="http://schemas.openxmlformats.org/officeDocument/2006/relationships/image" Target="../media/image56.png"/><Relationship Id="rId24" Type="http://schemas.openxmlformats.org/officeDocument/2006/relationships/customXml" Target="../ink/ink358.xml"/><Relationship Id="rId40" Type="http://schemas.openxmlformats.org/officeDocument/2006/relationships/customXml" Target="../ink/ink366.xml"/><Relationship Id="rId45" Type="http://schemas.openxmlformats.org/officeDocument/2006/relationships/image" Target="../media/image73.png"/><Relationship Id="rId66" Type="http://schemas.openxmlformats.org/officeDocument/2006/relationships/customXml" Target="../ink/ink379.xml"/><Relationship Id="rId87" Type="http://schemas.openxmlformats.org/officeDocument/2006/relationships/image" Target="../media/image116.png"/><Relationship Id="rId61" Type="http://schemas.openxmlformats.org/officeDocument/2006/relationships/image" Target="../media/image88.png"/><Relationship Id="rId82" Type="http://schemas.openxmlformats.org/officeDocument/2006/relationships/customXml" Target="../ink/ink387.xml"/><Relationship Id="rId19" Type="http://schemas.openxmlformats.org/officeDocument/2006/relationships/image" Target="../media/image48.png"/><Relationship Id="rId14" Type="http://schemas.openxmlformats.org/officeDocument/2006/relationships/customXml" Target="../ink/ink353.xml"/><Relationship Id="rId30" Type="http://schemas.openxmlformats.org/officeDocument/2006/relationships/customXml" Target="../ink/ink361.xml"/><Relationship Id="rId35" Type="http://schemas.openxmlformats.org/officeDocument/2006/relationships/image" Target="../media/image59.png"/><Relationship Id="rId56" Type="http://schemas.openxmlformats.org/officeDocument/2006/relationships/customXml" Target="../ink/ink374.xml"/><Relationship Id="rId77" Type="http://schemas.openxmlformats.org/officeDocument/2006/relationships/image" Target="../media/image109.png"/><Relationship Id="rId100" Type="http://schemas.openxmlformats.org/officeDocument/2006/relationships/customXml" Target="../ink/ink396.xml"/><Relationship Id="rId105" Type="http://schemas.openxmlformats.org/officeDocument/2006/relationships/image" Target="../media/image128.png"/><Relationship Id="rId8" Type="http://schemas.openxmlformats.org/officeDocument/2006/relationships/customXml" Target="../ink/ink350.xml"/><Relationship Id="rId51" Type="http://schemas.openxmlformats.org/officeDocument/2006/relationships/image" Target="../media/image81.png"/><Relationship Id="rId72" Type="http://schemas.openxmlformats.org/officeDocument/2006/relationships/customXml" Target="../ink/ink382.xml"/><Relationship Id="rId93" Type="http://schemas.openxmlformats.org/officeDocument/2006/relationships/image" Target="../media/image122.png"/><Relationship Id="rId98" Type="http://schemas.openxmlformats.org/officeDocument/2006/relationships/customXml" Target="../ink/ink395.xml"/><Relationship Id="rId3" Type="http://schemas.openxmlformats.org/officeDocument/2006/relationships/hyperlink" Target="https://www.artofcse.com/learning/introduction-to-dynamic-programming" TargetMode="External"/><Relationship Id="rId25" Type="http://schemas.openxmlformats.org/officeDocument/2006/relationships/image" Target="../media/image54.png"/><Relationship Id="rId46" Type="http://schemas.openxmlformats.org/officeDocument/2006/relationships/customXml" Target="../ink/ink369.xml"/><Relationship Id="rId67" Type="http://schemas.openxmlformats.org/officeDocument/2006/relationships/image" Target="../media/image97.png"/></Relationships>
</file>

<file path=ppt/slides/_rels/slide66.xml.rels><?xml version="1.0" encoding="UTF-8" standalone="yes"?>
<Relationships xmlns="http://schemas.openxmlformats.org/package/2006/relationships"><Relationship Id="rId26" Type="http://schemas.openxmlformats.org/officeDocument/2006/relationships/customXml" Target="../ink/ink410.xml"/><Relationship Id="rId21" Type="http://schemas.openxmlformats.org/officeDocument/2006/relationships/image" Target="../media/image49.png"/><Relationship Id="rId42" Type="http://schemas.openxmlformats.org/officeDocument/2006/relationships/customXml" Target="../ink/ink418.xml"/><Relationship Id="rId47" Type="http://schemas.openxmlformats.org/officeDocument/2006/relationships/image" Target="../media/image74.png"/><Relationship Id="rId63" Type="http://schemas.openxmlformats.org/officeDocument/2006/relationships/image" Target="../media/image89.png"/><Relationship Id="rId68" Type="http://schemas.openxmlformats.org/officeDocument/2006/relationships/customXml" Target="../ink/ink431.xml"/><Relationship Id="rId84" Type="http://schemas.openxmlformats.org/officeDocument/2006/relationships/customXml" Target="../ink/ink439.xml"/><Relationship Id="rId89" Type="http://schemas.openxmlformats.org/officeDocument/2006/relationships/image" Target="../media/image117.png"/><Relationship Id="rId16" Type="http://schemas.openxmlformats.org/officeDocument/2006/relationships/customXml" Target="../ink/ink405.xml"/><Relationship Id="rId107" Type="http://schemas.openxmlformats.org/officeDocument/2006/relationships/image" Target="../media/image134.png"/><Relationship Id="rId11" Type="http://schemas.openxmlformats.org/officeDocument/2006/relationships/image" Target="../media/image43.png"/><Relationship Id="rId32" Type="http://schemas.openxmlformats.org/officeDocument/2006/relationships/customXml" Target="../ink/ink413.xml"/><Relationship Id="rId37" Type="http://schemas.openxmlformats.org/officeDocument/2006/relationships/image" Target="../media/image60.png"/><Relationship Id="rId53" Type="http://schemas.openxmlformats.org/officeDocument/2006/relationships/image" Target="../media/image82.png"/><Relationship Id="rId58" Type="http://schemas.openxmlformats.org/officeDocument/2006/relationships/customXml" Target="../ink/ink426.xml"/><Relationship Id="rId74" Type="http://schemas.openxmlformats.org/officeDocument/2006/relationships/customXml" Target="../ink/ink434.xml"/><Relationship Id="rId79" Type="http://schemas.openxmlformats.org/officeDocument/2006/relationships/image" Target="../media/image110.png"/><Relationship Id="rId102" Type="http://schemas.openxmlformats.org/officeDocument/2006/relationships/customXml" Target="../ink/ink448.xml"/><Relationship Id="rId5" Type="http://schemas.openxmlformats.org/officeDocument/2006/relationships/image" Target="../media/image37.png"/><Relationship Id="rId90" Type="http://schemas.openxmlformats.org/officeDocument/2006/relationships/customXml" Target="../ink/ink442.xml"/><Relationship Id="rId95" Type="http://schemas.openxmlformats.org/officeDocument/2006/relationships/image" Target="../media/image123.png"/><Relationship Id="rId22" Type="http://schemas.openxmlformats.org/officeDocument/2006/relationships/customXml" Target="../ink/ink408.xml"/><Relationship Id="rId27" Type="http://schemas.openxmlformats.org/officeDocument/2006/relationships/image" Target="../media/image55.png"/><Relationship Id="rId43" Type="http://schemas.openxmlformats.org/officeDocument/2006/relationships/image" Target="../media/image72.png"/><Relationship Id="rId48" Type="http://schemas.openxmlformats.org/officeDocument/2006/relationships/customXml" Target="../ink/ink421.xml"/><Relationship Id="rId64" Type="http://schemas.openxmlformats.org/officeDocument/2006/relationships/customXml" Target="../ink/ink429.xml"/><Relationship Id="rId69" Type="http://schemas.openxmlformats.org/officeDocument/2006/relationships/image" Target="../media/image98.png"/><Relationship Id="rId80" Type="http://schemas.openxmlformats.org/officeDocument/2006/relationships/customXml" Target="../ink/ink437.xml"/><Relationship Id="rId85" Type="http://schemas.openxmlformats.org/officeDocument/2006/relationships/image" Target="../media/image113.png"/><Relationship Id="rId12" Type="http://schemas.openxmlformats.org/officeDocument/2006/relationships/customXml" Target="../ink/ink403.xml"/><Relationship Id="rId17" Type="http://schemas.openxmlformats.org/officeDocument/2006/relationships/image" Target="../media/image47.png"/><Relationship Id="rId33" Type="http://schemas.openxmlformats.org/officeDocument/2006/relationships/image" Target="../media/image58.png"/><Relationship Id="rId38" Type="http://schemas.openxmlformats.org/officeDocument/2006/relationships/customXml" Target="../ink/ink416.xml"/><Relationship Id="rId59" Type="http://schemas.openxmlformats.org/officeDocument/2006/relationships/image" Target="../media/image87.png"/><Relationship Id="rId103" Type="http://schemas.openxmlformats.org/officeDocument/2006/relationships/image" Target="../media/image132.png"/><Relationship Id="rId108" Type="http://schemas.openxmlformats.org/officeDocument/2006/relationships/customXml" Target="../ink/ink451.xml"/><Relationship Id="rId54" Type="http://schemas.openxmlformats.org/officeDocument/2006/relationships/customXml" Target="../ink/ink424.xml"/><Relationship Id="rId70" Type="http://schemas.openxmlformats.org/officeDocument/2006/relationships/customXml" Target="../ink/ink432.xml"/><Relationship Id="rId75" Type="http://schemas.openxmlformats.org/officeDocument/2006/relationships/image" Target="../media/image101.png"/><Relationship Id="rId91" Type="http://schemas.openxmlformats.org/officeDocument/2006/relationships/image" Target="../media/image121.png"/><Relationship Id="rId96" Type="http://schemas.openxmlformats.org/officeDocument/2006/relationships/customXml" Target="../ink/ink445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400.xml"/><Relationship Id="rId15" Type="http://schemas.openxmlformats.org/officeDocument/2006/relationships/image" Target="../media/image42.png"/><Relationship Id="rId23" Type="http://schemas.openxmlformats.org/officeDocument/2006/relationships/image" Target="../media/image53.png"/><Relationship Id="rId28" Type="http://schemas.openxmlformats.org/officeDocument/2006/relationships/customXml" Target="../ink/ink411.xml"/><Relationship Id="rId36" Type="http://schemas.openxmlformats.org/officeDocument/2006/relationships/customXml" Target="../ink/ink415.xml"/><Relationship Id="rId49" Type="http://schemas.openxmlformats.org/officeDocument/2006/relationships/image" Target="../media/image80.png"/><Relationship Id="rId57" Type="http://schemas.openxmlformats.org/officeDocument/2006/relationships/image" Target="../media/image83.png"/><Relationship Id="rId106" Type="http://schemas.openxmlformats.org/officeDocument/2006/relationships/customXml" Target="../ink/ink450.xml"/><Relationship Id="rId10" Type="http://schemas.openxmlformats.org/officeDocument/2006/relationships/customXml" Target="../ink/ink402.xml"/><Relationship Id="rId31" Type="http://schemas.openxmlformats.org/officeDocument/2006/relationships/image" Target="../media/image57.png"/><Relationship Id="rId44" Type="http://schemas.openxmlformats.org/officeDocument/2006/relationships/customXml" Target="../ink/ink419.xml"/><Relationship Id="rId52" Type="http://schemas.openxmlformats.org/officeDocument/2006/relationships/customXml" Target="../ink/ink423.xml"/><Relationship Id="rId60" Type="http://schemas.openxmlformats.org/officeDocument/2006/relationships/customXml" Target="../ink/ink427.xml"/><Relationship Id="rId65" Type="http://schemas.openxmlformats.org/officeDocument/2006/relationships/image" Target="../media/image96.png"/><Relationship Id="rId73" Type="http://schemas.openxmlformats.org/officeDocument/2006/relationships/image" Target="../media/image100.png"/><Relationship Id="rId78" Type="http://schemas.openxmlformats.org/officeDocument/2006/relationships/customXml" Target="../ink/ink436.xml"/><Relationship Id="rId81" Type="http://schemas.openxmlformats.org/officeDocument/2006/relationships/image" Target="../media/image111.png"/><Relationship Id="rId86" Type="http://schemas.openxmlformats.org/officeDocument/2006/relationships/customXml" Target="../ink/ink440.xml"/><Relationship Id="rId94" Type="http://schemas.openxmlformats.org/officeDocument/2006/relationships/customXml" Target="../ink/ink444.xml"/><Relationship Id="rId99" Type="http://schemas.openxmlformats.org/officeDocument/2006/relationships/image" Target="../media/image130.png"/><Relationship Id="rId101" Type="http://schemas.openxmlformats.org/officeDocument/2006/relationships/image" Target="../media/image131.png"/><Relationship Id="rId4" Type="http://schemas.openxmlformats.org/officeDocument/2006/relationships/customXml" Target="../ink/ink399.xml"/><Relationship Id="rId9" Type="http://schemas.openxmlformats.org/officeDocument/2006/relationships/image" Target="../media/image39.png"/><Relationship Id="rId13" Type="http://schemas.openxmlformats.org/officeDocument/2006/relationships/image" Target="../media/image41.png"/><Relationship Id="rId18" Type="http://schemas.openxmlformats.org/officeDocument/2006/relationships/customXml" Target="../ink/ink406.xml"/><Relationship Id="rId39" Type="http://schemas.openxmlformats.org/officeDocument/2006/relationships/image" Target="../media/image71.png"/><Relationship Id="rId109" Type="http://schemas.openxmlformats.org/officeDocument/2006/relationships/image" Target="../media/image135.png"/><Relationship Id="rId34" Type="http://schemas.openxmlformats.org/officeDocument/2006/relationships/customXml" Target="../ink/ink414.xml"/><Relationship Id="rId50" Type="http://schemas.openxmlformats.org/officeDocument/2006/relationships/customXml" Target="../ink/ink422.xml"/><Relationship Id="rId55" Type="http://schemas.openxmlformats.org/officeDocument/2006/relationships/image" Target="../media/image78.png"/><Relationship Id="rId76" Type="http://schemas.openxmlformats.org/officeDocument/2006/relationships/customXml" Target="../ink/ink435.xml"/><Relationship Id="rId97" Type="http://schemas.openxmlformats.org/officeDocument/2006/relationships/image" Target="../media/image129.png"/><Relationship Id="rId104" Type="http://schemas.openxmlformats.org/officeDocument/2006/relationships/customXml" Target="../ink/ink449.xml"/><Relationship Id="rId7" Type="http://schemas.openxmlformats.org/officeDocument/2006/relationships/image" Target="../media/image38.png"/><Relationship Id="rId71" Type="http://schemas.openxmlformats.org/officeDocument/2006/relationships/image" Target="../media/image99.png"/><Relationship Id="rId92" Type="http://schemas.openxmlformats.org/officeDocument/2006/relationships/customXml" Target="../ink/ink443.xml"/><Relationship Id="rId2" Type="http://schemas.openxmlformats.org/officeDocument/2006/relationships/image" Target="../media/image8.png"/><Relationship Id="rId29" Type="http://schemas.openxmlformats.org/officeDocument/2006/relationships/image" Target="../media/image56.png"/><Relationship Id="rId24" Type="http://schemas.openxmlformats.org/officeDocument/2006/relationships/customXml" Target="../ink/ink409.xml"/><Relationship Id="rId40" Type="http://schemas.openxmlformats.org/officeDocument/2006/relationships/customXml" Target="../ink/ink417.xml"/><Relationship Id="rId45" Type="http://schemas.openxmlformats.org/officeDocument/2006/relationships/image" Target="../media/image73.png"/><Relationship Id="rId66" Type="http://schemas.openxmlformats.org/officeDocument/2006/relationships/customXml" Target="../ink/ink430.xml"/><Relationship Id="rId87" Type="http://schemas.openxmlformats.org/officeDocument/2006/relationships/image" Target="../media/image116.png"/><Relationship Id="rId110" Type="http://schemas.openxmlformats.org/officeDocument/2006/relationships/customXml" Target="../ink/ink452.xml"/><Relationship Id="rId61" Type="http://schemas.openxmlformats.org/officeDocument/2006/relationships/image" Target="../media/image88.png"/><Relationship Id="rId82" Type="http://schemas.openxmlformats.org/officeDocument/2006/relationships/customXml" Target="../ink/ink438.xml"/><Relationship Id="rId19" Type="http://schemas.openxmlformats.org/officeDocument/2006/relationships/image" Target="../media/image48.png"/><Relationship Id="rId14" Type="http://schemas.openxmlformats.org/officeDocument/2006/relationships/customXml" Target="../ink/ink404.xml"/><Relationship Id="rId30" Type="http://schemas.openxmlformats.org/officeDocument/2006/relationships/customXml" Target="../ink/ink412.xml"/><Relationship Id="rId35" Type="http://schemas.openxmlformats.org/officeDocument/2006/relationships/image" Target="../media/image59.png"/><Relationship Id="rId56" Type="http://schemas.openxmlformats.org/officeDocument/2006/relationships/customXml" Target="../ink/ink425.xml"/><Relationship Id="rId77" Type="http://schemas.openxmlformats.org/officeDocument/2006/relationships/image" Target="../media/image109.png"/><Relationship Id="rId100" Type="http://schemas.openxmlformats.org/officeDocument/2006/relationships/customXml" Target="../ink/ink447.xml"/><Relationship Id="rId105" Type="http://schemas.openxmlformats.org/officeDocument/2006/relationships/image" Target="../media/image133.png"/><Relationship Id="rId8" Type="http://schemas.openxmlformats.org/officeDocument/2006/relationships/customXml" Target="../ink/ink401.xml"/><Relationship Id="rId51" Type="http://schemas.openxmlformats.org/officeDocument/2006/relationships/image" Target="../media/image81.png"/><Relationship Id="rId72" Type="http://schemas.openxmlformats.org/officeDocument/2006/relationships/customXml" Target="../ink/ink433.xml"/><Relationship Id="rId93" Type="http://schemas.openxmlformats.org/officeDocument/2006/relationships/image" Target="../media/image122.png"/><Relationship Id="rId98" Type="http://schemas.openxmlformats.org/officeDocument/2006/relationships/customXml" Target="../ink/ink446.xml"/><Relationship Id="rId3" Type="http://schemas.openxmlformats.org/officeDocument/2006/relationships/hyperlink" Target="https://www.artofcse.com/learning/introduction-to-dynamic-programming" TargetMode="External"/><Relationship Id="rId25" Type="http://schemas.openxmlformats.org/officeDocument/2006/relationships/image" Target="../media/image54.png"/><Relationship Id="rId46" Type="http://schemas.openxmlformats.org/officeDocument/2006/relationships/customXml" Target="../ink/ink420.xml"/><Relationship Id="rId67" Type="http://schemas.openxmlformats.org/officeDocument/2006/relationships/image" Target="../media/image97.png"/><Relationship Id="rId20" Type="http://schemas.openxmlformats.org/officeDocument/2006/relationships/customXml" Target="../ink/ink407.xml"/><Relationship Id="rId41" Type="http://schemas.openxmlformats.org/officeDocument/2006/relationships/image" Target="../media/image67.png"/><Relationship Id="rId62" Type="http://schemas.openxmlformats.org/officeDocument/2006/relationships/customXml" Target="../ink/ink428.xml"/><Relationship Id="rId83" Type="http://schemas.openxmlformats.org/officeDocument/2006/relationships/image" Target="../media/image112.png"/><Relationship Id="rId88" Type="http://schemas.openxmlformats.org/officeDocument/2006/relationships/customXml" Target="../ink/ink441.xml"/><Relationship Id="rId111" Type="http://schemas.openxmlformats.org/officeDocument/2006/relationships/image" Target="../media/image136.png"/></Relationships>
</file>

<file path=ppt/slides/_rels/slide67.xml.rels><?xml version="1.0" encoding="UTF-8" standalone="yes"?>
<Relationships xmlns="http://schemas.openxmlformats.org/package/2006/relationships"><Relationship Id="rId26" Type="http://schemas.openxmlformats.org/officeDocument/2006/relationships/customXml" Target="../ink/ink464.xml"/><Relationship Id="rId21" Type="http://schemas.openxmlformats.org/officeDocument/2006/relationships/image" Target="../media/image49.png"/><Relationship Id="rId42" Type="http://schemas.openxmlformats.org/officeDocument/2006/relationships/customXml" Target="../ink/ink472.xml"/><Relationship Id="rId47" Type="http://schemas.openxmlformats.org/officeDocument/2006/relationships/image" Target="../media/image74.png"/><Relationship Id="rId63" Type="http://schemas.openxmlformats.org/officeDocument/2006/relationships/image" Target="../media/image89.png"/><Relationship Id="rId68" Type="http://schemas.openxmlformats.org/officeDocument/2006/relationships/customXml" Target="../ink/ink485.xml"/><Relationship Id="rId84" Type="http://schemas.openxmlformats.org/officeDocument/2006/relationships/customXml" Target="../ink/ink493.xml"/><Relationship Id="rId89" Type="http://schemas.openxmlformats.org/officeDocument/2006/relationships/image" Target="../media/image117.png"/><Relationship Id="rId112" Type="http://schemas.openxmlformats.org/officeDocument/2006/relationships/customXml" Target="../ink/ink507.xml"/><Relationship Id="rId16" Type="http://schemas.openxmlformats.org/officeDocument/2006/relationships/customXml" Target="../ink/ink459.xml"/><Relationship Id="rId107" Type="http://schemas.openxmlformats.org/officeDocument/2006/relationships/image" Target="../media/image137.png"/><Relationship Id="rId11" Type="http://schemas.openxmlformats.org/officeDocument/2006/relationships/image" Target="../media/image43.png"/><Relationship Id="rId32" Type="http://schemas.openxmlformats.org/officeDocument/2006/relationships/customXml" Target="../ink/ink467.xml"/><Relationship Id="rId37" Type="http://schemas.openxmlformats.org/officeDocument/2006/relationships/image" Target="../media/image60.png"/><Relationship Id="rId53" Type="http://schemas.openxmlformats.org/officeDocument/2006/relationships/image" Target="../media/image82.png"/><Relationship Id="rId58" Type="http://schemas.openxmlformats.org/officeDocument/2006/relationships/customXml" Target="../ink/ink480.xml"/><Relationship Id="rId74" Type="http://schemas.openxmlformats.org/officeDocument/2006/relationships/customXml" Target="../ink/ink488.xml"/><Relationship Id="rId79" Type="http://schemas.openxmlformats.org/officeDocument/2006/relationships/image" Target="../media/image110.png"/><Relationship Id="rId102" Type="http://schemas.openxmlformats.org/officeDocument/2006/relationships/customXml" Target="../ink/ink502.xml"/><Relationship Id="rId5" Type="http://schemas.openxmlformats.org/officeDocument/2006/relationships/image" Target="../media/image37.png"/><Relationship Id="rId90" Type="http://schemas.openxmlformats.org/officeDocument/2006/relationships/customXml" Target="../ink/ink496.xml"/><Relationship Id="rId95" Type="http://schemas.openxmlformats.org/officeDocument/2006/relationships/image" Target="../media/image123.png"/><Relationship Id="rId22" Type="http://schemas.openxmlformats.org/officeDocument/2006/relationships/customXml" Target="../ink/ink462.xml"/><Relationship Id="rId27" Type="http://schemas.openxmlformats.org/officeDocument/2006/relationships/image" Target="../media/image55.png"/><Relationship Id="rId43" Type="http://schemas.openxmlformats.org/officeDocument/2006/relationships/image" Target="../media/image72.png"/><Relationship Id="rId48" Type="http://schemas.openxmlformats.org/officeDocument/2006/relationships/customXml" Target="../ink/ink475.xml"/><Relationship Id="rId64" Type="http://schemas.openxmlformats.org/officeDocument/2006/relationships/customXml" Target="../ink/ink483.xml"/><Relationship Id="rId69" Type="http://schemas.openxmlformats.org/officeDocument/2006/relationships/image" Target="../media/image98.png"/><Relationship Id="rId113" Type="http://schemas.openxmlformats.org/officeDocument/2006/relationships/image" Target="../media/image140.png"/><Relationship Id="rId80" Type="http://schemas.openxmlformats.org/officeDocument/2006/relationships/customXml" Target="../ink/ink491.xml"/><Relationship Id="rId85" Type="http://schemas.openxmlformats.org/officeDocument/2006/relationships/image" Target="../media/image113.png"/><Relationship Id="rId12" Type="http://schemas.openxmlformats.org/officeDocument/2006/relationships/customXml" Target="../ink/ink457.xml"/><Relationship Id="rId17" Type="http://schemas.openxmlformats.org/officeDocument/2006/relationships/image" Target="../media/image47.png"/><Relationship Id="rId33" Type="http://schemas.openxmlformats.org/officeDocument/2006/relationships/image" Target="../media/image58.png"/><Relationship Id="rId38" Type="http://schemas.openxmlformats.org/officeDocument/2006/relationships/customXml" Target="../ink/ink470.xml"/><Relationship Id="rId59" Type="http://schemas.openxmlformats.org/officeDocument/2006/relationships/image" Target="../media/image87.png"/><Relationship Id="rId103" Type="http://schemas.openxmlformats.org/officeDocument/2006/relationships/image" Target="../media/image132.png"/><Relationship Id="rId108" Type="http://schemas.openxmlformats.org/officeDocument/2006/relationships/customXml" Target="../ink/ink505.xml"/><Relationship Id="rId54" Type="http://schemas.openxmlformats.org/officeDocument/2006/relationships/customXml" Target="../ink/ink478.xml"/><Relationship Id="rId70" Type="http://schemas.openxmlformats.org/officeDocument/2006/relationships/customXml" Target="../ink/ink486.xml"/><Relationship Id="rId75" Type="http://schemas.openxmlformats.org/officeDocument/2006/relationships/image" Target="../media/image101.png"/><Relationship Id="rId91" Type="http://schemas.openxmlformats.org/officeDocument/2006/relationships/image" Target="../media/image121.png"/><Relationship Id="rId96" Type="http://schemas.openxmlformats.org/officeDocument/2006/relationships/customXml" Target="../ink/ink499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454.xml"/><Relationship Id="rId15" Type="http://schemas.openxmlformats.org/officeDocument/2006/relationships/image" Target="../media/image42.png"/><Relationship Id="rId23" Type="http://schemas.openxmlformats.org/officeDocument/2006/relationships/image" Target="../media/image53.png"/><Relationship Id="rId28" Type="http://schemas.openxmlformats.org/officeDocument/2006/relationships/customXml" Target="../ink/ink465.xml"/><Relationship Id="rId36" Type="http://schemas.openxmlformats.org/officeDocument/2006/relationships/customXml" Target="../ink/ink469.xml"/><Relationship Id="rId49" Type="http://schemas.openxmlformats.org/officeDocument/2006/relationships/image" Target="../media/image80.png"/><Relationship Id="rId57" Type="http://schemas.openxmlformats.org/officeDocument/2006/relationships/image" Target="../media/image83.png"/><Relationship Id="rId106" Type="http://schemas.openxmlformats.org/officeDocument/2006/relationships/customXml" Target="../ink/ink504.xml"/><Relationship Id="rId114" Type="http://schemas.openxmlformats.org/officeDocument/2006/relationships/customXml" Target="../ink/ink508.xml"/><Relationship Id="rId10" Type="http://schemas.openxmlformats.org/officeDocument/2006/relationships/customXml" Target="../ink/ink456.xml"/><Relationship Id="rId31" Type="http://schemas.openxmlformats.org/officeDocument/2006/relationships/image" Target="../media/image57.png"/><Relationship Id="rId44" Type="http://schemas.openxmlformats.org/officeDocument/2006/relationships/customXml" Target="../ink/ink473.xml"/><Relationship Id="rId52" Type="http://schemas.openxmlformats.org/officeDocument/2006/relationships/customXml" Target="../ink/ink477.xml"/><Relationship Id="rId60" Type="http://schemas.openxmlformats.org/officeDocument/2006/relationships/customXml" Target="../ink/ink481.xml"/><Relationship Id="rId65" Type="http://schemas.openxmlformats.org/officeDocument/2006/relationships/image" Target="../media/image96.png"/><Relationship Id="rId73" Type="http://schemas.openxmlformats.org/officeDocument/2006/relationships/image" Target="../media/image100.png"/><Relationship Id="rId78" Type="http://schemas.openxmlformats.org/officeDocument/2006/relationships/customXml" Target="../ink/ink490.xml"/><Relationship Id="rId81" Type="http://schemas.openxmlformats.org/officeDocument/2006/relationships/image" Target="../media/image111.png"/><Relationship Id="rId86" Type="http://schemas.openxmlformats.org/officeDocument/2006/relationships/customXml" Target="../ink/ink494.xml"/><Relationship Id="rId94" Type="http://schemas.openxmlformats.org/officeDocument/2006/relationships/customXml" Target="../ink/ink498.xml"/><Relationship Id="rId99" Type="http://schemas.openxmlformats.org/officeDocument/2006/relationships/image" Target="../media/image130.png"/><Relationship Id="rId101" Type="http://schemas.openxmlformats.org/officeDocument/2006/relationships/image" Target="../media/image131.png"/><Relationship Id="rId4" Type="http://schemas.openxmlformats.org/officeDocument/2006/relationships/customXml" Target="../ink/ink453.xml"/><Relationship Id="rId9" Type="http://schemas.openxmlformats.org/officeDocument/2006/relationships/image" Target="../media/image39.png"/><Relationship Id="rId13" Type="http://schemas.openxmlformats.org/officeDocument/2006/relationships/image" Target="../media/image41.png"/><Relationship Id="rId18" Type="http://schemas.openxmlformats.org/officeDocument/2006/relationships/customXml" Target="../ink/ink460.xml"/><Relationship Id="rId39" Type="http://schemas.openxmlformats.org/officeDocument/2006/relationships/image" Target="../media/image71.png"/><Relationship Id="rId109" Type="http://schemas.openxmlformats.org/officeDocument/2006/relationships/image" Target="../media/image138.png"/><Relationship Id="rId34" Type="http://schemas.openxmlformats.org/officeDocument/2006/relationships/customXml" Target="../ink/ink468.xml"/><Relationship Id="rId50" Type="http://schemas.openxmlformats.org/officeDocument/2006/relationships/customXml" Target="../ink/ink476.xml"/><Relationship Id="rId55" Type="http://schemas.openxmlformats.org/officeDocument/2006/relationships/image" Target="../media/image78.png"/><Relationship Id="rId76" Type="http://schemas.openxmlformats.org/officeDocument/2006/relationships/customXml" Target="../ink/ink489.xml"/><Relationship Id="rId97" Type="http://schemas.openxmlformats.org/officeDocument/2006/relationships/image" Target="../media/image129.png"/><Relationship Id="rId104" Type="http://schemas.openxmlformats.org/officeDocument/2006/relationships/customXml" Target="../ink/ink503.xml"/><Relationship Id="rId7" Type="http://schemas.openxmlformats.org/officeDocument/2006/relationships/image" Target="../media/image38.png"/><Relationship Id="rId71" Type="http://schemas.openxmlformats.org/officeDocument/2006/relationships/image" Target="../media/image99.png"/><Relationship Id="rId92" Type="http://schemas.openxmlformats.org/officeDocument/2006/relationships/customXml" Target="../ink/ink497.xml"/><Relationship Id="rId2" Type="http://schemas.openxmlformats.org/officeDocument/2006/relationships/image" Target="../media/image8.png"/><Relationship Id="rId29" Type="http://schemas.openxmlformats.org/officeDocument/2006/relationships/image" Target="../media/image56.png"/><Relationship Id="rId24" Type="http://schemas.openxmlformats.org/officeDocument/2006/relationships/customXml" Target="../ink/ink463.xml"/><Relationship Id="rId40" Type="http://schemas.openxmlformats.org/officeDocument/2006/relationships/customXml" Target="../ink/ink471.xml"/><Relationship Id="rId45" Type="http://schemas.openxmlformats.org/officeDocument/2006/relationships/image" Target="../media/image73.png"/><Relationship Id="rId66" Type="http://schemas.openxmlformats.org/officeDocument/2006/relationships/customXml" Target="../ink/ink484.xml"/><Relationship Id="rId87" Type="http://schemas.openxmlformats.org/officeDocument/2006/relationships/image" Target="../media/image116.png"/><Relationship Id="rId110" Type="http://schemas.openxmlformats.org/officeDocument/2006/relationships/customXml" Target="../ink/ink506.xml"/><Relationship Id="rId115" Type="http://schemas.openxmlformats.org/officeDocument/2006/relationships/image" Target="../media/image141.png"/><Relationship Id="rId61" Type="http://schemas.openxmlformats.org/officeDocument/2006/relationships/image" Target="../media/image88.png"/><Relationship Id="rId82" Type="http://schemas.openxmlformats.org/officeDocument/2006/relationships/customXml" Target="../ink/ink492.xml"/><Relationship Id="rId19" Type="http://schemas.openxmlformats.org/officeDocument/2006/relationships/image" Target="../media/image48.png"/><Relationship Id="rId14" Type="http://schemas.openxmlformats.org/officeDocument/2006/relationships/customXml" Target="../ink/ink458.xml"/><Relationship Id="rId30" Type="http://schemas.openxmlformats.org/officeDocument/2006/relationships/customXml" Target="../ink/ink466.xml"/><Relationship Id="rId35" Type="http://schemas.openxmlformats.org/officeDocument/2006/relationships/image" Target="../media/image59.png"/><Relationship Id="rId56" Type="http://schemas.openxmlformats.org/officeDocument/2006/relationships/customXml" Target="../ink/ink479.xml"/><Relationship Id="rId77" Type="http://schemas.openxmlformats.org/officeDocument/2006/relationships/image" Target="../media/image109.png"/><Relationship Id="rId100" Type="http://schemas.openxmlformats.org/officeDocument/2006/relationships/customXml" Target="../ink/ink501.xml"/><Relationship Id="rId105" Type="http://schemas.openxmlformats.org/officeDocument/2006/relationships/image" Target="../media/image133.png"/><Relationship Id="rId8" Type="http://schemas.openxmlformats.org/officeDocument/2006/relationships/customXml" Target="../ink/ink455.xml"/><Relationship Id="rId51" Type="http://schemas.openxmlformats.org/officeDocument/2006/relationships/image" Target="../media/image81.png"/><Relationship Id="rId72" Type="http://schemas.openxmlformats.org/officeDocument/2006/relationships/customXml" Target="../ink/ink487.xml"/><Relationship Id="rId93" Type="http://schemas.openxmlformats.org/officeDocument/2006/relationships/image" Target="../media/image122.png"/><Relationship Id="rId98" Type="http://schemas.openxmlformats.org/officeDocument/2006/relationships/customXml" Target="../ink/ink500.xml"/><Relationship Id="rId3" Type="http://schemas.openxmlformats.org/officeDocument/2006/relationships/hyperlink" Target="https://www.artofcse.com/learning/introduction-to-dynamic-programming" TargetMode="External"/><Relationship Id="rId25" Type="http://schemas.openxmlformats.org/officeDocument/2006/relationships/image" Target="../media/image54.png"/><Relationship Id="rId46" Type="http://schemas.openxmlformats.org/officeDocument/2006/relationships/customXml" Target="../ink/ink474.xml"/><Relationship Id="rId67" Type="http://schemas.openxmlformats.org/officeDocument/2006/relationships/image" Target="../media/image97.png"/><Relationship Id="rId20" Type="http://schemas.openxmlformats.org/officeDocument/2006/relationships/customXml" Target="../ink/ink461.xml"/><Relationship Id="rId41" Type="http://schemas.openxmlformats.org/officeDocument/2006/relationships/image" Target="../media/image67.png"/><Relationship Id="rId62" Type="http://schemas.openxmlformats.org/officeDocument/2006/relationships/customXml" Target="../ink/ink482.xml"/><Relationship Id="rId83" Type="http://schemas.openxmlformats.org/officeDocument/2006/relationships/image" Target="../media/image112.png"/><Relationship Id="rId88" Type="http://schemas.openxmlformats.org/officeDocument/2006/relationships/customXml" Target="../ink/ink495.xml"/><Relationship Id="rId111" Type="http://schemas.openxmlformats.org/officeDocument/2006/relationships/image" Target="../media/image139.png"/></Relationships>
</file>

<file path=ppt/slides/_rels/slide68.xml.rels><?xml version="1.0" encoding="UTF-8" standalone="yes"?>
<Relationships xmlns="http://schemas.openxmlformats.org/package/2006/relationships"><Relationship Id="rId26" Type="http://schemas.openxmlformats.org/officeDocument/2006/relationships/customXml" Target="../ink/ink520.xml"/><Relationship Id="rId117" Type="http://schemas.openxmlformats.org/officeDocument/2006/relationships/image" Target="../media/image144.png"/><Relationship Id="rId21" Type="http://schemas.openxmlformats.org/officeDocument/2006/relationships/image" Target="../media/image49.png"/><Relationship Id="rId42" Type="http://schemas.openxmlformats.org/officeDocument/2006/relationships/customXml" Target="../ink/ink528.xml"/><Relationship Id="rId47" Type="http://schemas.openxmlformats.org/officeDocument/2006/relationships/image" Target="../media/image74.png"/><Relationship Id="rId63" Type="http://schemas.openxmlformats.org/officeDocument/2006/relationships/image" Target="../media/image89.png"/><Relationship Id="rId68" Type="http://schemas.openxmlformats.org/officeDocument/2006/relationships/customXml" Target="../ink/ink541.xml"/><Relationship Id="rId84" Type="http://schemas.openxmlformats.org/officeDocument/2006/relationships/customXml" Target="../ink/ink549.xml"/><Relationship Id="rId89" Type="http://schemas.openxmlformats.org/officeDocument/2006/relationships/image" Target="../media/image117.png"/><Relationship Id="rId112" Type="http://schemas.openxmlformats.org/officeDocument/2006/relationships/customXml" Target="../ink/ink563.xml"/><Relationship Id="rId16" Type="http://schemas.openxmlformats.org/officeDocument/2006/relationships/customXml" Target="../ink/ink515.xml"/><Relationship Id="rId107" Type="http://schemas.openxmlformats.org/officeDocument/2006/relationships/image" Target="../media/image137.png"/><Relationship Id="rId11" Type="http://schemas.openxmlformats.org/officeDocument/2006/relationships/image" Target="../media/image43.png"/><Relationship Id="rId32" Type="http://schemas.openxmlformats.org/officeDocument/2006/relationships/customXml" Target="../ink/ink523.xml"/><Relationship Id="rId37" Type="http://schemas.openxmlformats.org/officeDocument/2006/relationships/image" Target="../media/image60.png"/><Relationship Id="rId53" Type="http://schemas.openxmlformats.org/officeDocument/2006/relationships/image" Target="../media/image82.png"/><Relationship Id="rId58" Type="http://schemas.openxmlformats.org/officeDocument/2006/relationships/customXml" Target="../ink/ink536.xml"/><Relationship Id="rId74" Type="http://schemas.openxmlformats.org/officeDocument/2006/relationships/customXml" Target="../ink/ink544.xml"/><Relationship Id="rId79" Type="http://schemas.openxmlformats.org/officeDocument/2006/relationships/image" Target="../media/image110.png"/><Relationship Id="rId102" Type="http://schemas.openxmlformats.org/officeDocument/2006/relationships/customXml" Target="../ink/ink558.xml"/><Relationship Id="rId5" Type="http://schemas.openxmlformats.org/officeDocument/2006/relationships/image" Target="../media/image37.png"/><Relationship Id="rId90" Type="http://schemas.openxmlformats.org/officeDocument/2006/relationships/customXml" Target="../ink/ink552.xml"/><Relationship Id="rId95" Type="http://schemas.openxmlformats.org/officeDocument/2006/relationships/image" Target="../media/image123.png"/><Relationship Id="rId22" Type="http://schemas.openxmlformats.org/officeDocument/2006/relationships/customXml" Target="../ink/ink518.xml"/><Relationship Id="rId27" Type="http://schemas.openxmlformats.org/officeDocument/2006/relationships/image" Target="../media/image55.png"/><Relationship Id="rId43" Type="http://schemas.openxmlformats.org/officeDocument/2006/relationships/image" Target="../media/image72.png"/><Relationship Id="rId48" Type="http://schemas.openxmlformats.org/officeDocument/2006/relationships/customXml" Target="../ink/ink531.xml"/><Relationship Id="rId64" Type="http://schemas.openxmlformats.org/officeDocument/2006/relationships/customXml" Target="../ink/ink539.xml"/><Relationship Id="rId69" Type="http://schemas.openxmlformats.org/officeDocument/2006/relationships/image" Target="../media/image98.png"/><Relationship Id="rId113" Type="http://schemas.openxmlformats.org/officeDocument/2006/relationships/image" Target="../media/image142.png"/><Relationship Id="rId118" Type="http://schemas.openxmlformats.org/officeDocument/2006/relationships/customXml" Target="../ink/ink566.xml"/><Relationship Id="rId80" Type="http://schemas.openxmlformats.org/officeDocument/2006/relationships/customXml" Target="../ink/ink547.xml"/><Relationship Id="rId85" Type="http://schemas.openxmlformats.org/officeDocument/2006/relationships/image" Target="../media/image113.png"/><Relationship Id="rId12" Type="http://schemas.openxmlformats.org/officeDocument/2006/relationships/customXml" Target="../ink/ink513.xml"/><Relationship Id="rId17" Type="http://schemas.openxmlformats.org/officeDocument/2006/relationships/image" Target="../media/image47.png"/><Relationship Id="rId33" Type="http://schemas.openxmlformats.org/officeDocument/2006/relationships/image" Target="../media/image58.png"/><Relationship Id="rId38" Type="http://schemas.openxmlformats.org/officeDocument/2006/relationships/customXml" Target="../ink/ink526.xml"/><Relationship Id="rId59" Type="http://schemas.openxmlformats.org/officeDocument/2006/relationships/image" Target="../media/image87.png"/><Relationship Id="rId103" Type="http://schemas.openxmlformats.org/officeDocument/2006/relationships/image" Target="../media/image132.png"/><Relationship Id="rId108" Type="http://schemas.openxmlformats.org/officeDocument/2006/relationships/customXml" Target="../ink/ink561.xml"/><Relationship Id="rId54" Type="http://schemas.openxmlformats.org/officeDocument/2006/relationships/customXml" Target="../ink/ink534.xml"/><Relationship Id="rId70" Type="http://schemas.openxmlformats.org/officeDocument/2006/relationships/customXml" Target="../ink/ink542.xml"/><Relationship Id="rId75" Type="http://schemas.openxmlformats.org/officeDocument/2006/relationships/image" Target="../media/image101.png"/><Relationship Id="rId91" Type="http://schemas.openxmlformats.org/officeDocument/2006/relationships/image" Target="../media/image121.png"/><Relationship Id="rId96" Type="http://schemas.openxmlformats.org/officeDocument/2006/relationships/customXml" Target="../ink/ink555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510.xml"/><Relationship Id="rId23" Type="http://schemas.openxmlformats.org/officeDocument/2006/relationships/image" Target="../media/image53.png"/><Relationship Id="rId28" Type="http://schemas.openxmlformats.org/officeDocument/2006/relationships/customXml" Target="../ink/ink521.xml"/><Relationship Id="rId49" Type="http://schemas.openxmlformats.org/officeDocument/2006/relationships/image" Target="../media/image80.png"/><Relationship Id="rId114" Type="http://schemas.openxmlformats.org/officeDocument/2006/relationships/customXml" Target="../ink/ink564.xml"/><Relationship Id="rId119" Type="http://schemas.openxmlformats.org/officeDocument/2006/relationships/image" Target="../media/image145.png"/><Relationship Id="rId44" Type="http://schemas.openxmlformats.org/officeDocument/2006/relationships/customXml" Target="../ink/ink529.xml"/><Relationship Id="rId60" Type="http://schemas.openxmlformats.org/officeDocument/2006/relationships/customXml" Target="../ink/ink537.xml"/><Relationship Id="rId65" Type="http://schemas.openxmlformats.org/officeDocument/2006/relationships/image" Target="../media/image96.png"/><Relationship Id="rId81" Type="http://schemas.openxmlformats.org/officeDocument/2006/relationships/image" Target="../media/image111.png"/><Relationship Id="rId86" Type="http://schemas.openxmlformats.org/officeDocument/2006/relationships/customXml" Target="../ink/ink550.xml"/><Relationship Id="rId4" Type="http://schemas.openxmlformats.org/officeDocument/2006/relationships/customXml" Target="../ink/ink509.xml"/><Relationship Id="rId9" Type="http://schemas.openxmlformats.org/officeDocument/2006/relationships/image" Target="../media/image39.png"/><Relationship Id="rId13" Type="http://schemas.openxmlformats.org/officeDocument/2006/relationships/image" Target="../media/image41.png"/><Relationship Id="rId18" Type="http://schemas.openxmlformats.org/officeDocument/2006/relationships/customXml" Target="../ink/ink516.xml"/><Relationship Id="rId39" Type="http://schemas.openxmlformats.org/officeDocument/2006/relationships/image" Target="../media/image71.png"/><Relationship Id="rId109" Type="http://schemas.openxmlformats.org/officeDocument/2006/relationships/image" Target="../media/image138.png"/><Relationship Id="rId34" Type="http://schemas.openxmlformats.org/officeDocument/2006/relationships/customXml" Target="../ink/ink524.xml"/><Relationship Id="rId50" Type="http://schemas.openxmlformats.org/officeDocument/2006/relationships/customXml" Target="../ink/ink532.xml"/><Relationship Id="rId55" Type="http://schemas.openxmlformats.org/officeDocument/2006/relationships/image" Target="../media/image78.png"/><Relationship Id="rId76" Type="http://schemas.openxmlformats.org/officeDocument/2006/relationships/customXml" Target="../ink/ink545.xml"/><Relationship Id="rId97" Type="http://schemas.openxmlformats.org/officeDocument/2006/relationships/image" Target="../media/image129.png"/><Relationship Id="rId104" Type="http://schemas.openxmlformats.org/officeDocument/2006/relationships/customXml" Target="../ink/ink559.xml"/><Relationship Id="rId120" Type="http://schemas.openxmlformats.org/officeDocument/2006/relationships/customXml" Target="../ink/ink567.xml"/><Relationship Id="rId7" Type="http://schemas.openxmlformats.org/officeDocument/2006/relationships/image" Target="../media/image38.png"/><Relationship Id="rId71" Type="http://schemas.openxmlformats.org/officeDocument/2006/relationships/image" Target="../media/image99.png"/><Relationship Id="rId92" Type="http://schemas.openxmlformats.org/officeDocument/2006/relationships/customXml" Target="../ink/ink553.xml"/><Relationship Id="rId2" Type="http://schemas.openxmlformats.org/officeDocument/2006/relationships/image" Target="../media/image8.png"/><Relationship Id="rId29" Type="http://schemas.openxmlformats.org/officeDocument/2006/relationships/image" Target="../media/image56.png"/><Relationship Id="rId24" Type="http://schemas.openxmlformats.org/officeDocument/2006/relationships/customXml" Target="../ink/ink519.xml"/><Relationship Id="rId40" Type="http://schemas.openxmlformats.org/officeDocument/2006/relationships/customXml" Target="../ink/ink527.xml"/><Relationship Id="rId45" Type="http://schemas.openxmlformats.org/officeDocument/2006/relationships/image" Target="../media/image73.png"/><Relationship Id="rId66" Type="http://schemas.openxmlformats.org/officeDocument/2006/relationships/customXml" Target="../ink/ink540.xml"/><Relationship Id="rId87" Type="http://schemas.openxmlformats.org/officeDocument/2006/relationships/image" Target="../media/image116.png"/><Relationship Id="rId110" Type="http://schemas.openxmlformats.org/officeDocument/2006/relationships/customXml" Target="../ink/ink562.xml"/><Relationship Id="rId115" Type="http://schemas.openxmlformats.org/officeDocument/2006/relationships/image" Target="../media/image143.png"/><Relationship Id="rId61" Type="http://schemas.openxmlformats.org/officeDocument/2006/relationships/image" Target="../media/image88.png"/><Relationship Id="rId82" Type="http://schemas.openxmlformats.org/officeDocument/2006/relationships/customXml" Target="../ink/ink548.xml"/><Relationship Id="rId19" Type="http://schemas.openxmlformats.org/officeDocument/2006/relationships/image" Target="../media/image48.png"/><Relationship Id="rId14" Type="http://schemas.openxmlformats.org/officeDocument/2006/relationships/customXml" Target="../ink/ink514.xml"/><Relationship Id="rId30" Type="http://schemas.openxmlformats.org/officeDocument/2006/relationships/customXml" Target="../ink/ink522.xml"/><Relationship Id="rId35" Type="http://schemas.openxmlformats.org/officeDocument/2006/relationships/image" Target="../media/image59.png"/><Relationship Id="rId56" Type="http://schemas.openxmlformats.org/officeDocument/2006/relationships/customXml" Target="../ink/ink535.xml"/><Relationship Id="rId77" Type="http://schemas.openxmlformats.org/officeDocument/2006/relationships/image" Target="../media/image109.png"/><Relationship Id="rId100" Type="http://schemas.openxmlformats.org/officeDocument/2006/relationships/customXml" Target="../ink/ink557.xml"/><Relationship Id="rId105" Type="http://schemas.openxmlformats.org/officeDocument/2006/relationships/image" Target="../media/image133.png"/><Relationship Id="rId8" Type="http://schemas.openxmlformats.org/officeDocument/2006/relationships/customXml" Target="../ink/ink511.xml"/><Relationship Id="rId51" Type="http://schemas.openxmlformats.org/officeDocument/2006/relationships/image" Target="../media/image81.png"/><Relationship Id="rId72" Type="http://schemas.openxmlformats.org/officeDocument/2006/relationships/customXml" Target="../ink/ink543.xml"/><Relationship Id="rId93" Type="http://schemas.openxmlformats.org/officeDocument/2006/relationships/image" Target="../media/image122.png"/><Relationship Id="rId98" Type="http://schemas.openxmlformats.org/officeDocument/2006/relationships/customXml" Target="../ink/ink556.xml"/><Relationship Id="rId121" Type="http://schemas.openxmlformats.org/officeDocument/2006/relationships/image" Target="../media/image146.png"/><Relationship Id="rId3" Type="http://schemas.openxmlformats.org/officeDocument/2006/relationships/hyperlink" Target="https://www.artofcse.com/learning/introduction-to-dynamic-programming" TargetMode="External"/><Relationship Id="rId25" Type="http://schemas.openxmlformats.org/officeDocument/2006/relationships/image" Target="../media/image54.png"/><Relationship Id="rId46" Type="http://schemas.openxmlformats.org/officeDocument/2006/relationships/customXml" Target="../ink/ink530.xml"/><Relationship Id="rId67" Type="http://schemas.openxmlformats.org/officeDocument/2006/relationships/image" Target="../media/image97.png"/><Relationship Id="rId116" Type="http://schemas.openxmlformats.org/officeDocument/2006/relationships/customXml" Target="../ink/ink565.xml"/><Relationship Id="rId20" Type="http://schemas.openxmlformats.org/officeDocument/2006/relationships/customXml" Target="../ink/ink517.xml"/><Relationship Id="rId41" Type="http://schemas.openxmlformats.org/officeDocument/2006/relationships/image" Target="../media/image67.png"/><Relationship Id="rId62" Type="http://schemas.openxmlformats.org/officeDocument/2006/relationships/customXml" Target="../ink/ink538.xml"/><Relationship Id="rId83" Type="http://schemas.openxmlformats.org/officeDocument/2006/relationships/image" Target="../media/image112.png"/><Relationship Id="rId88" Type="http://schemas.openxmlformats.org/officeDocument/2006/relationships/customXml" Target="../ink/ink551.xml"/><Relationship Id="rId111" Type="http://schemas.openxmlformats.org/officeDocument/2006/relationships/image" Target="../media/image139.png"/><Relationship Id="rId15" Type="http://schemas.openxmlformats.org/officeDocument/2006/relationships/image" Target="../media/image42.png"/><Relationship Id="rId36" Type="http://schemas.openxmlformats.org/officeDocument/2006/relationships/customXml" Target="../ink/ink525.xml"/><Relationship Id="rId57" Type="http://schemas.openxmlformats.org/officeDocument/2006/relationships/image" Target="../media/image83.png"/><Relationship Id="rId106" Type="http://schemas.openxmlformats.org/officeDocument/2006/relationships/customXml" Target="../ink/ink560.xml"/><Relationship Id="rId10" Type="http://schemas.openxmlformats.org/officeDocument/2006/relationships/customXml" Target="../ink/ink512.xml"/><Relationship Id="rId31" Type="http://schemas.openxmlformats.org/officeDocument/2006/relationships/image" Target="../media/image57.png"/><Relationship Id="rId52" Type="http://schemas.openxmlformats.org/officeDocument/2006/relationships/customXml" Target="../ink/ink533.xml"/><Relationship Id="rId73" Type="http://schemas.openxmlformats.org/officeDocument/2006/relationships/image" Target="../media/image100.png"/><Relationship Id="rId78" Type="http://schemas.openxmlformats.org/officeDocument/2006/relationships/customXml" Target="../ink/ink546.xml"/><Relationship Id="rId94" Type="http://schemas.openxmlformats.org/officeDocument/2006/relationships/customXml" Target="../ink/ink554.xml"/><Relationship Id="rId99" Type="http://schemas.openxmlformats.org/officeDocument/2006/relationships/image" Target="../media/image130.png"/><Relationship Id="rId101" Type="http://schemas.openxmlformats.org/officeDocument/2006/relationships/image" Target="../media/image131.png"/></Relationships>
</file>

<file path=ppt/slides/_rels/slide69.xml.rels><?xml version="1.0" encoding="UTF-8" standalone="yes"?>
<Relationships xmlns="http://schemas.openxmlformats.org/package/2006/relationships"><Relationship Id="rId26" Type="http://schemas.openxmlformats.org/officeDocument/2006/relationships/customXml" Target="../ink/ink579.xml"/><Relationship Id="rId117" Type="http://schemas.openxmlformats.org/officeDocument/2006/relationships/image" Target="../media/image147.png"/><Relationship Id="rId21" Type="http://schemas.openxmlformats.org/officeDocument/2006/relationships/image" Target="../media/image49.png"/><Relationship Id="rId42" Type="http://schemas.openxmlformats.org/officeDocument/2006/relationships/customXml" Target="../ink/ink587.xml"/><Relationship Id="rId47" Type="http://schemas.openxmlformats.org/officeDocument/2006/relationships/image" Target="../media/image74.png"/><Relationship Id="rId63" Type="http://schemas.openxmlformats.org/officeDocument/2006/relationships/image" Target="../media/image89.png"/><Relationship Id="rId68" Type="http://schemas.openxmlformats.org/officeDocument/2006/relationships/customXml" Target="../ink/ink600.xml"/><Relationship Id="rId84" Type="http://schemas.openxmlformats.org/officeDocument/2006/relationships/customXml" Target="../ink/ink608.xml"/><Relationship Id="rId89" Type="http://schemas.openxmlformats.org/officeDocument/2006/relationships/image" Target="../media/image117.png"/><Relationship Id="rId112" Type="http://schemas.openxmlformats.org/officeDocument/2006/relationships/customXml" Target="../ink/ink622.xml"/><Relationship Id="rId16" Type="http://schemas.openxmlformats.org/officeDocument/2006/relationships/customXml" Target="../ink/ink574.xml"/><Relationship Id="rId107" Type="http://schemas.openxmlformats.org/officeDocument/2006/relationships/image" Target="../media/image137.png"/><Relationship Id="rId11" Type="http://schemas.openxmlformats.org/officeDocument/2006/relationships/image" Target="../media/image43.png"/><Relationship Id="rId32" Type="http://schemas.openxmlformats.org/officeDocument/2006/relationships/customXml" Target="../ink/ink582.xml"/><Relationship Id="rId37" Type="http://schemas.openxmlformats.org/officeDocument/2006/relationships/image" Target="../media/image60.png"/><Relationship Id="rId53" Type="http://schemas.openxmlformats.org/officeDocument/2006/relationships/image" Target="../media/image82.png"/><Relationship Id="rId58" Type="http://schemas.openxmlformats.org/officeDocument/2006/relationships/customXml" Target="../ink/ink595.xml"/><Relationship Id="rId74" Type="http://schemas.openxmlformats.org/officeDocument/2006/relationships/customXml" Target="../ink/ink603.xml"/><Relationship Id="rId79" Type="http://schemas.openxmlformats.org/officeDocument/2006/relationships/image" Target="../media/image110.png"/><Relationship Id="rId102" Type="http://schemas.openxmlformats.org/officeDocument/2006/relationships/customXml" Target="../ink/ink617.xml"/><Relationship Id="rId123" Type="http://schemas.openxmlformats.org/officeDocument/2006/relationships/image" Target="../media/image150.png"/><Relationship Id="rId5" Type="http://schemas.openxmlformats.org/officeDocument/2006/relationships/image" Target="../media/image37.png"/><Relationship Id="rId90" Type="http://schemas.openxmlformats.org/officeDocument/2006/relationships/customXml" Target="../ink/ink611.xml"/><Relationship Id="rId95" Type="http://schemas.openxmlformats.org/officeDocument/2006/relationships/image" Target="../media/image123.png"/><Relationship Id="rId22" Type="http://schemas.openxmlformats.org/officeDocument/2006/relationships/customXml" Target="../ink/ink577.xml"/><Relationship Id="rId27" Type="http://schemas.openxmlformats.org/officeDocument/2006/relationships/image" Target="../media/image55.png"/><Relationship Id="rId43" Type="http://schemas.openxmlformats.org/officeDocument/2006/relationships/image" Target="../media/image72.png"/><Relationship Id="rId48" Type="http://schemas.openxmlformats.org/officeDocument/2006/relationships/customXml" Target="../ink/ink590.xml"/><Relationship Id="rId64" Type="http://schemas.openxmlformats.org/officeDocument/2006/relationships/customXml" Target="../ink/ink598.xml"/><Relationship Id="rId69" Type="http://schemas.openxmlformats.org/officeDocument/2006/relationships/image" Target="../media/image98.png"/><Relationship Id="rId113" Type="http://schemas.openxmlformats.org/officeDocument/2006/relationships/image" Target="../media/image142.png"/><Relationship Id="rId118" Type="http://schemas.openxmlformats.org/officeDocument/2006/relationships/customXml" Target="../ink/ink625.xml"/><Relationship Id="rId80" Type="http://schemas.openxmlformats.org/officeDocument/2006/relationships/customXml" Target="../ink/ink606.xml"/><Relationship Id="rId85" Type="http://schemas.openxmlformats.org/officeDocument/2006/relationships/image" Target="../media/image113.png"/><Relationship Id="rId12" Type="http://schemas.openxmlformats.org/officeDocument/2006/relationships/customXml" Target="../ink/ink572.xml"/><Relationship Id="rId17" Type="http://schemas.openxmlformats.org/officeDocument/2006/relationships/image" Target="../media/image47.png"/><Relationship Id="rId33" Type="http://schemas.openxmlformats.org/officeDocument/2006/relationships/image" Target="../media/image58.png"/><Relationship Id="rId38" Type="http://schemas.openxmlformats.org/officeDocument/2006/relationships/customXml" Target="../ink/ink585.xml"/><Relationship Id="rId59" Type="http://schemas.openxmlformats.org/officeDocument/2006/relationships/image" Target="../media/image87.png"/><Relationship Id="rId103" Type="http://schemas.openxmlformats.org/officeDocument/2006/relationships/image" Target="../media/image132.png"/><Relationship Id="rId108" Type="http://schemas.openxmlformats.org/officeDocument/2006/relationships/customXml" Target="../ink/ink620.xml"/><Relationship Id="rId124" Type="http://schemas.openxmlformats.org/officeDocument/2006/relationships/customXml" Target="../ink/ink628.xml"/><Relationship Id="rId54" Type="http://schemas.openxmlformats.org/officeDocument/2006/relationships/customXml" Target="../ink/ink593.xml"/><Relationship Id="rId70" Type="http://schemas.openxmlformats.org/officeDocument/2006/relationships/customXml" Target="../ink/ink601.xml"/><Relationship Id="rId75" Type="http://schemas.openxmlformats.org/officeDocument/2006/relationships/image" Target="../media/image101.png"/><Relationship Id="rId91" Type="http://schemas.openxmlformats.org/officeDocument/2006/relationships/image" Target="../media/image121.png"/><Relationship Id="rId96" Type="http://schemas.openxmlformats.org/officeDocument/2006/relationships/customXml" Target="../ink/ink614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569.xml"/><Relationship Id="rId23" Type="http://schemas.openxmlformats.org/officeDocument/2006/relationships/image" Target="../media/image53.png"/><Relationship Id="rId28" Type="http://schemas.openxmlformats.org/officeDocument/2006/relationships/customXml" Target="../ink/ink580.xml"/><Relationship Id="rId49" Type="http://schemas.openxmlformats.org/officeDocument/2006/relationships/image" Target="../media/image80.png"/><Relationship Id="rId114" Type="http://schemas.openxmlformats.org/officeDocument/2006/relationships/customXml" Target="../ink/ink623.xml"/><Relationship Id="rId119" Type="http://schemas.openxmlformats.org/officeDocument/2006/relationships/image" Target="../media/image148.png"/><Relationship Id="rId44" Type="http://schemas.openxmlformats.org/officeDocument/2006/relationships/customXml" Target="../ink/ink588.xml"/><Relationship Id="rId60" Type="http://schemas.openxmlformats.org/officeDocument/2006/relationships/customXml" Target="../ink/ink596.xml"/><Relationship Id="rId65" Type="http://schemas.openxmlformats.org/officeDocument/2006/relationships/image" Target="../media/image96.png"/><Relationship Id="rId81" Type="http://schemas.openxmlformats.org/officeDocument/2006/relationships/image" Target="../media/image111.png"/><Relationship Id="rId86" Type="http://schemas.openxmlformats.org/officeDocument/2006/relationships/customXml" Target="../ink/ink609.xml"/><Relationship Id="rId13" Type="http://schemas.openxmlformats.org/officeDocument/2006/relationships/image" Target="../media/image41.png"/><Relationship Id="rId18" Type="http://schemas.openxmlformats.org/officeDocument/2006/relationships/customXml" Target="../ink/ink575.xml"/><Relationship Id="rId39" Type="http://schemas.openxmlformats.org/officeDocument/2006/relationships/image" Target="../media/image71.png"/><Relationship Id="rId109" Type="http://schemas.openxmlformats.org/officeDocument/2006/relationships/image" Target="../media/image138.png"/><Relationship Id="rId34" Type="http://schemas.openxmlformats.org/officeDocument/2006/relationships/customXml" Target="../ink/ink583.xml"/><Relationship Id="rId50" Type="http://schemas.openxmlformats.org/officeDocument/2006/relationships/customXml" Target="../ink/ink591.xml"/><Relationship Id="rId55" Type="http://schemas.openxmlformats.org/officeDocument/2006/relationships/image" Target="../media/image78.png"/><Relationship Id="rId76" Type="http://schemas.openxmlformats.org/officeDocument/2006/relationships/customXml" Target="../ink/ink604.xml"/><Relationship Id="rId97" Type="http://schemas.openxmlformats.org/officeDocument/2006/relationships/image" Target="../media/image129.png"/><Relationship Id="rId104" Type="http://schemas.openxmlformats.org/officeDocument/2006/relationships/customXml" Target="../ink/ink618.xml"/><Relationship Id="rId120" Type="http://schemas.openxmlformats.org/officeDocument/2006/relationships/customXml" Target="../ink/ink626.xml"/><Relationship Id="rId125" Type="http://schemas.openxmlformats.org/officeDocument/2006/relationships/image" Target="../media/image151.png"/><Relationship Id="rId7" Type="http://schemas.openxmlformats.org/officeDocument/2006/relationships/image" Target="../media/image38.png"/><Relationship Id="rId71" Type="http://schemas.openxmlformats.org/officeDocument/2006/relationships/image" Target="../media/image99.png"/><Relationship Id="rId92" Type="http://schemas.openxmlformats.org/officeDocument/2006/relationships/customXml" Target="../ink/ink612.xml"/><Relationship Id="rId2" Type="http://schemas.openxmlformats.org/officeDocument/2006/relationships/image" Target="../media/image8.png"/><Relationship Id="rId29" Type="http://schemas.openxmlformats.org/officeDocument/2006/relationships/image" Target="../media/image56.png"/><Relationship Id="rId24" Type="http://schemas.openxmlformats.org/officeDocument/2006/relationships/customXml" Target="../ink/ink578.xml"/><Relationship Id="rId40" Type="http://schemas.openxmlformats.org/officeDocument/2006/relationships/customXml" Target="../ink/ink586.xml"/><Relationship Id="rId45" Type="http://schemas.openxmlformats.org/officeDocument/2006/relationships/image" Target="../media/image73.png"/><Relationship Id="rId66" Type="http://schemas.openxmlformats.org/officeDocument/2006/relationships/customXml" Target="../ink/ink599.xml"/><Relationship Id="rId87" Type="http://schemas.openxmlformats.org/officeDocument/2006/relationships/image" Target="../media/image116.png"/><Relationship Id="rId110" Type="http://schemas.openxmlformats.org/officeDocument/2006/relationships/customXml" Target="../ink/ink621.xml"/><Relationship Id="rId115" Type="http://schemas.openxmlformats.org/officeDocument/2006/relationships/image" Target="../media/image143.png"/><Relationship Id="rId61" Type="http://schemas.openxmlformats.org/officeDocument/2006/relationships/image" Target="../media/image88.png"/><Relationship Id="rId82" Type="http://schemas.openxmlformats.org/officeDocument/2006/relationships/customXml" Target="../ink/ink607.xml"/><Relationship Id="rId19" Type="http://schemas.openxmlformats.org/officeDocument/2006/relationships/image" Target="../media/image48.png"/><Relationship Id="rId14" Type="http://schemas.openxmlformats.org/officeDocument/2006/relationships/customXml" Target="../ink/ink573.xml"/><Relationship Id="rId30" Type="http://schemas.openxmlformats.org/officeDocument/2006/relationships/customXml" Target="../ink/ink581.xml"/><Relationship Id="rId35" Type="http://schemas.openxmlformats.org/officeDocument/2006/relationships/image" Target="../media/image59.png"/><Relationship Id="rId56" Type="http://schemas.openxmlformats.org/officeDocument/2006/relationships/customXml" Target="../ink/ink594.xml"/><Relationship Id="rId77" Type="http://schemas.openxmlformats.org/officeDocument/2006/relationships/image" Target="../media/image109.png"/><Relationship Id="rId100" Type="http://schemas.openxmlformats.org/officeDocument/2006/relationships/customXml" Target="../ink/ink616.xml"/><Relationship Id="rId105" Type="http://schemas.openxmlformats.org/officeDocument/2006/relationships/image" Target="../media/image133.png"/><Relationship Id="rId126" Type="http://schemas.openxmlformats.org/officeDocument/2006/relationships/customXml" Target="../ink/ink629.xml"/><Relationship Id="rId8" Type="http://schemas.openxmlformats.org/officeDocument/2006/relationships/customXml" Target="../ink/ink570.xml"/><Relationship Id="rId51" Type="http://schemas.openxmlformats.org/officeDocument/2006/relationships/image" Target="../media/image81.png"/><Relationship Id="rId72" Type="http://schemas.openxmlformats.org/officeDocument/2006/relationships/customXml" Target="../ink/ink602.xml"/><Relationship Id="rId93" Type="http://schemas.openxmlformats.org/officeDocument/2006/relationships/image" Target="../media/image122.png"/><Relationship Id="rId98" Type="http://schemas.openxmlformats.org/officeDocument/2006/relationships/customXml" Target="../ink/ink615.xml"/><Relationship Id="rId121" Type="http://schemas.openxmlformats.org/officeDocument/2006/relationships/image" Target="../media/image149.png"/><Relationship Id="rId3" Type="http://schemas.openxmlformats.org/officeDocument/2006/relationships/hyperlink" Target="https://www.artofcse.com/learning/introduction-to-dynamic-programming" TargetMode="External"/><Relationship Id="rId25" Type="http://schemas.openxmlformats.org/officeDocument/2006/relationships/image" Target="../media/image54.png"/><Relationship Id="rId46" Type="http://schemas.openxmlformats.org/officeDocument/2006/relationships/customXml" Target="../ink/ink589.xml"/><Relationship Id="rId67" Type="http://schemas.openxmlformats.org/officeDocument/2006/relationships/image" Target="../media/image97.png"/><Relationship Id="rId116" Type="http://schemas.openxmlformats.org/officeDocument/2006/relationships/customXml" Target="../ink/ink624.xml"/><Relationship Id="rId20" Type="http://schemas.openxmlformats.org/officeDocument/2006/relationships/customXml" Target="../ink/ink576.xml"/><Relationship Id="rId41" Type="http://schemas.openxmlformats.org/officeDocument/2006/relationships/image" Target="../media/image67.png"/><Relationship Id="rId62" Type="http://schemas.openxmlformats.org/officeDocument/2006/relationships/customXml" Target="../ink/ink597.xml"/><Relationship Id="rId83" Type="http://schemas.openxmlformats.org/officeDocument/2006/relationships/image" Target="../media/image112.png"/><Relationship Id="rId88" Type="http://schemas.openxmlformats.org/officeDocument/2006/relationships/customXml" Target="../ink/ink610.xml"/><Relationship Id="rId111" Type="http://schemas.openxmlformats.org/officeDocument/2006/relationships/image" Target="../media/image139.png"/><Relationship Id="rId15" Type="http://schemas.openxmlformats.org/officeDocument/2006/relationships/image" Target="../media/image42.png"/><Relationship Id="rId36" Type="http://schemas.openxmlformats.org/officeDocument/2006/relationships/customXml" Target="../ink/ink584.xml"/><Relationship Id="rId57" Type="http://schemas.openxmlformats.org/officeDocument/2006/relationships/image" Target="../media/image83.png"/><Relationship Id="rId106" Type="http://schemas.openxmlformats.org/officeDocument/2006/relationships/customXml" Target="../ink/ink619.xml"/><Relationship Id="rId127" Type="http://schemas.openxmlformats.org/officeDocument/2006/relationships/image" Target="../media/image152.png"/><Relationship Id="rId10" Type="http://schemas.openxmlformats.org/officeDocument/2006/relationships/customXml" Target="../ink/ink571.xml"/><Relationship Id="rId31" Type="http://schemas.openxmlformats.org/officeDocument/2006/relationships/image" Target="../media/image57.png"/><Relationship Id="rId52" Type="http://schemas.openxmlformats.org/officeDocument/2006/relationships/customXml" Target="../ink/ink592.xml"/><Relationship Id="rId73" Type="http://schemas.openxmlformats.org/officeDocument/2006/relationships/image" Target="../media/image100.png"/><Relationship Id="rId78" Type="http://schemas.openxmlformats.org/officeDocument/2006/relationships/customXml" Target="../ink/ink605.xml"/><Relationship Id="rId94" Type="http://schemas.openxmlformats.org/officeDocument/2006/relationships/customXml" Target="../ink/ink613.xml"/><Relationship Id="rId99" Type="http://schemas.openxmlformats.org/officeDocument/2006/relationships/image" Target="../media/image130.png"/><Relationship Id="rId101" Type="http://schemas.openxmlformats.org/officeDocument/2006/relationships/image" Target="../media/image131.png"/><Relationship Id="rId122" Type="http://schemas.openxmlformats.org/officeDocument/2006/relationships/customXml" Target="../ink/ink627.xml"/><Relationship Id="rId4" Type="http://schemas.openxmlformats.org/officeDocument/2006/relationships/customXml" Target="../ink/ink568.xml"/><Relationship Id="rId9" Type="http://schemas.openxmlformats.org/officeDocument/2006/relationships/image" Target="../media/image39.png"/></Relationships>
</file>

<file path=ppt/slides/_rels/slide70.xml.rels><?xml version="1.0" encoding="UTF-8" standalone="yes"?>
<Relationships xmlns="http://schemas.openxmlformats.org/package/2006/relationships"><Relationship Id="rId26" Type="http://schemas.openxmlformats.org/officeDocument/2006/relationships/image" Target="../media/image55.png"/><Relationship Id="rId117" Type="http://schemas.openxmlformats.org/officeDocument/2006/relationships/customXml" Target="../ink/ink687.xml"/><Relationship Id="rId21" Type="http://schemas.openxmlformats.org/officeDocument/2006/relationships/customXml" Target="../ink/ink639.xml"/><Relationship Id="rId42" Type="http://schemas.openxmlformats.org/officeDocument/2006/relationships/image" Target="../media/image72.png"/><Relationship Id="rId47" Type="http://schemas.openxmlformats.org/officeDocument/2006/relationships/customXml" Target="../ink/ink652.xml"/><Relationship Id="rId63" Type="http://schemas.openxmlformats.org/officeDocument/2006/relationships/customXml" Target="../ink/ink660.xml"/><Relationship Id="rId68" Type="http://schemas.openxmlformats.org/officeDocument/2006/relationships/image" Target="../media/image98.png"/><Relationship Id="rId84" Type="http://schemas.openxmlformats.org/officeDocument/2006/relationships/image" Target="../media/image113.png"/><Relationship Id="rId89" Type="http://schemas.openxmlformats.org/officeDocument/2006/relationships/customXml" Target="../ink/ink673.xml"/><Relationship Id="rId112" Type="http://schemas.openxmlformats.org/officeDocument/2006/relationships/image" Target="../media/image142.png"/><Relationship Id="rId16" Type="http://schemas.openxmlformats.org/officeDocument/2006/relationships/image" Target="../media/image47.png"/><Relationship Id="rId107" Type="http://schemas.openxmlformats.org/officeDocument/2006/relationships/customXml" Target="../ink/ink682.xml"/><Relationship Id="rId11" Type="http://schemas.openxmlformats.org/officeDocument/2006/relationships/customXml" Target="../ink/ink634.xml"/><Relationship Id="rId32" Type="http://schemas.openxmlformats.org/officeDocument/2006/relationships/image" Target="../media/image58.png"/><Relationship Id="rId37" Type="http://schemas.openxmlformats.org/officeDocument/2006/relationships/customXml" Target="../ink/ink647.xml"/><Relationship Id="rId53" Type="http://schemas.openxmlformats.org/officeDocument/2006/relationships/customXml" Target="../ink/ink655.xml"/><Relationship Id="rId58" Type="http://schemas.openxmlformats.org/officeDocument/2006/relationships/image" Target="../media/image87.png"/><Relationship Id="rId74" Type="http://schemas.openxmlformats.org/officeDocument/2006/relationships/image" Target="../media/image101.png"/><Relationship Id="rId79" Type="http://schemas.openxmlformats.org/officeDocument/2006/relationships/customXml" Target="../ink/ink668.xml"/><Relationship Id="rId102" Type="http://schemas.openxmlformats.org/officeDocument/2006/relationships/image" Target="../media/image132.png"/><Relationship Id="rId123" Type="http://schemas.openxmlformats.org/officeDocument/2006/relationships/customXml" Target="../ink/ink690.xml"/><Relationship Id="rId5" Type="http://schemas.openxmlformats.org/officeDocument/2006/relationships/customXml" Target="../ink/ink631.xml"/><Relationship Id="rId90" Type="http://schemas.openxmlformats.org/officeDocument/2006/relationships/image" Target="../media/image121.png"/><Relationship Id="rId95" Type="http://schemas.openxmlformats.org/officeDocument/2006/relationships/customXml" Target="../ink/ink676.xml"/><Relationship Id="rId22" Type="http://schemas.openxmlformats.org/officeDocument/2006/relationships/image" Target="../media/image53.png"/><Relationship Id="rId27" Type="http://schemas.openxmlformats.org/officeDocument/2006/relationships/customXml" Target="../ink/ink642.xml"/><Relationship Id="rId43" Type="http://schemas.openxmlformats.org/officeDocument/2006/relationships/customXml" Target="../ink/ink650.xml"/><Relationship Id="rId48" Type="http://schemas.openxmlformats.org/officeDocument/2006/relationships/image" Target="../media/image80.png"/><Relationship Id="rId64" Type="http://schemas.openxmlformats.org/officeDocument/2006/relationships/image" Target="../media/image96.png"/><Relationship Id="rId69" Type="http://schemas.openxmlformats.org/officeDocument/2006/relationships/customXml" Target="../ink/ink663.xml"/><Relationship Id="rId113" Type="http://schemas.openxmlformats.org/officeDocument/2006/relationships/customXml" Target="../ink/ink685.xml"/><Relationship Id="rId118" Type="http://schemas.openxmlformats.org/officeDocument/2006/relationships/image" Target="../media/image148.png"/><Relationship Id="rId80" Type="http://schemas.openxmlformats.org/officeDocument/2006/relationships/image" Target="../media/image111.png"/><Relationship Id="rId85" Type="http://schemas.openxmlformats.org/officeDocument/2006/relationships/customXml" Target="../ink/ink671.xml"/><Relationship Id="rId12" Type="http://schemas.openxmlformats.org/officeDocument/2006/relationships/image" Target="../media/image41.png"/><Relationship Id="rId17" Type="http://schemas.openxmlformats.org/officeDocument/2006/relationships/customXml" Target="../ink/ink637.xml"/><Relationship Id="rId33" Type="http://schemas.openxmlformats.org/officeDocument/2006/relationships/customXml" Target="../ink/ink645.xml"/><Relationship Id="rId38" Type="http://schemas.openxmlformats.org/officeDocument/2006/relationships/image" Target="../media/image71.png"/><Relationship Id="rId59" Type="http://schemas.openxmlformats.org/officeDocument/2006/relationships/customXml" Target="../ink/ink658.xml"/><Relationship Id="rId103" Type="http://schemas.openxmlformats.org/officeDocument/2006/relationships/customXml" Target="../ink/ink680.xml"/><Relationship Id="rId108" Type="http://schemas.openxmlformats.org/officeDocument/2006/relationships/image" Target="../media/image138.png"/><Relationship Id="rId124" Type="http://schemas.openxmlformats.org/officeDocument/2006/relationships/image" Target="../media/image154.png"/><Relationship Id="rId54" Type="http://schemas.openxmlformats.org/officeDocument/2006/relationships/image" Target="../media/image78.png"/><Relationship Id="rId70" Type="http://schemas.openxmlformats.org/officeDocument/2006/relationships/image" Target="../media/image99.png"/><Relationship Id="rId75" Type="http://schemas.openxmlformats.org/officeDocument/2006/relationships/customXml" Target="../ink/ink666.xml"/><Relationship Id="rId91" Type="http://schemas.openxmlformats.org/officeDocument/2006/relationships/customXml" Target="../ink/ink674.xml"/><Relationship Id="rId96" Type="http://schemas.openxmlformats.org/officeDocument/2006/relationships/image" Target="../media/image1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23" Type="http://schemas.openxmlformats.org/officeDocument/2006/relationships/customXml" Target="../ink/ink640.xml"/><Relationship Id="rId28" Type="http://schemas.openxmlformats.org/officeDocument/2006/relationships/image" Target="../media/image56.png"/><Relationship Id="rId49" Type="http://schemas.openxmlformats.org/officeDocument/2006/relationships/customXml" Target="../ink/ink653.xml"/><Relationship Id="rId114" Type="http://schemas.openxmlformats.org/officeDocument/2006/relationships/image" Target="../media/image143.png"/><Relationship Id="rId119" Type="http://schemas.openxmlformats.org/officeDocument/2006/relationships/customXml" Target="../ink/ink688.xml"/><Relationship Id="rId44" Type="http://schemas.openxmlformats.org/officeDocument/2006/relationships/image" Target="../media/image73.png"/><Relationship Id="rId60" Type="http://schemas.openxmlformats.org/officeDocument/2006/relationships/image" Target="../media/image88.png"/><Relationship Id="rId65" Type="http://schemas.openxmlformats.org/officeDocument/2006/relationships/customXml" Target="../ink/ink661.xml"/><Relationship Id="rId81" Type="http://schemas.openxmlformats.org/officeDocument/2006/relationships/customXml" Target="../ink/ink669.xml"/><Relationship Id="rId86" Type="http://schemas.openxmlformats.org/officeDocument/2006/relationships/image" Target="../media/image116.png"/><Relationship Id="rId13" Type="http://schemas.openxmlformats.org/officeDocument/2006/relationships/customXml" Target="../ink/ink635.xml"/><Relationship Id="rId18" Type="http://schemas.openxmlformats.org/officeDocument/2006/relationships/image" Target="../media/image48.png"/><Relationship Id="rId39" Type="http://schemas.openxmlformats.org/officeDocument/2006/relationships/customXml" Target="../ink/ink648.xml"/><Relationship Id="rId109" Type="http://schemas.openxmlformats.org/officeDocument/2006/relationships/customXml" Target="../ink/ink683.xml"/><Relationship Id="rId34" Type="http://schemas.openxmlformats.org/officeDocument/2006/relationships/image" Target="../media/image59.png"/><Relationship Id="rId50" Type="http://schemas.openxmlformats.org/officeDocument/2006/relationships/image" Target="../media/image81.png"/><Relationship Id="rId55" Type="http://schemas.openxmlformats.org/officeDocument/2006/relationships/customXml" Target="../ink/ink656.xml"/><Relationship Id="rId76" Type="http://schemas.openxmlformats.org/officeDocument/2006/relationships/image" Target="../media/image109.png"/><Relationship Id="rId97" Type="http://schemas.openxmlformats.org/officeDocument/2006/relationships/customXml" Target="../ink/ink677.xml"/><Relationship Id="rId104" Type="http://schemas.openxmlformats.org/officeDocument/2006/relationships/image" Target="../media/image133.png"/><Relationship Id="rId120" Type="http://schemas.openxmlformats.org/officeDocument/2006/relationships/image" Target="../media/image149.png"/><Relationship Id="rId125" Type="http://schemas.openxmlformats.org/officeDocument/2006/relationships/customXml" Target="../ink/ink691.xml"/><Relationship Id="rId7" Type="http://schemas.openxmlformats.org/officeDocument/2006/relationships/customXml" Target="../ink/ink632.xml"/><Relationship Id="rId71" Type="http://schemas.openxmlformats.org/officeDocument/2006/relationships/customXml" Target="../ink/ink664.xml"/><Relationship Id="rId92" Type="http://schemas.openxmlformats.org/officeDocument/2006/relationships/image" Target="../media/image122.png"/><Relationship Id="rId2" Type="http://schemas.openxmlformats.org/officeDocument/2006/relationships/image" Target="../media/image8.png"/><Relationship Id="rId29" Type="http://schemas.openxmlformats.org/officeDocument/2006/relationships/customXml" Target="../ink/ink643.xml"/><Relationship Id="rId24" Type="http://schemas.openxmlformats.org/officeDocument/2006/relationships/image" Target="../media/image54.png"/><Relationship Id="rId40" Type="http://schemas.openxmlformats.org/officeDocument/2006/relationships/image" Target="../media/image67.png"/><Relationship Id="rId45" Type="http://schemas.openxmlformats.org/officeDocument/2006/relationships/customXml" Target="../ink/ink651.xml"/><Relationship Id="rId66" Type="http://schemas.openxmlformats.org/officeDocument/2006/relationships/image" Target="../media/image97.png"/><Relationship Id="rId87" Type="http://schemas.openxmlformats.org/officeDocument/2006/relationships/customXml" Target="../ink/ink672.xml"/><Relationship Id="rId110" Type="http://schemas.openxmlformats.org/officeDocument/2006/relationships/image" Target="../media/image139.png"/><Relationship Id="rId115" Type="http://schemas.openxmlformats.org/officeDocument/2006/relationships/customXml" Target="../ink/ink686.xml"/><Relationship Id="rId61" Type="http://schemas.openxmlformats.org/officeDocument/2006/relationships/customXml" Target="../ink/ink659.xml"/><Relationship Id="rId82" Type="http://schemas.openxmlformats.org/officeDocument/2006/relationships/image" Target="../media/image112.png"/><Relationship Id="rId19" Type="http://schemas.openxmlformats.org/officeDocument/2006/relationships/customXml" Target="../ink/ink638.xml"/><Relationship Id="rId14" Type="http://schemas.openxmlformats.org/officeDocument/2006/relationships/image" Target="../media/image42.png"/><Relationship Id="rId30" Type="http://schemas.openxmlformats.org/officeDocument/2006/relationships/image" Target="../media/image57.png"/><Relationship Id="rId35" Type="http://schemas.openxmlformats.org/officeDocument/2006/relationships/customXml" Target="../ink/ink646.xml"/><Relationship Id="rId56" Type="http://schemas.openxmlformats.org/officeDocument/2006/relationships/image" Target="../media/image83.png"/><Relationship Id="rId77" Type="http://schemas.openxmlformats.org/officeDocument/2006/relationships/customXml" Target="../ink/ink667.xml"/><Relationship Id="rId100" Type="http://schemas.openxmlformats.org/officeDocument/2006/relationships/image" Target="../media/image131.png"/><Relationship Id="rId105" Type="http://schemas.openxmlformats.org/officeDocument/2006/relationships/customXml" Target="../ink/ink681.xml"/><Relationship Id="rId126" Type="http://schemas.openxmlformats.org/officeDocument/2006/relationships/image" Target="../media/image155.png"/><Relationship Id="rId8" Type="http://schemas.openxmlformats.org/officeDocument/2006/relationships/image" Target="../media/image39.png"/><Relationship Id="rId51" Type="http://schemas.openxmlformats.org/officeDocument/2006/relationships/customXml" Target="../ink/ink654.xml"/><Relationship Id="rId72" Type="http://schemas.openxmlformats.org/officeDocument/2006/relationships/image" Target="../media/image100.png"/><Relationship Id="rId93" Type="http://schemas.openxmlformats.org/officeDocument/2006/relationships/customXml" Target="../ink/ink675.xml"/><Relationship Id="rId98" Type="http://schemas.openxmlformats.org/officeDocument/2006/relationships/image" Target="../media/image130.png"/><Relationship Id="rId121" Type="http://schemas.openxmlformats.org/officeDocument/2006/relationships/customXml" Target="../ink/ink689.xml"/><Relationship Id="rId3" Type="http://schemas.openxmlformats.org/officeDocument/2006/relationships/customXml" Target="../ink/ink630.xml"/><Relationship Id="rId25" Type="http://schemas.openxmlformats.org/officeDocument/2006/relationships/customXml" Target="../ink/ink641.xml"/><Relationship Id="rId46" Type="http://schemas.openxmlformats.org/officeDocument/2006/relationships/image" Target="../media/image74.png"/><Relationship Id="rId67" Type="http://schemas.openxmlformats.org/officeDocument/2006/relationships/customXml" Target="../ink/ink662.xml"/><Relationship Id="rId116" Type="http://schemas.openxmlformats.org/officeDocument/2006/relationships/image" Target="../media/image147.png"/><Relationship Id="rId20" Type="http://schemas.openxmlformats.org/officeDocument/2006/relationships/image" Target="../media/image49.png"/><Relationship Id="rId41" Type="http://schemas.openxmlformats.org/officeDocument/2006/relationships/customXml" Target="../ink/ink649.xml"/><Relationship Id="rId62" Type="http://schemas.openxmlformats.org/officeDocument/2006/relationships/image" Target="../media/image89.png"/><Relationship Id="rId83" Type="http://schemas.openxmlformats.org/officeDocument/2006/relationships/customXml" Target="../ink/ink670.xml"/><Relationship Id="rId88" Type="http://schemas.openxmlformats.org/officeDocument/2006/relationships/image" Target="../media/image117.png"/><Relationship Id="rId111" Type="http://schemas.openxmlformats.org/officeDocument/2006/relationships/customXml" Target="../ink/ink684.xml"/><Relationship Id="rId15" Type="http://schemas.openxmlformats.org/officeDocument/2006/relationships/customXml" Target="../ink/ink636.xml"/><Relationship Id="rId36" Type="http://schemas.openxmlformats.org/officeDocument/2006/relationships/image" Target="../media/image60.png"/><Relationship Id="rId57" Type="http://schemas.openxmlformats.org/officeDocument/2006/relationships/customXml" Target="../ink/ink657.xml"/><Relationship Id="rId106" Type="http://schemas.openxmlformats.org/officeDocument/2006/relationships/image" Target="../media/image137.png"/><Relationship Id="rId10" Type="http://schemas.openxmlformats.org/officeDocument/2006/relationships/image" Target="../media/image43.png"/><Relationship Id="rId31" Type="http://schemas.openxmlformats.org/officeDocument/2006/relationships/customXml" Target="../ink/ink644.xml"/><Relationship Id="rId52" Type="http://schemas.openxmlformats.org/officeDocument/2006/relationships/image" Target="../media/image82.png"/><Relationship Id="rId73" Type="http://schemas.openxmlformats.org/officeDocument/2006/relationships/customXml" Target="../ink/ink665.xml"/><Relationship Id="rId78" Type="http://schemas.openxmlformats.org/officeDocument/2006/relationships/image" Target="../media/image110.png"/><Relationship Id="rId94" Type="http://schemas.openxmlformats.org/officeDocument/2006/relationships/image" Target="../media/image123.png"/><Relationship Id="rId99" Type="http://schemas.openxmlformats.org/officeDocument/2006/relationships/customXml" Target="../ink/ink678.xml"/><Relationship Id="rId101" Type="http://schemas.openxmlformats.org/officeDocument/2006/relationships/customXml" Target="../ink/ink679.xml"/><Relationship Id="rId122" Type="http://schemas.openxmlformats.org/officeDocument/2006/relationships/image" Target="../media/image153.png"/><Relationship Id="rId4" Type="http://schemas.openxmlformats.org/officeDocument/2006/relationships/image" Target="../media/image37.png"/><Relationship Id="rId9" Type="http://schemas.openxmlformats.org/officeDocument/2006/relationships/customXml" Target="../ink/ink633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7.png"/><Relationship Id="rId2" Type="http://schemas.openxmlformats.org/officeDocument/2006/relationships/image" Target="../media/image15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6" name="Rectangle 135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CED9A9A-32C5-C019-66BA-65438A784F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3442" y="921715"/>
            <a:ext cx="5163022" cy="2635993"/>
          </a:xfrm>
        </p:spPr>
        <p:txBody>
          <a:bodyPr anchor="b">
            <a:normAutofit/>
          </a:bodyPr>
          <a:lstStyle/>
          <a:p>
            <a:pPr algn="l"/>
            <a:r>
              <a:rPr lang="en-US" sz="4800"/>
              <a:t>Data Structures and Algorithms I.</a:t>
            </a: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BC05CA36-AD6A-4ABF-9A05-52E5A143D2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4022214"/>
            <a:ext cx="12192000" cy="2835786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D4331EE8-85A4-4588-8D9E-70E534D477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4022220"/>
            <a:ext cx="8153398" cy="2835780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49D6C862-61CC-4B46-8080-96583D653B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4022219"/>
            <a:ext cx="12253472" cy="2835781"/>
          </a:xfrm>
          <a:prstGeom prst="rect">
            <a:avLst/>
          </a:prstGeom>
          <a:gradFill>
            <a:gsLst>
              <a:gs pos="3900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72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2F5B50-E332-CBF2-D1A2-66ADD28495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3442" y="4541263"/>
            <a:ext cx="4662957" cy="1395022"/>
          </a:xfrm>
        </p:spPr>
        <p:txBody>
          <a:bodyPr anchor="t">
            <a:normAutofit/>
          </a:bodyPr>
          <a:lstStyle/>
          <a:p>
            <a:pPr algn="l"/>
            <a:r>
              <a:rPr lang="hu-HU" dirty="0">
                <a:solidFill>
                  <a:srgbClr val="FFFFFF"/>
                </a:solidFill>
              </a:rPr>
              <a:t>University of </a:t>
            </a:r>
            <a:r>
              <a:rPr lang="en-US" dirty="0">
                <a:solidFill>
                  <a:srgbClr val="FFFFFF"/>
                </a:solidFill>
              </a:rPr>
              <a:t>Szeged </a:t>
            </a:r>
          </a:p>
          <a:p>
            <a:pPr algn="l"/>
            <a:r>
              <a:rPr lang="en-US" sz="1600" dirty="0">
                <a:solidFill>
                  <a:srgbClr val="FFFFFF"/>
                </a:solidFill>
              </a:rPr>
              <a:t>Robert Nagy</a:t>
            </a:r>
          </a:p>
          <a:p>
            <a:pPr algn="l"/>
            <a:r>
              <a:rPr lang="en-US" dirty="0">
                <a:solidFill>
                  <a:srgbClr val="FFFFFF"/>
                </a:solidFill>
              </a:rPr>
              <a:t>2025/26. Spring Semester</a:t>
            </a:r>
          </a:p>
          <a:p>
            <a:pPr algn="l"/>
            <a:endParaRPr lang="hu-HU" dirty="0">
              <a:solidFill>
                <a:srgbClr val="FFFFFF"/>
              </a:solidFill>
            </a:endParaRPr>
          </a:p>
        </p:txBody>
      </p:sp>
      <p:pic>
        <p:nvPicPr>
          <p:cNvPr id="6" name="Picture 5" descr="A black and white logo&#10;&#10;AI-generated content may be incorrect.">
            <a:extLst>
              <a:ext uri="{FF2B5EF4-FFF2-40B4-BE49-F238E27FC236}">
                <a16:creationId xmlns:a16="http://schemas.microsoft.com/office/drawing/2014/main" id="{F6E8DA17-1D3B-550A-937D-6AA2C49DC4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" b="3"/>
          <a:stretch>
            <a:fillRect/>
          </a:stretch>
        </p:blipFill>
        <p:spPr>
          <a:xfrm>
            <a:off x="6573907" y="658489"/>
            <a:ext cx="5163022" cy="5163022"/>
          </a:xfrm>
          <a:prstGeom prst="rect">
            <a:avLst/>
          </a:prstGeom>
        </p:spPr>
      </p:pic>
      <p:sp>
        <p:nvSpPr>
          <p:cNvPr id="144" name="Rectangle 143">
            <a:extLst>
              <a:ext uri="{FF2B5EF4-FFF2-40B4-BE49-F238E27FC236}">
                <a16:creationId xmlns:a16="http://schemas.microsoft.com/office/drawing/2014/main" id="{E37EECFC-A684-4391-AE85-4CDAF5565F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6400797"/>
            <a:ext cx="12191998" cy="457203"/>
          </a:xfrm>
          <a:prstGeom prst="rect">
            <a:avLst/>
          </a:prstGeom>
          <a:gradFill>
            <a:gsLst>
              <a:gs pos="0">
                <a:srgbClr val="000000">
                  <a:alpha val="43000"/>
                </a:srgbClr>
              </a:gs>
              <a:gs pos="79000">
                <a:schemeClr val="accent1">
                  <a:lumMod val="75000"/>
                  <a:alpha val="2200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010042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9B7AD9F6-8CE7-4299-8FC6-328F4DCD3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68E2D1-F515-F457-2C09-5043AF45C4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97762" y="640080"/>
            <a:ext cx="6251110" cy="3566160"/>
          </a:xfrm>
        </p:spPr>
        <p:txBody>
          <a:bodyPr anchor="b">
            <a:normAutofit/>
          </a:bodyPr>
          <a:lstStyle/>
          <a:p>
            <a:pPr algn="l"/>
            <a:r>
              <a:rPr lang="en-US" sz="5400" dirty="0"/>
              <a:t>Dynamic Programming</a:t>
            </a:r>
          </a:p>
        </p:txBody>
      </p:sp>
      <p:pic>
        <p:nvPicPr>
          <p:cNvPr id="4" name="Picture 3" descr="Computer script on a screen">
            <a:extLst>
              <a:ext uri="{FF2B5EF4-FFF2-40B4-BE49-F238E27FC236}">
                <a16:creationId xmlns:a16="http://schemas.microsoft.com/office/drawing/2014/main" id="{1F83B865-38AB-DCA3-A20E-0BC32C98DC0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055" r="47614" b="-1"/>
          <a:stretch>
            <a:fillRect/>
          </a:stretch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7" name="sketchy line">
            <a:extLst>
              <a:ext uri="{FF2B5EF4-FFF2-40B4-BE49-F238E27FC236}">
                <a16:creationId xmlns:a16="http://schemas.microsoft.com/office/drawing/2014/main" id="{F49775AF-8896-43EE-92C6-83497D6DC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2862" y="4409267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563791 w 4243589"/>
              <a:gd name="csY1" fmla="*/ 0 h 18288"/>
              <a:gd name="csX2" fmla="*/ 1042710 w 4243589"/>
              <a:gd name="csY2" fmla="*/ 0 h 18288"/>
              <a:gd name="csX3" fmla="*/ 1564066 w 4243589"/>
              <a:gd name="csY3" fmla="*/ 0 h 18288"/>
              <a:gd name="csX4" fmla="*/ 2212729 w 4243589"/>
              <a:gd name="csY4" fmla="*/ 0 h 18288"/>
              <a:gd name="csX5" fmla="*/ 2776520 w 4243589"/>
              <a:gd name="csY5" fmla="*/ 0 h 18288"/>
              <a:gd name="csX6" fmla="*/ 3297875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637362 w 4243589"/>
              <a:gd name="csY9" fmla="*/ 18288 h 18288"/>
              <a:gd name="csX10" fmla="*/ 3116007 w 4243589"/>
              <a:gd name="csY10" fmla="*/ 18288 h 18288"/>
              <a:gd name="csX11" fmla="*/ 2424908 w 4243589"/>
              <a:gd name="csY11" fmla="*/ 18288 h 18288"/>
              <a:gd name="csX12" fmla="*/ 1861117 w 4243589"/>
              <a:gd name="csY12" fmla="*/ 18288 h 18288"/>
              <a:gd name="csX13" fmla="*/ 1382198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3987" y="7429"/>
                  <a:pt x="4243569" y="10822"/>
                  <a:pt x="4243589" y="18288"/>
                </a:cubicBezTo>
                <a:cubicBezTo>
                  <a:pt x="4112949" y="-2855"/>
                  <a:pt x="3928037" y="1831"/>
                  <a:pt x="3637362" y="18288"/>
                </a:cubicBezTo>
                <a:cubicBezTo>
                  <a:pt x="3346687" y="34745"/>
                  <a:pt x="3254446" y="26669"/>
                  <a:pt x="3116007" y="18288"/>
                </a:cubicBezTo>
                <a:cubicBezTo>
                  <a:pt x="2977569" y="9907"/>
                  <a:pt x="2620228" y="28873"/>
                  <a:pt x="2424908" y="18288"/>
                </a:cubicBezTo>
                <a:cubicBezTo>
                  <a:pt x="2229588" y="7703"/>
                  <a:pt x="2088287" y="-3854"/>
                  <a:pt x="1861117" y="18288"/>
                </a:cubicBezTo>
                <a:cubicBezTo>
                  <a:pt x="1633947" y="40430"/>
                  <a:pt x="1502447" y="-871"/>
                  <a:pt x="1382198" y="18288"/>
                </a:cubicBezTo>
                <a:cubicBezTo>
                  <a:pt x="1261949" y="37447"/>
                  <a:pt x="1045440" y="28353"/>
                  <a:pt x="733535" y="18288"/>
                </a:cubicBezTo>
                <a:cubicBezTo>
                  <a:pt x="421630" y="8223"/>
                  <a:pt x="341257" y="-18359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2703" y="5429"/>
                  <a:pt x="4244410" y="14046"/>
                  <a:pt x="4243589" y="18288"/>
                </a:cubicBezTo>
                <a:cubicBezTo>
                  <a:pt x="4130424" y="-1240"/>
                  <a:pt x="3932803" y="42249"/>
                  <a:pt x="3722234" y="18288"/>
                </a:cubicBezTo>
                <a:cubicBezTo>
                  <a:pt x="3511665" y="-5673"/>
                  <a:pt x="3269903" y="45994"/>
                  <a:pt x="3116007" y="18288"/>
                </a:cubicBezTo>
                <a:cubicBezTo>
                  <a:pt x="2962111" y="-9418"/>
                  <a:pt x="2744280" y="23224"/>
                  <a:pt x="2509780" y="18288"/>
                </a:cubicBezTo>
                <a:cubicBezTo>
                  <a:pt x="2275280" y="13352"/>
                  <a:pt x="2066059" y="43664"/>
                  <a:pt x="1945989" y="18288"/>
                </a:cubicBezTo>
                <a:cubicBezTo>
                  <a:pt x="1825919" y="-7088"/>
                  <a:pt x="1407329" y="12616"/>
                  <a:pt x="1254890" y="18288"/>
                </a:cubicBezTo>
                <a:cubicBezTo>
                  <a:pt x="1102451" y="23960"/>
                  <a:pt x="837950" y="31673"/>
                  <a:pt x="563791" y="18288"/>
                </a:cubicBezTo>
                <a:cubicBezTo>
                  <a:pt x="289632" y="4903"/>
                  <a:pt x="132768" y="710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43792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FDD78A-7A12-D972-6256-F3E6A0E265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Fibonacci numbers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DD3C2BF-9336-4966-B075-ED38CBBBC224}"/>
                  </a:ext>
                </a:extLst>
              </p:cNvPr>
              <p:cNvSpPr txBox="1"/>
              <p:nvPr/>
            </p:nvSpPr>
            <p:spPr>
              <a:xfrm>
                <a:off x="838200" y="2405743"/>
                <a:ext cx="6894516" cy="7386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800" b="0" i="1" smtClean="0">
                          <a:latin typeface="Cambria Math" panose="02040503050406030204" pitchFamily="18" charset="0"/>
                        </a:rPr>
                        <m:t>1, 1, 2, 3, 5, 8, 13, 21 , 34… </m:t>
                      </m:r>
                    </m:oMath>
                  </m:oMathPara>
                </a14:m>
                <a:endParaRPr lang="en-US" sz="48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DD3C2BF-9336-4966-B075-ED38CBBBC2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405743"/>
                <a:ext cx="6894516" cy="73866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335498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C53099-4347-46EA-05CC-0B50442313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8563AF-7CBB-6FC5-C332-2CE0F9306C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Fibonacci numbers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8B1F7E4-60D1-4F07-C7EF-EC150463FDA6}"/>
                  </a:ext>
                </a:extLst>
              </p:cNvPr>
              <p:cNvSpPr txBox="1"/>
              <p:nvPr/>
            </p:nvSpPr>
            <p:spPr>
              <a:xfrm>
                <a:off x="838200" y="2405743"/>
                <a:ext cx="6894516" cy="7386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800" b="0" i="1" smtClean="0">
                          <a:latin typeface="Cambria Math" panose="02040503050406030204" pitchFamily="18" charset="0"/>
                        </a:rPr>
                        <m:t>1, 1, 2, 3, 5, 8, 13, 21 , 34… </m:t>
                      </m:r>
                    </m:oMath>
                  </m:oMathPara>
                </a14:m>
                <a:endParaRPr lang="en-US" sz="48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8B1F7E4-60D1-4F07-C7EF-EC150463FD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405743"/>
                <a:ext cx="6894516" cy="73866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26E55EF-888E-75F9-BFD2-23A91B4EAFD3}"/>
                  </a:ext>
                </a:extLst>
              </p:cNvPr>
              <p:cNvSpPr txBox="1"/>
              <p:nvPr/>
            </p:nvSpPr>
            <p:spPr>
              <a:xfrm>
                <a:off x="914400" y="3436595"/>
                <a:ext cx="2770630" cy="615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𝑓𝑖𝑏𝑜</m:t>
                      </m:r>
                      <m:d>
                        <m:d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26E55EF-888E-75F9-BFD2-23A91B4EAF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3436595"/>
                <a:ext cx="2770630" cy="61555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4E0C3D2-5DE6-00C5-6E8B-895E3F5161F2}"/>
                  </a:ext>
                </a:extLst>
              </p:cNvPr>
              <p:cNvSpPr txBox="1"/>
              <p:nvPr/>
            </p:nvSpPr>
            <p:spPr>
              <a:xfrm>
                <a:off x="914400" y="4052148"/>
                <a:ext cx="2770630" cy="615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𝑓𝑖𝑏𝑜</m:t>
                      </m:r>
                      <m:d>
                        <m:d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4E0C3D2-5DE6-00C5-6E8B-895E3F5161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4052148"/>
                <a:ext cx="2770630" cy="61555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68D4D49-675B-CBF1-D744-9A8E73D1C16A}"/>
                  </a:ext>
                </a:extLst>
              </p:cNvPr>
              <p:cNvSpPr txBox="1"/>
              <p:nvPr/>
            </p:nvSpPr>
            <p:spPr>
              <a:xfrm>
                <a:off x="838200" y="4975477"/>
                <a:ext cx="8377678" cy="615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𝑓𝑖𝑏𝑜</m:t>
                      </m:r>
                      <m:d>
                        <m:d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𝑓𝑖𝑏𝑜</m:t>
                      </m:r>
                      <m:d>
                        <m:d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𝑓𝑖𝑏𝑜</m:t>
                      </m:r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−2)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68D4D49-675B-CBF1-D744-9A8E73D1C1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975477"/>
                <a:ext cx="8377678" cy="61555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66793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5A66E35-E3C5-6FF7-6009-42DEC545BC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833095"/>
            <a:ext cx="10905066" cy="5191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27662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diagram of a diagram&#10;&#10;AI-generated content may be incorrect.">
            <a:extLst>
              <a:ext uri="{FF2B5EF4-FFF2-40B4-BE49-F238E27FC236}">
                <a16:creationId xmlns:a16="http://schemas.microsoft.com/office/drawing/2014/main" id="{3873BE4E-1022-C314-C388-21960D55E4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197" y="643466"/>
            <a:ext cx="10817605" cy="557106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6F7D89B-9779-1A9A-BFF8-0350D5536B55}"/>
              </a:ext>
            </a:extLst>
          </p:cNvPr>
          <p:cNvSpPr txBox="1"/>
          <p:nvPr/>
        </p:nvSpPr>
        <p:spPr>
          <a:xfrm>
            <a:off x="283029" y="250371"/>
            <a:ext cx="75939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3"/>
              </a:rPr>
              <a:t>https://www.artofcse.com/learning/introduction-to-dynamic-programming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23296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69B727-4787-F05F-140C-517C4406C7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diagram of a diagram&#10;&#10;AI-generated content may be incorrect.">
            <a:extLst>
              <a:ext uri="{FF2B5EF4-FFF2-40B4-BE49-F238E27FC236}">
                <a16:creationId xmlns:a16="http://schemas.microsoft.com/office/drawing/2014/main" id="{10969DDB-6075-4D8A-84B3-F5BC765152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197" y="643466"/>
            <a:ext cx="10817605" cy="5571067"/>
          </a:xfrm>
          <a:prstGeom prst="rect">
            <a:avLst/>
          </a:prstGeom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BCBF00B2-88FA-9D35-466D-B6C1103AF27D}"/>
              </a:ext>
            </a:extLst>
          </p:cNvPr>
          <p:cNvSpPr/>
          <p:nvPr/>
        </p:nvSpPr>
        <p:spPr>
          <a:xfrm>
            <a:off x="8469086" y="1458686"/>
            <a:ext cx="1554480" cy="1469572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4AEABB6F-4179-1436-2B93-C6EE50AA7079}"/>
              </a:ext>
            </a:extLst>
          </p:cNvPr>
          <p:cNvSpPr/>
          <p:nvPr/>
        </p:nvSpPr>
        <p:spPr>
          <a:xfrm>
            <a:off x="2168435" y="2852057"/>
            <a:ext cx="1554480" cy="1469572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39409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DC290BF-7D66-2FAF-EA4A-0091CAC5C0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diagram of a diagram&#10;&#10;AI-generated content may be incorrect.">
            <a:extLst>
              <a:ext uri="{FF2B5EF4-FFF2-40B4-BE49-F238E27FC236}">
                <a16:creationId xmlns:a16="http://schemas.microsoft.com/office/drawing/2014/main" id="{17685DB3-69E3-F518-A059-4BA62A35D70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197" y="643466"/>
            <a:ext cx="10817605" cy="5571067"/>
          </a:xfrm>
          <a:prstGeom prst="rect">
            <a:avLst/>
          </a:prstGeom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F44D684B-DD0F-27D5-CE2F-B5723DF2A2B8}"/>
              </a:ext>
            </a:extLst>
          </p:cNvPr>
          <p:cNvSpPr/>
          <p:nvPr/>
        </p:nvSpPr>
        <p:spPr>
          <a:xfrm>
            <a:off x="8469086" y="1458686"/>
            <a:ext cx="1554480" cy="1469572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F4233901-8804-0AD9-01E2-815EE11A9DC9}"/>
              </a:ext>
            </a:extLst>
          </p:cNvPr>
          <p:cNvSpPr/>
          <p:nvPr/>
        </p:nvSpPr>
        <p:spPr>
          <a:xfrm>
            <a:off x="2168435" y="2852057"/>
            <a:ext cx="1554480" cy="1469572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F472F7E-0171-0863-56D5-BD26A64060D9}"/>
              </a:ext>
            </a:extLst>
          </p:cNvPr>
          <p:cNvSpPr/>
          <p:nvPr/>
        </p:nvSpPr>
        <p:spPr>
          <a:xfrm>
            <a:off x="1477152" y="4158344"/>
            <a:ext cx="1209793" cy="1230086"/>
          </a:xfrm>
          <a:prstGeom prst="ellipse">
            <a:avLst/>
          </a:prstGeom>
          <a:noFill/>
          <a:ln w="571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2ED50B6-34FD-14E9-510B-9C7D1177BA86}"/>
              </a:ext>
            </a:extLst>
          </p:cNvPr>
          <p:cNvSpPr/>
          <p:nvPr/>
        </p:nvSpPr>
        <p:spPr>
          <a:xfrm>
            <a:off x="4839400" y="2950028"/>
            <a:ext cx="1209793" cy="1230086"/>
          </a:xfrm>
          <a:prstGeom prst="ellipse">
            <a:avLst/>
          </a:prstGeom>
          <a:noFill/>
          <a:ln w="571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9DF6328-380B-9217-4E5B-DAF732543036}"/>
              </a:ext>
            </a:extLst>
          </p:cNvPr>
          <p:cNvSpPr/>
          <p:nvPr/>
        </p:nvSpPr>
        <p:spPr>
          <a:xfrm>
            <a:off x="7409866" y="2928258"/>
            <a:ext cx="1209793" cy="1230086"/>
          </a:xfrm>
          <a:prstGeom prst="ellipse">
            <a:avLst/>
          </a:prstGeom>
          <a:noFill/>
          <a:ln w="571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68781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FFD48BC7-DC40-47DE-87EE-9F4B6ECB9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9" name="Freeform: Shape 8">
            <a:extLst>
              <a:ext uri="{FF2B5EF4-FFF2-40B4-BE49-F238E27FC236}">
                <a16:creationId xmlns:a16="http://schemas.microsoft.com/office/drawing/2014/main" id="{E502BBC7-2C76-46F3-BC24-5985BC13D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4425" y="0"/>
            <a:ext cx="9963150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139700" sx="102000" sy="102000" algn="ctr" rotWithShape="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7F28D52-2A5F-4D23-81AE-7CB8B591C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1664" y="0"/>
            <a:ext cx="9948672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4E5E66-1128-95F4-5192-AB0B749E71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3" y="1999615"/>
            <a:ext cx="9144000" cy="276402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7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D.R.Y. – Don’t Repeat Yourself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629484E-3792-4B3D-89AD-7C8A1ED0E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0" y="5524786"/>
            <a:ext cx="4754880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674491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ACA2EA0-FFD3-42EC-9406-B595015ED9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5288BCE-665C-472A-8C43-664BCFA31E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8762" y="1247775"/>
            <a:ext cx="9144000" cy="3007447"/>
          </a:xfrm>
          <a:prstGeom prst="rect">
            <a:avLst/>
          </a:prstGeom>
          <a:solidFill>
            <a:schemeClr val="bg1"/>
          </a:solidFill>
          <a:ln w="12700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4F62C5-AFFD-546E-F4F4-57C97F167E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4988" y="1442172"/>
            <a:ext cx="8582025" cy="217732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Memoization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6C57131-53A7-4C1A-BEA8-25F06A06AD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87872" y="3912322"/>
            <a:ext cx="7225780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FAA9F6-19E9-2217-6FA1-AEF4CEC1D4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66988" y="3962400"/>
            <a:ext cx="7058025" cy="5810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algn="ctr">
              <a:buNone/>
            </a:pPr>
            <a:r>
              <a:rPr lang="en-US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The solution we need!</a:t>
            </a:r>
          </a:p>
        </p:txBody>
      </p:sp>
    </p:spTree>
    <p:extLst>
      <p:ext uri="{BB962C8B-B14F-4D97-AF65-F5344CB8AC3E}">
        <p14:creationId xmlns:p14="http://schemas.microsoft.com/office/powerpoint/2010/main" val="24014768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58CBE20-3F21-E68B-BFA3-7DECBE0FB3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75848" y="616038"/>
            <a:ext cx="8840303" cy="5625923"/>
          </a:xfr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41BBCA49-B929-0326-E8B8-B3D12CB882AA}"/>
              </a:ext>
            </a:extLst>
          </p:cNvPr>
          <p:cNvSpPr/>
          <p:nvPr/>
        </p:nvSpPr>
        <p:spPr>
          <a:xfrm>
            <a:off x="1284514" y="1034143"/>
            <a:ext cx="9840686" cy="53666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16763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056D6D-5FBB-8D96-A574-FC67F7E239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1AB0FA8-6776-E577-C118-0430D91FA70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75848" y="616038"/>
            <a:ext cx="8840303" cy="5625923"/>
          </a:xfr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2F74F9F-B7CF-C3D9-4434-D69922A41FCB}"/>
              </a:ext>
            </a:extLst>
          </p:cNvPr>
          <p:cNvSpPr/>
          <p:nvPr/>
        </p:nvSpPr>
        <p:spPr>
          <a:xfrm>
            <a:off x="1317171" y="2427514"/>
            <a:ext cx="9840686" cy="39732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99711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CCE8B5-4FEC-65EF-9A37-6D06F759AA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81A05F3-B85C-9C3B-F4B7-3FC86786F52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75848" y="616038"/>
            <a:ext cx="8840303" cy="5625923"/>
          </a:xfr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3419F776-D2E5-FCD9-BC15-0BB0E4F6A0B0}"/>
              </a:ext>
            </a:extLst>
          </p:cNvPr>
          <p:cNvSpPr/>
          <p:nvPr/>
        </p:nvSpPr>
        <p:spPr>
          <a:xfrm>
            <a:off x="1317171" y="4180114"/>
            <a:ext cx="9840686" cy="22206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0832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243B88-0D9A-A62C-D31B-59791276F6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3D78DD6-9899-9A13-A291-004915FF0DD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75848" y="616038"/>
            <a:ext cx="8840303" cy="5625923"/>
          </a:xfr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34A7D16E-C7F0-A00A-69C0-A57C4A5C5ED5}"/>
              </a:ext>
            </a:extLst>
          </p:cNvPr>
          <p:cNvSpPr/>
          <p:nvPr/>
        </p:nvSpPr>
        <p:spPr>
          <a:xfrm>
            <a:off x="1317171" y="5018314"/>
            <a:ext cx="9840686" cy="13824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5978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BB52E3-A138-3B31-782D-5631F9FB14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E761A93-A63F-7840-44BC-C446184D30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75848" y="616038"/>
            <a:ext cx="8840303" cy="5625923"/>
          </a:xfrm>
        </p:spPr>
      </p:pic>
    </p:spTree>
    <p:extLst>
      <p:ext uri="{BB962C8B-B14F-4D97-AF65-F5344CB8AC3E}">
        <p14:creationId xmlns:p14="http://schemas.microsoft.com/office/powerpoint/2010/main" val="35371758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66B332A4-D438-4773-A77F-5ED49A448D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53768" y="0"/>
            <a:ext cx="8284464" cy="6858000"/>
          </a:xfrm>
          <a:custGeom>
            <a:avLst/>
            <a:gdLst>
              <a:gd name="connsiteX0" fmla="*/ 1818109 w 8284464"/>
              <a:gd name="connsiteY0" fmla="*/ 0 h 6858000"/>
              <a:gd name="connsiteX1" fmla="*/ 6466355 w 8284464"/>
              <a:gd name="connsiteY1" fmla="*/ 0 h 6858000"/>
              <a:gd name="connsiteX2" fmla="*/ 6620596 w 8284464"/>
              <a:gd name="connsiteY2" fmla="*/ 109683 h 6858000"/>
              <a:gd name="connsiteX3" fmla="*/ 8284464 w 8284464"/>
              <a:gd name="connsiteY3" fmla="*/ 3429000 h 6858000"/>
              <a:gd name="connsiteX4" fmla="*/ 6620596 w 8284464"/>
              <a:gd name="connsiteY4" fmla="*/ 6748318 h 6858000"/>
              <a:gd name="connsiteX5" fmla="*/ 6466355 w 8284464"/>
              <a:gd name="connsiteY5" fmla="*/ 6858000 h 6858000"/>
              <a:gd name="connsiteX6" fmla="*/ 1818109 w 8284464"/>
              <a:gd name="connsiteY6" fmla="*/ 6858000 h 6858000"/>
              <a:gd name="connsiteX7" fmla="*/ 1663869 w 8284464"/>
              <a:gd name="connsiteY7" fmla="*/ 6748318 h 6858000"/>
              <a:gd name="connsiteX8" fmla="*/ 0 w 8284464"/>
              <a:gd name="connsiteY8" fmla="*/ 3429000 h 6858000"/>
              <a:gd name="connsiteX9" fmla="*/ 1663869 w 8284464"/>
              <a:gd name="connsiteY9" fmla="*/ 10968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284464" h="6858000">
                <a:moveTo>
                  <a:pt x="1818109" y="0"/>
                </a:moveTo>
                <a:lnTo>
                  <a:pt x="6466355" y="0"/>
                </a:lnTo>
                <a:lnTo>
                  <a:pt x="6620596" y="109683"/>
                </a:lnTo>
                <a:cubicBezTo>
                  <a:pt x="7630666" y="865069"/>
                  <a:pt x="8284464" y="2070683"/>
                  <a:pt x="8284464" y="3429000"/>
                </a:cubicBezTo>
                <a:cubicBezTo>
                  <a:pt x="8284464" y="4787317"/>
                  <a:pt x="7630666" y="5992931"/>
                  <a:pt x="6620596" y="6748318"/>
                </a:cubicBezTo>
                <a:lnTo>
                  <a:pt x="6466355" y="6858000"/>
                </a:lnTo>
                <a:lnTo>
                  <a:pt x="1818109" y="6858000"/>
                </a:lnTo>
                <a:lnTo>
                  <a:pt x="1663869" y="6748318"/>
                </a:lnTo>
                <a:cubicBezTo>
                  <a:pt x="653798" y="5992931"/>
                  <a:pt x="0" y="4787317"/>
                  <a:pt x="0" y="3429000"/>
                </a:cubicBezTo>
                <a:cubicBezTo>
                  <a:pt x="0" y="2070683"/>
                  <a:pt x="653798" y="865069"/>
                  <a:pt x="1663869" y="109683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DF9AD32D-FF05-44F4-BD4D-9CEE89B71E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18360" y="0"/>
            <a:ext cx="7955280" cy="6858000"/>
          </a:xfrm>
          <a:custGeom>
            <a:avLst/>
            <a:gdLst>
              <a:gd name="connsiteX0" fmla="*/ 1962423 w 7955280"/>
              <a:gd name="connsiteY0" fmla="*/ 0 h 6858000"/>
              <a:gd name="connsiteX1" fmla="*/ 5992858 w 7955280"/>
              <a:gd name="connsiteY1" fmla="*/ 0 h 6858000"/>
              <a:gd name="connsiteX2" fmla="*/ 6040191 w 7955280"/>
              <a:gd name="connsiteY2" fmla="*/ 27216 h 6858000"/>
              <a:gd name="connsiteX3" fmla="*/ 7955280 w 7955280"/>
              <a:gd name="connsiteY3" fmla="*/ 3429000 h 6858000"/>
              <a:gd name="connsiteX4" fmla="*/ 6040191 w 7955280"/>
              <a:gd name="connsiteY4" fmla="*/ 6830784 h 6858000"/>
              <a:gd name="connsiteX5" fmla="*/ 5992858 w 7955280"/>
              <a:gd name="connsiteY5" fmla="*/ 6858000 h 6858000"/>
              <a:gd name="connsiteX6" fmla="*/ 1962423 w 7955280"/>
              <a:gd name="connsiteY6" fmla="*/ 6858000 h 6858000"/>
              <a:gd name="connsiteX7" fmla="*/ 1915089 w 7955280"/>
              <a:gd name="connsiteY7" fmla="*/ 6830784 h 6858000"/>
              <a:gd name="connsiteX8" fmla="*/ 0 w 7955280"/>
              <a:gd name="connsiteY8" fmla="*/ 3429000 h 6858000"/>
              <a:gd name="connsiteX9" fmla="*/ 1915089 w 7955280"/>
              <a:gd name="connsiteY9" fmla="*/ 2721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955280" h="6858000">
                <a:moveTo>
                  <a:pt x="1962423" y="0"/>
                </a:moveTo>
                <a:lnTo>
                  <a:pt x="5992858" y="0"/>
                </a:lnTo>
                <a:lnTo>
                  <a:pt x="6040191" y="27216"/>
                </a:lnTo>
                <a:cubicBezTo>
                  <a:pt x="7188332" y="724844"/>
                  <a:pt x="7955280" y="1987357"/>
                  <a:pt x="7955280" y="3429000"/>
                </a:cubicBezTo>
                <a:cubicBezTo>
                  <a:pt x="7955280" y="4870644"/>
                  <a:pt x="7188332" y="6133157"/>
                  <a:pt x="6040191" y="6830784"/>
                </a:cubicBezTo>
                <a:lnTo>
                  <a:pt x="5992858" y="6858000"/>
                </a:lnTo>
                <a:lnTo>
                  <a:pt x="1962423" y="6858000"/>
                </a:lnTo>
                <a:lnTo>
                  <a:pt x="1915089" y="6830784"/>
                </a:lnTo>
                <a:cubicBezTo>
                  <a:pt x="766948" y="6133157"/>
                  <a:pt x="0" y="4870644"/>
                  <a:pt x="0" y="3429000"/>
                </a:cubicBezTo>
                <a:cubicBezTo>
                  <a:pt x="0" y="1987357"/>
                  <a:pt x="766948" y="724844"/>
                  <a:pt x="1915089" y="27216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8FBA8D-BB9F-0747-9EF9-6BD14AB8E0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5631" y="1441938"/>
            <a:ext cx="7080738" cy="397412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54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Optimization problems</a:t>
            </a:r>
          </a:p>
        </p:txBody>
      </p:sp>
    </p:spTree>
    <p:extLst>
      <p:ext uri="{BB962C8B-B14F-4D97-AF65-F5344CB8AC3E}">
        <p14:creationId xmlns:p14="http://schemas.microsoft.com/office/powerpoint/2010/main" val="254459318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74751229-0244-4FBB-BED1-407467F4C9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2948E4-0A60-25C9-2AA2-9A94B98A26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97101" y="735283"/>
            <a:ext cx="4978399" cy="316504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Coin Change problem</a:t>
            </a:r>
          </a:p>
        </p:txBody>
      </p:sp>
      <p:pic>
        <p:nvPicPr>
          <p:cNvPr id="6" name="Graphic 5" descr="Coins">
            <a:extLst>
              <a:ext uri="{FF2B5EF4-FFF2-40B4-BE49-F238E27FC236}">
                <a16:creationId xmlns:a16="http://schemas.microsoft.com/office/drawing/2014/main" id="{6BD86AEA-26B5-158B-E966-6CEE135DD2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7549" y="2776619"/>
            <a:ext cx="1289051" cy="1289051"/>
          </a:xfrm>
          <a:prstGeom prst="rect">
            <a:avLst/>
          </a:prstGeom>
        </p:spPr>
      </p:pic>
      <p:pic>
        <p:nvPicPr>
          <p:cNvPr id="8" name="Graphic 7" descr="Coins">
            <a:extLst>
              <a:ext uri="{FF2B5EF4-FFF2-40B4-BE49-F238E27FC236}">
                <a16:creationId xmlns:a16="http://schemas.microsoft.com/office/drawing/2014/main" id="{51C782E5-D17B-4840-869B-5AB1A54E40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07815" y="716407"/>
            <a:ext cx="5411343" cy="5411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24862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66B332A4-D438-4773-A77F-5ED49A448D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53768" y="0"/>
            <a:ext cx="8284464" cy="6858000"/>
          </a:xfrm>
          <a:custGeom>
            <a:avLst/>
            <a:gdLst>
              <a:gd name="connsiteX0" fmla="*/ 1818109 w 8284464"/>
              <a:gd name="connsiteY0" fmla="*/ 0 h 6858000"/>
              <a:gd name="connsiteX1" fmla="*/ 6466355 w 8284464"/>
              <a:gd name="connsiteY1" fmla="*/ 0 h 6858000"/>
              <a:gd name="connsiteX2" fmla="*/ 6620596 w 8284464"/>
              <a:gd name="connsiteY2" fmla="*/ 109683 h 6858000"/>
              <a:gd name="connsiteX3" fmla="*/ 8284464 w 8284464"/>
              <a:gd name="connsiteY3" fmla="*/ 3429000 h 6858000"/>
              <a:gd name="connsiteX4" fmla="*/ 6620596 w 8284464"/>
              <a:gd name="connsiteY4" fmla="*/ 6748318 h 6858000"/>
              <a:gd name="connsiteX5" fmla="*/ 6466355 w 8284464"/>
              <a:gd name="connsiteY5" fmla="*/ 6858000 h 6858000"/>
              <a:gd name="connsiteX6" fmla="*/ 1818109 w 8284464"/>
              <a:gd name="connsiteY6" fmla="*/ 6858000 h 6858000"/>
              <a:gd name="connsiteX7" fmla="*/ 1663869 w 8284464"/>
              <a:gd name="connsiteY7" fmla="*/ 6748318 h 6858000"/>
              <a:gd name="connsiteX8" fmla="*/ 0 w 8284464"/>
              <a:gd name="connsiteY8" fmla="*/ 3429000 h 6858000"/>
              <a:gd name="connsiteX9" fmla="*/ 1663869 w 8284464"/>
              <a:gd name="connsiteY9" fmla="*/ 10968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284464" h="6858000">
                <a:moveTo>
                  <a:pt x="1818109" y="0"/>
                </a:moveTo>
                <a:lnTo>
                  <a:pt x="6466355" y="0"/>
                </a:lnTo>
                <a:lnTo>
                  <a:pt x="6620596" y="109683"/>
                </a:lnTo>
                <a:cubicBezTo>
                  <a:pt x="7630666" y="865069"/>
                  <a:pt x="8284464" y="2070683"/>
                  <a:pt x="8284464" y="3429000"/>
                </a:cubicBezTo>
                <a:cubicBezTo>
                  <a:pt x="8284464" y="4787317"/>
                  <a:pt x="7630666" y="5992931"/>
                  <a:pt x="6620596" y="6748318"/>
                </a:cubicBezTo>
                <a:lnTo>
                  <a:pt x="6466355" y="6858000"/>
                </a:lnTo>
                <a:lnTo>
                  <a:pt x="1818109" y="6858000"/>
                </a:lnTo>
                <a:lnTo>
                  <a:pt x="1663869" y="6748318"/>
                </a:lnTo>
                <a:cubicBezTo>
                  <a:pt x="653798" y="5992931"/>
                  <a:pt x="0" y="4787317"/>
                  <a:pt x="0" y="3429000"/>
                </a:cubicBezTo>
                <a:cubicBezTo>
                  <a:pt x="0" y="2070683"/>
                  <a:pt x="653798" y="865069"/>
                  <a:pt x="1663869" y="109683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DF9AD32D-FF05-44F4-BD4D-9CEE89B71E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18360" y="0"/>
            <a:ext cx="7955280" cy="6858000"/>
          </a:xfrm>
          <a:custGeom>
            <a:avLst/>
            <a:gdLst>
              <a:gd name="connsiteX0" fmla="*/ 1962423 w 7955280"/>
              <a:gd name="connsiteY0" fmla="*/ 0 h 6858000"/>
              <a:gd name="connsiteX1" fmla="*/ 5992858 w 7955280"/>
              <a:gd name="connsiteY1" fmla="*/ 0 h 6858000"/>
              <a:gd name="connsiteX2" fmla="*/ 6040191 w 7955280"/>
              <a:gd name="connsiteY2" fmla="*/ 27216 h 6858000"/>
              <a:gd name="connsiteX3" fmla="*/ 7955280 w 7955280"/>
              <a:gd name="connsiteY3" fmla="*/ 3429000 h 6858000"/>
              <a:gd name="connsiteX4" fmla="*/ 6040191 w 7955280"/>
              <a:gd name="connsiteY4" fmla="*/ 6830784 h 6858000"/>
              <a:gd name="connsiteX5" fmla="*/ 5992858 w 7955280"/>
              <a:gd name="connsiteY5" fmla="*/ 6858000 h 6858000"/>
              <a:gd name="connsiteX6" fmla="*/ 1962423 w 7955280"/>
              <a:gd name="connsiteY6" fmla="*/ 6858000 h 6858000"/>
              <a:gd name="connsiteX7" fmla="*/ 1915089 w 7955280"/>
              <a:gd name="connsiteY7" fmla="*/ 6830784 h 6858000"/>
              <a:gd name="connsiteX8" fmla="*/ 0 w 7955280"/>
              <a:gd name="connsiteY8" fmla="*/ 3429000 h 6858000"/>
              <a:gd name="connsiteX9" fmla="*/ 1915089 w 7955280"/>
              <a:gd name="connsiteY9" fmla="*/ 2721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955280" h="6858000">
                <a:moveTo>
                  <a:pt x="1962423" y="0"/>
                </a:moveTo>
                <a:lnTo>
                  <a:pt x="5992858" y="0"/>
                </a:lnTo>
                <a:lnTo>
                  <a:pt x="6040191" y="27216"/>
                </a:lnTo>
                <a:cubicBezTo>
                  <a:pt x="7188332" y="724844"/>
                  <a:pt x="7955280" y="1987357"/>
                  <a:pt x="7955280" y="3429000"/>
                </a:cubicBezTo>
                <a:cubicBezTo>
                  <a:pt x="7955280" y="4870644"/>
                  <a:pt x="7188332" y="6133157"/>
                  <a:pt x="6040191" y="6830784"/>
                </a:cubicBezTo>
                <a:lnTo>
                  <a:pt x="5992858" y="6858000"/>
                </a:lnTo>
                <a:lnTo>
                  <a:pt x="1962423" y="6858000"/>
                </a:lnTo>
                <a:lnTo>
                  <a:pt x="1915089" y="6830784"/>
                </a:lnTo>
                <a:cubicBezTo>
                  <a:pt x="766948" y="6133157"/>
                  <a:pt x="0" y="4870644"/>
                  <a:pt x="0" y="3429000"/>
                </a:cubicBezTo>
                <a:cubicBezTo>
                  <a:pt x="0" y="1987357"/>
                  <a:pt x="766948" y="724844"/>
                  <a:pt x="1915089" y="27216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C67786-17B7-8D27-C5CE-3B25EA555B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5631" y="1441938"/>
            <a:ext cx="7080738" cy="397412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5400">
                <a:solidFill>
                  <a:schemeClr val="bg1">
                    <a:lumMod val="95000"/>
                    <a:lumOff val="5000"/>
                  </a:schemeClr>
                </a:solidFill>
              </a:rPr>
              <a:t>Example</a:t>
            </a:r>
          </a:p>
        </p:txBody>
      </p:sp>
    </p:spTree>
    <p:extLst>
      <p:ext uri="{BB962C8B-B14F-4D97-AF65-F5344CB8AC3E}">
        <p14:creationId xmlns:p14="http://schemas.microsoft.com/office/powerpoint/2010/main" val="20820210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E3CB8B0-DFC3-4B9B-1476-5C7608FB93A4}"/>
                  </a:ext>
                </a:extLst>
              </p:cNvPr>
              <p:cNvSpPr txBox="1"/>
              <p:nvPr/>
            </p:nvSpPr>
            <p:spPr>
              <a:xfrm>
                <a:off x="816428" y="838200"/>
                <a:ext cx="3217099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𝑐𝑜𝑖𝑛𝑠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=[1, 2, 5]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E3CB8B0-DFC3-4B9B-1476-5C7608FB93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6428" y="838200"/>
                <a:ext cx="3217099" cy="55399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DCF3032-4081-4A11-B275-840314803904}"/>
                  </a:ext>
                </a:extLst>
              </p:cNvPr>
              <p:cNvSpPr txBox="1"/>
              <p:nvPr/>
            </p:nvSpPr>
            <p:spPr>
              <a:xfrm>
                <a:off x="816427" y="1567543"/>
                <a:ext cx="4281750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𝑡𝑎𝑟𝑔𝑒𝑡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𝑎𝑚𝑜𝑢𝑛𝑡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=11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DCF3032-4081-4A11-B275-8403148039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6427" y="1567543"/>
                <a:ext cx="4281750" cy="55399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B7245000-63F0-B8CF-CDE5-B708A2D1855B}"/>
              </a:ext>
            </a:extLst>
          </p:cNvPr>
          <p:cNvSpPr txBox="1"/>
          <p:nvPr/>
        </p:nvSpPr>
        <p:spPr>
          <a:xfrm>
            <a:off x="685800" y="191869"/>
            <a:ext cx="507998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4"/>
              </a:rPr>
              <a:t>https://www.youtube.com/watch?v=jgiZlGzXMBw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32911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7790509-47C2-9F6D-3D3B-63DB66B2EA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Two approaches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672A1B6-479F-05C0-2F1B-6F0B78586A7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5015198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928990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1DD1A8A-57D5-4A81-AD04-532B043C5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group of children coloring on a large white paper&#10;&#10;AI-generated content may be incorrect.">
            <a:extLst>
              <a:ext uri="{FF2B5EF4-FFF2-40B4-BE49-F238E27FC236}">
                <a16:creationId xmlns:a16="http://schemas.microsoft.com/office/drawing/2014/main" id="{17C36405-07CD-B97B-C878-E91F0ED8E13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-3047" y="10"/>
            <a:ext cx="12191999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07891EC-4501-44ED-A8C8-B11B6DB76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12191999" cy="3162146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879FBD9-ADD4-F0D7-F7C3-0D5CDF6274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325550"/>
            <a:ext cx="10058400" cy="357477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200">
                <a:solidFill>
                  <a:srgbClr val="FFFFFF"/>
                </a:solidFill>
              </a:rPr>
              <a:t>It’s drawing time!</a:t>
            </a:r>
          </a:p>
        </p:txBody>
      </p:sp>
    </p:spTree>
    <p:extLst>
      <p:ext uri="{BB962C8B-B14F-4D97-AF65-F5344CB8AC3E}">
        <p14:creationId xmlns:p14="http://schemas.microsoft.com/office/powerpoint/2010/main" val="21548851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9A826B7-5B7F-F2C1-16F7-53B040506C50}"/>
              </a:ext>
            </a:extLst>
          </p:cNvPr>
          <p:cNvSpPr txBox="1"/>
          <p:nvPr/>
        </p:nvSpPr>
        <p:spPr>
          <a:xfrm>
            <a:off x="1175657" y="435429"/>
            <a:ext cx="52332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2"/>
              </a:rPr>
              <a:t>https://www.youtube.com/watch?v=KnWorqyDSLA</a:t>
            </a:r>
            <a:endParaRPr lang="en-US" dirty="0"/>
          </a:p>
          <a:p>
            <a:endParaRPr lang="en-US" dirty="0"/>
          </a:p>
        </p:txBody>
      </p:sp>
      <p:pic>
        <p:nvPicPr>
          <p:cNvPr id="6" name="Picture 5" descr="A number and equation on a dark background&#10;&#10;AI-generated content may be incorrect.">
            <a:extLst>
              <a:ext uri="{FF2B5EF4-FFF2-40B4-BE49-F238E27FC236}">
                <a16:creationId xmlns:a16="http://schemas.microsoft.com/office/drawing/2014/main" id="{9480E256-7359-151E-C9CD-7711F17BDB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887" y="1381620"/>
            <a:ext cx="10936226" cy="2657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589342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83F31B-DF53-1341-975D-11A7B1DF33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2443E65-D43F-FF8F-8A3A-22C2064A3B09}"/>
              </a:ext>
            </a:extLst>
          </p:cNvPr>
          <p:cNvSpPr txBox="1"/>
          <p:nvPr/>
        </p:nvSpPr>
        <p:spPr>
          <a:xfrm>
            <a:off x="1175657" y="435429"/>
            <a:ext cx="52332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hlinkClick r:id="rId2"/>
              </a:rPr>
              <a:t>https://www.youtube.com/watch?v=KnWorqyDSLA</a:t>
            </a:r>
            <a:endParaRPr lang="en-US"/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2B90388-2EAA-72E6-F464-E2DC37474E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47057" y="983789"/>
            <a:ext cx="10297885" cy="5525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51328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CD5DB9-346F-CB80-AA93-4CB59321BD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C077FBD-D741-EEFF-8609-F3B9D6B001C7}"/>
              </a:ext>
            </a:extLst>
          </p:cNvPr>
          <p:cNvSpPr txBox="1"/>
          <p:nvPr/>
        </p:nvSpPr>
        <p:spPr>
          <a:xfrm>
            <a:off x="1175657" y="435429"/>
            <a:ext cx="52332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hlinkClick r:id="rId2"/>
              </a:rPr>
              <a:t>https://www.youtube.com/watch?v=KnWorqyDSLA</a:t>
            </a:r>
            <a:endParaRPr lang="en-US"/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DAA3EF5-F429-C628-6C89-A06C2F1E1D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47057" y="1088693"/>
            <a:ext cx="10297885" cy="5315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228423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C00CDF-0A45-C537-5BE6-DAE638D6FE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7BA59CB-A3B4-B407-9B24-D0CA1B102623}"/>
              </a:ext>
            </a:extLst>
          </p:cNvPr>
          <p:cNvSpPr txBox="1"/>
          <p:nvPr/>
        </p:nvSpPr>
        <p:spPr>
          <a:xfrm>
            <a:off x="1175657" y="435429"/>
            <a:ext cx="52332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hlinkClick r:id="rId2"/>
              </a:rPr>
              <a:t>https://www.youtube.com/watch?v=KnWorqyDSLA</a:t>
            </a:r>
            <a:endParaRPr lang="en-US"/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223C952-804A-525D-64CE-90109F0A0A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92629" y="1088693"/>
            <a:ext cx="10225370" cy="5411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06748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D7DDAA-00BE-00B4-226D-8202D2CB12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A5E31D1-788F-9665-25B9-3F12E2FB8502}"/>
              </a:ext>
            </a:extLst>
          </p:cNvPr>
          <p:cNvSpPr txBox="1"/>
          <p:nvPr/>
        </p:nvSpPr>
        <p:spPr>
          <a:xfrm>
            <a:off x="1175657" y="435429"/>
            <a:ext cx="52332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hlinkClick r:id="rId2"/>
              </a:rPr>
              <a:t>https://www.youtube.com/watch?v=KnWorqyDSLA</a:t>
            </a:r>
            <a:endParaRPr lang="en-US"/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AEB6418-5F70-D190-D3C1-8B5628E3C1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36692" y="1088693"/>
            <a:ext cx="10137243" cy="5411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579949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3EE4D9-59A0-CD3B-165E-B2FEE3C830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EED23E1-3514-8744-6C0B-C97619C3C68E}"/>
              </a:ext>
            </a:extLst>
          </p:cNvPr>
          <p:cNvSpPr txBox="1"/>
          <p:nvPr/>
        </p:nvSpPr>
        <p:spPr>
          <a:xfrm>
            <a:off x="1175657" y="435429"/>
            <a:ext cx="52332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hlinkClick r:id="rId2"/>
              </a:rPr>
              <a:t>https://www.youtube.com/watch?v=KnWorqyDSLA</a:t>
            </a:r>
            <a:endParaRPr lang="en-US"/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6229A06-F49C-4184-CD0F-F21629E627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7548" y="1382486"/>
            <a:ext cx="11816904" cy="4586083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0345B35-DC6E-6493-7FBA-0125058832DD}"/>
              </a:ext>
            </a:extLst>
          </p:cNvPr>
          <p:cNvSpPr/>
          <p:nvPr/>
        </p:nvSpPr>
        <p:spPr>
          <a:xfrm>
            <a:off x="187548" y="3193324"/>
            <a:ext cx="12275820" cy="39732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53256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D915F8-1205-A6E0-8749-EF2D511D1D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15C320E-A27C-3A2B-D4D2-3BFD5CFD8F32}"/>
              </a:ext>
            </a:extLst>
          </p:cNvPr>
          <p:cNvSpPr txBox="1"/>
          <p:nvPr/>
        </p:nvSpPr>
        <p:spPr>
          <a:xfrm>
            <a:off x="1175657" y="435429"/>
            <a:ext cx="52332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hlinkClick r:id="rId2"/>
              </a:rPr>
              <a:t>https://www.youtube.com/watch?v=KnWorqyDSLA</a:t>
            </a:r>
            <a:endParaRPr lang="en-US"/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F2581E1-4ED5-1465-7771-A161FB3F46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7548" y="1382486"/>
            <a:ext cx="11816904" cy="4586083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D5EB0E8A-9D31-1518-DB88-473CD5523027}"/>
              </a:ext>
            </a:extLst>
          </p:cNvPr>
          <p:cNvSpPr/>
          <p:nvPr/>
        </p:nvSpPr>
        <p:spPr>
          <a:xfrm>
            <a:off x="187548" y="4297680"/>
            <a:ext cx="12275820" cy="28460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611126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EACBFC-434C-1308-060F-F516150836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1E14D45-F78A-425C-E4A7-E64D0ADBFFF4}"/>
              </a:ext>
            </a:extLst>
          </p:cNvPr>
          <p:cNvSpPr txBox="1"/>
          <p:nvPr/>
        </p:nvSpPr>
        <p:spPr>
          <a:xfrm>
            <a:off x="1175657" y="435429"/>
            <a:ext cx="52332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hlinkClick r:id="rId2"/>
              </a:rPr>
              <a:t>https://www.youtube.com/watch?v=KnWorqyDSLA</a:t>
            </a:r>
            <a:endParaRPr lang="en-US"/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F993087-BDFA-BF04-C70E-3EF1400CAB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7548" y="1382486"/>
            <a:ext cx="11816904" cy="4586083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C82A9D52-CFFA-EEEC-3676-8AAD6ECC5013}"/>
              </a:ext>
            </a:extLst>
          </p:cNvPr>
          <p:cNvSpPr/>
          <p:nvPr/>
        </p:nvSpPr>
        <p:spPr>
          <a:xfrm>
            <a:off x="187548" y="5223510"/>
            <a:ext cx="12275820" cy="19202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778525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A50F9E-EC33-160B-74B0-7DFFDE9BD9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13C72E8-72DB-CF67-AFEB-7F021081EF53}"/>
              </a:ext>
            </a:extLst>
          </p:cNvPr>
          <p:cNvSpPr txBox="1"/>
          <p:nvPr/>
        </p:nvSpPr>
        <p:spPr>
          <a:xfrm>
            <a:off x="1175657" y="435429"/>
            <a:ext cx="52332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hlinkClick r:id="rId2"/>
              </a:rPr>
              <a:t>https://www.youtube.com/watch?v=KnWorqyDSLA</a:t>
            </a:r>
            <a:endParaRPr lang="en-US"/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13CE42E-5933-921A-5BC4-609038F5A4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7548" y="1382486"/>
            <a:ext cx="11816904" cy="4586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018566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FFD48BC7-DC40-47DE-87EE-9F4B6ECB9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5" name="Freeform: Shape 14">
            <a:extLst>
              <a:ext uri="{FF2B5EF4-FFF2-40B4-BE49-F238E27FC236}">
                <a16:creationId xmlns:a16="http://schemas.microsoft.com/office/drawing/2014/main" id="{E502BBC7-2C76-46F3-BC24-5985BC13D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4425" y="0"/>
            <a:ext cx="9963150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139700" sx="102000" sy="102000" algn="ctr" rotWithShape="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6" name="Freeform: Shape 15">
            <a:extLst>
              <a:ext uri="{FF2B5EF4-FFF2-40B4-BE49-F238E27FC236}">
                <a16:creationId xmlns:a16="http://schemas.microsoft.com/office/drawing/2014/main" id="{C7F28D52-2A5F-4D23-81AE-7CB8B591C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1664" y="0"/>
            <a:ext cx="9948672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D434164-6788-69C3-8751-5922213746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3" y="1999615"/>
            <a:ext cx="9144000" cy="276402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7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Knapsack problem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629484E-3792-4B3D-89AD-7C8A1ED0E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0" y="5524786"/>
            <a:ext cx="4754880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2890386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E8EC132-1155-413C-1A64-B84CFC8B7144}"/>
              </a:ext>
            </a:extLst>
          </p:cNvPr>
          <p:cNvSpPr txBox="1"/>
          <p:nvPr/>
        </p:nvSpPr>
        <p:spPr>
          <a:xfrm>
            <a:off x="891540" y="491490"/>
            <a:ext cx="52043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2"/>
              </a:rPr>
              <a:t>https://www.youtube.com/watch?v=qxWu-SeAqe4</a:t>
            </a:r>
            <a:endParaRPr lang="en-US" dirty="0"/>
          </a:p>
          <a:p>
            <a:endParaRPr lang="en-US" dirty="0"/>
          </a:p>
        </p:txBody>
      </p:sp>
      <p:pic>
        <p:nvPicPr>
          <p:cNvPr id="6" name="Picture 5" descr="A group of bags with numbers&#10;&#10;AI-generated content may be incorrect.">
            <a:extLst>
              <a:ext uri="{FF2B5EF4-FFF2-40B4-BE49-F238E27FC236}">
                <a16:creationId xmlns:a16="http://schemas.microsoft.com/office/drawing/2014/main" id="{21D83250-847B-B205-1972-97508B4C39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2979" y="911356"/>
            <a:ext cx="10530611" cy="5615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216607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A8F963-BD32-C95E-FD5E-95A5BB0470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6078F0C-178F-D16F-DFEC-3BFB7EF63E63}"/>
              </a:ext>
            </a:extLst>
          </p:cNvPr>
          <p:cNvSpPr txBox="1"/>
          <p:nvPr/>
        </p:nvSpPr>
        <p:spPr>
          <a:xfrm>
            <a:off x="891540" y="491490"/>
            <a:ext cx="52043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2"/>
              </a:rPr>
              <a:t>https://www.youtube.com/watch?v=qxWu-SeAqe4</a:t>
            </a:r>
            <a:endParaRPr lang="en-US" dirty="0"/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D9D2D7E-47D8-F881-BAF3-FD5C7B176C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2979" y="1096813"/>
            <a:ext cx="10530611" cy="5244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938048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44875C5-A1CD-4C64-FC7C-259EC2A8C7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877C923-868F-4F1F-F7B0-32424AAE2E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5" name="Picture 4" descr="A group of children coloring on a large white paper&#10;&#10;AI-generated content may be incorrect.">
            <a:extLst>
              <a:ext uri="{FF2B5EF4-FFF2-40B4-BE49-F238E27FC236}">
                <a16:creationId xmlns:a16="http://schemas.microsoft.com/office/drawing/2014/main" id="{42173E3A-FFBB-0AFD-DFFA-C2B4F6C819A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-3047" y="10"/>
            <a:ext cx="12191999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BD04692D-FEEE-3969-513F-67DC57D154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12191999" cy="3162146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5B46C9D-7A5B-7C48-25D6-5FD6232D07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325550"/>
            <a:ext cx="10058400" cy="357477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200">
                <a:solidFill>
                  <a:srgbClr val="FFFFFF"/>
                </a:solidFill>
              </a:rPr>
              <a:t>It’s drawing time!</a:t>
            </a:r>
          </a:p>
        </p:txBody>
      </p:sp>
    </p:spTree>
    <p:extLst>
      <p:ext uri="{BB962C8B-B14F-4D97-AF65-F5344CB8AC3E}">
        <p14:creationId xmlns:p14="http://schemas.microsoft.com/office/powerpoint/2010/main" val="126974447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2F4200B-96F3-98C9-E759-67628C029C02}"/>
              </a:ext>
            </a:extLst>
          </p:cNvPr>
          <p:cNvSpPr txBox="1"/>
          <p:nvPr/>
        </p:nvSpPr>
        <p:spPr>
          <a:xfrm>
            <a:off x="217170" y="0"/>
            <a:ext cx="51873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2"/>
              </a:rPr>
              <a:t>https://www.youtube.com/watch?v=cJ21moQpofY</a:t>
            </a:r>
            <a:endParaRPr lang="en-US" dirty="0"/>
          </a:p>
          <a:p>
            <a:endParaRPr lang="en-US" dirty="0"/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F7AC847-9F7E-ACAF-D48F-F390A6128B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861" y="421523"/>
            <a:ext cx="10050278" cy="6220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80099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E1EB59-FC88-6DCC-F06E-F19350BA35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041338B-FE90-4C52-C605-8E724861F789}"/>
              </a:ext>
            </a:extLst>
          </p:cNvPr>
          <p:cNvSpPr txBox="1"/>
          <p:nvPr/>
        </p:nvSpPr>
        <p:spPr>
          <a:xfrm>
            <a:off x="217170" y="0"/>
            <a:ext cx="51873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2"/>
              </a:rPr>
              <a:t>https://www.youtube.com/watch?v=cJ21moQpofY</a:t>
            </a:r>
            <a:endParaRPr lang="en-US" dirty="0"/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B30B164-60F2-75B7-A85C-F4BBD0ACF8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70861" y="563971"/>
            <a:ext cx="10050278" cy="5935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574815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6A6281-C53B-A21B-5782-D192301EEE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3B1D97B-5789-AE56-3583-4FCBC19F6B63}"/>
              </a:ext>
            </a:extLst>
          </p:cNvPr>
          <p:cNvSpPr txBox="1"/>
          <p:nvPr/>
        </p:nvSpPr>
        <p:spPr>
          <a:xfrm>
            <a:off x="217170" y="0"/>
            <a:ext cx="51873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2"/>
              </a:rPr>
              <a:t>https://www.youtube.com/watch?v=cJ21moQpofY</a:t>
            </a:r>
            <a:endParaRPr lang="en-US" dirty="0"/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2F7C6AB-C92B-7D31-6031-FC3E308C05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92428" y="563971"/>
            <a:ext cx="10007144" cy="5935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723903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812D69-8180-E055-1683-FD9BDC2339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C173308-A483-FC82-14AD-856FBE73FB40}"/>
              </a:ext>
            </a:extLst>
          </p:cNvPr>
          <p:cNvSpPr txBox="1"/>
          <p:nvPr/>
        </p:nvSpPr>
        <p:spPr>
          <a:xfrm>
            <a:off x="217170" y="0"/>
            <a:ext cx="51873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2"/>
              </a:rPr>
              <a:t>https://www.youtube.com/watch?v=cJ21moQpofY</a:t>
            </a:r>
            <a:endParaRPr lang="en-US" dirty="0"/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11F04F1-FA6F-F1C7-EDD8-725BC6D8D0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15997" y="563971"/>
            <a:ext cx="9760006" cy="5935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892480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A3DB8E-B3C0-FB32-3AA1-1C15E20B0C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712292A-4C0D-F013-F210-8B1A0F4A44FF}"/>
              </a:ext>
            </a:extLst>
          </p:cNvPr>
          <p:cNvSpPr txBox="1"/>
          <p:nvPr/>
        </p:nvSpPr>
        <p:spPr>
          <a:xfrm>
            <a:off x="217170" y="0"/>
            <a:ext cx="51873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2"/>
              </a:rPr>
              <a:t>https://www.youtube.com/watch?v=cJ21moQpofY</a:t>
            </a:r>
            <a:endParaRPr lang="en-US" dirty="0"/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5E4687D-BF95-C937-434A-C174B6D1EE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19972" y="563971"/>
            <a:ext cx="9952056" cy="5935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138257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F86C75-07D3-15D3-D9AE-6003BFB2F1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4C65855-7A3B-F2E2-6C7D-26AB3C939D99}"/>
              </a:ext>
            </a:extLst>
          </p:cNvPr>
          <p:cNvSpPr txBox="1"/>
          <p:nvPr/>
        </p:nvSpPr>
        <p:spPr>
          <a:xfrm>
            <a:off x="217170" y="0"/>
            <a:ext cx="51873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2"/>
              </a:rPr>
              <a:t>https://www.youtube.com/watch?v=cJ21moQpofY</a:t>
            </a:r>
            <a:endParaRPr lang="en-US" dirty="0"/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486B075-7019-B777-1CE3-96FD78584B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19972" y="655251"/>
            <a:ext cx="9952056" cy="5753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362548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2C2C0422-3B6A-B9AB-E25A-F3A947EE42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21" y="1023521"/>
            <a:ext cx="12174079" cy="463102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5822186-94F7-553B-4C9E-D50055BB7C62}"/>
              </a:ext>
            </a:extLst>
          </p:cNvPr>
          <p:cNvSpPr txBox="1"/>
          <p:nvPr/>
        </p:nvSpPr>
        <p:spPr>
          <a:xfrm>
            <a:off x="514350" y="377190"/>
            <a:ext cx="106411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3"/>
              </a:rPr>
              <a:t>https://github.com/ByteQuest0/Implemention_codes/blob/main/Dynamic%20Programming/knapsack.py</a:t>
            </a:r>
            <a:endParaRPr lang="en-US" dirty="0"/>
          </a:p>
          <a:p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09C050B-DB47-DB55-B5E2-8090F68DC1E7}"/>
              </a:ext>
            </a:extLst>
          </p:cNvPr>
          <p:cNvSpPr/>
          <p:nvPr/>
        </p:nvSpPr>
        <p:spPr>
          <a:xfrm>
            <a:off x="0" y="2388870"/>
            <a:ext cx="12092940" cy="34404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933357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F0DE68-3F35-DF73-958E-77CCD1AF3C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A1239D25-F454-66EF-D291-41512EB634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21" y="1023521"/>
            <a:ext cx="12174079" cy="463102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3E4AEB2-434E-0897-196D-C140F9C6C18B}"/>
              </a:ext>
            </a:extLst>
          </p:cNvPr>
          <p:cNvSpPr txBox="1"/>
          <p:nvPr/>
        </p:nvSpPr>
        <p:spPr>
          <a:xfrm>
            <a:off x="514350" y="377190"/>
            <a:ext cx="106411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3"/>
              </a:rPr>
              <a:t>https://github.com/ByteQuest0/Implemention_codes/blob/main/Dynamic%20Programming/knapsack.py</a:t>
            </a:r>
            <a:endParaRPr lang="en-US" dirty="0"/>
          </a:p>
          <a:p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B72AB63-02D0-4FD3-DE35-880C278D8256}"/>
              </a:ext>
            </a:extLst>
          </p:cNvPr>
          <p:cNvSpPr/>
          <p:nvPr/>
        </p:nvSpPr>
        <p:spPr>
          <a:xfrm>
            <a:off x="0" y="3943350"/>
            <a:ext cx="12092940" cy="18859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92040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246AC2-9080-CD5E-E0FE-F2D17DEA8E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D02D20C4-410C-C5A6-6A86-F4A796B200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21" y="1023521"/>
            <a:ext cx="12174079" cy="463102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8E8DCBC-8331-850B-1F05-C84C92FC1229}"/>
              </a:ext>
            </a:extLst>
          </p:cNvPr>
          <p:cNvSpPr txBox="1"/>
          <p:nvPr/>
        </p:nvSpPr>
        <p:spPr>
          <a:xfrm>
            <a:off x="514350" y="377190"/>
            <a:ext cx="106411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3"/>
              </a:rPr>
              <a:t>https://github.com/ByteQuest0/Implemention_codes/blob/main/Dynamic%20Programming/knapsack.py</a:t>
            </a:r>
            <a:endParaRPr lang="en-US" dirty="0"/>
          </a:p>
          <a:p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6A39E39-B457-81B9-E54D-63538818142B}"/>
              </a:ext>
            </a:extLst>
          </p:cNvPr>
          <p:cNvSpPr/>
          <p:nvPr/>
        </p:nvSpPr>
        <p:spPr>
          <a:xfrm>
            <a:off x="0" y="4663440"/>
            <a:ext cx="12092940" cy="11658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604219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A2DEFE-015E-A489-432D-5B808EB299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96B57CC8-047C-0809-E821-127714D5AF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21" y="1023521"/>
            <a:ext cx="12174079" cy="463102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0669E06-D16F-C697-C91D-7392FFDD2A57}"/>
              </a:ext>
            </a:extLst>
          </p:cNvPr>
          <p:cNvSpPr txBox="1"/>
          <p:nvPr/>
        </p:nvSpPr>
        <p:spPr>
          <a:xfrm>
            <a:off x="514350" y="377190"/>
            <a:ext cx="106411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3"/>
              </a:rPr>
              <a:t>https://github.com/ByteQuest0/Implemention_codes/blob/main/Dynamic%20Programming/knapsack.py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973388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1ACA2EA0-FFD3-42EC-9406-B595015ED9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D5288BCE-665C-472A-8C43-664BCFA31E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8762" y="1247775"/>
            <a:ext cx="9144000" cy="3007447"/>
          </a:xfrm>
          <a:prstGeom prst="rect">
            <a:avLst/>
          </a:prstGeom>
          <a:solidFill>
            <a:schemeClr val="bg1"/>
          </a:solidFill>
          <a:ln w="12700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83F9198-C9D1-4D6A-B9B8-8CDA762CC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4988" y="1442172"/>
            <a:ext cx="8582025" cy="217732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Appendix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46C57131-53A7-4C1A-BEA8-25F06A06AD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87872" y="3912322"/>
            <a:ext cx="7225780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46747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A3C89F8-0D2F-47FF-B903-151248265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81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0706D5-F38E-A787-A09C-C8354FF68A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80430" y="583345"/>
            <a:ext cx="7160357" cy="4164820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/>
            <a:r>
              <a:rPr lang="en-US" sz="8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What does recursion </a:t>
            </a:r>
            <a:r>
              <a:rPr lang="en-US" sz="8000" i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really</a:t>
            </a:r>
            <a:r>
              <a:rPr lang="en-US" sz="8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look like?</a:t>
            </a:r>
          </a:p>
        </p:txBody>
      </p:sp>
      <p:sp>
        <p:nvSpPr>
          <p:cNvPr id="10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4359" y="583345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2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33139" y="812640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4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8819" y="1037066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56114" y="3503032"/>
            <a:ext cx="0" cy="334609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Graphic 22">
            <a:extLst>
              <a:ext uri="{FF2B5EF4-FFF2-40B4-BE49-F238E27FC236}">
                <a16:creationId xmlns:a16="http://schemas.microsoft.com/office/drawing/2014/main" id="{508BEF50-7B1E-49A4-BC19-5F4F1D755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36425" y="5636680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rgbClr val="FFFFFF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0" name="Graphic 23">
            <a:extLst>
              <a:ext uri="{FF2B5EF4-FFF2-40B4-BE49-F238E27FC236}">
                <a16:creationId xmlns:a16="http://schemas.microsoft.com/office/drawing/2014/main" id="{3FBAD350-5664-4811-A208-657FB882D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45175" y="6096759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rgbClr val="FFFFFF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2" name="Graphic 21">
            <a:extLst>
              <a:ext uri="{FF2B5EF4-FFF2-40B4-BE49-F238E27FC236}">
                <a16:creationId xmlns:a16="http://schemas.microsoft.com/office/drawing/2014/main" id="{C39ADB8F-D187-49D7-BDCF-C1B6DC727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54288" y="6238029"/>
            <a:ext cx="9575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rgbClr val="FFFFFF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375943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426E44-A041-78D0-9BCB-719AFC144B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diagram of a diagram&#10;&#10;AI-generated content may be incorrect.">
            <a:extLst>
              <a:ext uri="{FF2B5EF4-FFF2-40B4-BE49-F238E27FC236}">
                <a16:creationId xmlns:a16="http://schemas.microsoft.com/office/drawing/2014/main" id="{A5547BC4-2FE7-B184-350B-014C602C01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197" y="643466"/>
            <a:ext cx="10817605" cy="557106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300BFB5-0A15-E0A2-2DAE-DC794134CDB8}"/>
              </a:ext>
            </a:extLst>
          </p:cNvPr>
          <p:cNvSpPr txBox="1"/>
          <p:nvPr/>
        </p:nvSpPr>
        <p:spPr>
          <a:xfrm>
            <a:off x="283029" y="250371"/>
            <a:ext cx="75939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  <a:hlinkClick r:id="rId3"/>
              </a:rPr>
              <a:t>https://www.artofcse.com/learning/introduction-to-dynamic-programming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EAC2A44-85C4-A715-49C4-147225D7B97E}"/>
              </a:ext>
            </a:extLst>
          </p:cNvPr>
          <p:cNvSpPr/>
          <p:nvPr/>
        </p:nvSpPr>
        <p:spPr>
          <a:xfrm>
            <a:off x="457200" y="1177290"/>
            <a:ext cx="10817605" cy="543033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4879389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F8A670-FAEA-9653-E249-A4CD57F6AF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diagram of a diagram&#10;&#10;AI-generated content may be incorrect.">
            <a:extLst>
              <a:ext uri="{FF2B5EF4-FFF2-40B4-BE49-F238E27FC236}">
                <a16:creationId xmlns:a16="http://schemas.microsoft.com/office/drawing/2014/main" id="{EB8AF362-677B-25E1-787B-0CD77AB096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197" y="643466"/>
            <a:ext cx="10817605" cy="557106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4F3B926-AD84-4193-DF25-EAC931DA3CF2}"/>
              </a:ext>
            </a:extLst>
          </p:cNvPr>
          <p:cNvSpPr txBox="1"/>
          <p:nvPr/>
        </p:nvSpPr>
        <p:spPr>
          <a:xfrm>
            <a:off x="283029" y="250371"/>
            <a:ext cx="75939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  <a:hlinkClick r:id="rId3"/>
              </a:rPr>
              <a:t>https://www.artofcse.com/learning/introduction-to-dynamic-programming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D662CE7-8320-DA4E-BD57-5009731F6A0A}"/>
              </a:ext>
            </a:extLst>
          </p:cNvPr>
          <p:cNvSpPr/>
          <p:nvPr/>
        </p:nvSpPr>
        <p:spPr>
          <a:xfrm>
            <a:off x="457200" y="2343150"/>
            <a:ext cx="10817605" cy="426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81EB4F9-E58B-E9DA-9D7E-86A615C961CA}"/>
              </a:ext>
            </a:extLst>
          </p:cNvPr>
          <p:cNvSpPr/>
          <p:nvPr/>
        </p:nvSpPr>
        <p:spPr>
          <a:xfrm>
            <a:off x="6558407" y="1158240"/>
            <a:ext cx="4946395" cy="426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6326244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C860922-8A80-F03C-8292-B36C49C771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diagram of a diagram&#10;&#10;AI-generated content may be incorrect.">
            <a:extLst>
              <a:ext uri="{FF2B5EF4-FFF2-40B4-BE49-F238E27FC236}">
                <a16:creationId xmlns:a16="http://schemas.microsoft.com/office/drawing/2014/main" id="{D238763E-AD5D-5C0A-D809-C86E26BEB1D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197" y="643466"/>
            <a:ext cx="10817605" cy="557106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6C5E0D2-DE89-5099-7FAD-9A5507A3F176}"/>
              </a:ext>
            </a:extLst>
          </p:cNvPr>
          <p:cNvSpPr txBox="1"/>
          <p:nvPr/>
        </p:nvSpPr>
        <p:spPr>
          <a:xfrm>
            <a:off x="283029" y="250371"/>
            <a:ext cx="75939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  <a:hlinkClick r:id="rId3"/>
              </a:rPr>
              <a:t>https://www.artofcse.com/learning/introduction-to-dynamic-programming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76A2F4B-064F-93EE-595F-0B665CF0B5E0}"/>
              </a:ext>
            </a:extLst>
          </p:cNvPr>
          <p:cNvSpPr/>
          <p:nvPr/>
        </p:nvSpPr>
        <p:spPr>
          <a:xfrm>
            <a:off x="457200" y="3760470"/>
            <a:ext cx="10817605" cy="284715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A2F5420-5629-5B6C-5A7B-CA7F1DC08904}"/>
              </a:ext>
            </a:extLst>
          </p:cNvPr>
          <p:cNvSpPr/>
          <p:nvPr/>
        </p:nvSpPr>
        <p:spPr>
          <a:xfrm>
            <a:off x="6558407" y="1158240"/>
            <a:ext cx="4946395" cy="426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103BD80-8A3E-1E75-98D5-2F68508608B1}"/>
              </a:ext>
            </a:extLst>
          </p:cNvPr>
          <p:cNvSpPr/>
          <p:nvPr/>
        </p:nvSpPr>
        <p:spPr>
          <a:xfrm>
            <a:off x="4205543" y="2411730"/>
            <a:ext cx="2856102" cy="235185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5223476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AC53C5-A3D9-3619-6731-9EAFAD4EB8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diagram of a diagram&#10;&#10;AI-generated content may be incorrect.">
            <a:extLst>
              <a:ext uri="{FF2B5EF4-FFF2-40B4-BE49-F238E27FC236}">
                <a16:creationId xmlns:a16="http://schemas.microsoft.com/office/drawing/2014/main" id="{20A34CD0-FD20-1724-CEF7-31C09976D0C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197" y="643466"/>
            <a:ext cx="10817605" cy="557106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BEAEC42-79E6-E167-3639-86648A6C1EAC}"/>
              </a:ext>
            </a:extLst>
          </p:cNvPr>
          <p:cNvSpPr txBox="1"/>
          <p:nvPr/>
        </p:nvSpPr>
        <p:spPr>
          <a:xfrm>
            <a:off x="283029" y="250371"/>
            <a:ext cx="75939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  <a:hlinkClick r:id="rId3"/>
              </a:rPr>
              <a:t>https://www.artofcse.com/learning/introduction-to-dynamic-programming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1AAB1B0-E862-05E7-A9AB-11D081656B9F}"/>
              </a:ext>
            </a:extLst>
          </p:cNvPr>
          <p:cNvSpPr/>
          <p:nvPr/>
        </p:nvSpPr>
        <p:spPr>
          <a:xfrm>
            <a:off x="457200" y="5040630"/>
            <a:ext cx="10817605" cy="15669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109CCBE-C487-AF7A-3888-95101F5C41E4}"/>
              </a:ext>
            </a:extLst>
          </p:cNvPr>
          <p:cNvSpPr/>
          <p:nvPr/>
        </p:nvSpPr>
        <p:spPr>
          <a:xfrm>
            <a:off x="6558407" y="1158240"/>
            <a:ext cx="4946395" cy="426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4FC3DA6-894C-E48E-8FD6-EA87B97DD171}"/>
              </a:ext>
            </a:extLst>
          </p:cNvPr>
          <p:cNvSpPr/>
          <p:nvPr/>
        </p:nvSpPr>
        <p:spPr>
          <a:xfrm>
            <a:off x="3920490" y="2411730"/>
            <a:ext cx="3141155" cy="28117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A28F3AB-64DF-9142-544E-93E3DDDBDFB1}"/>
              </a:ext>
            </a:extLst>
          </p:cNvPr>
          <p:cNvSpPr/>
          <p:nvPr/>
        </p:nvSpPr>
        <p:spPr>
          <a:xfrm>
            <a:off x="2769358" y="3837637"/>
            <a:ext cx="1310640" cy="148547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143559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B46C77-7228-F7A4-B139-4F8BBA5EAD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diagram of a diagram&#10;&#10;AI-generated content may be incorrect.">
            <a:extLst>
              <a:ext uri="{FF2B5EF4-FFF2-40B4-BE49-F238E27FC236}">
                <a16:creationId xmlns:a16="http://schemas.microsoft.com/office/drawing/2014/main" id="{92751A77-2834-2249-17C9-657B007EC6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197" y="643466"/>
            <a:ext cx="10817605" cy="557106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DCE9315-5150-3722-D7AC-7AFB35C8A6B1}"/>
              </a:ext>
            </a:extLst>
          </p:cNvPr>
          <p:cNvSpPr txBox="1"/>
          <p:nvPr/>
        </p:nvSpPr>
        <p:spPr>
          <a:xfrm>
            <a:off x="283029" y="250371"/>
            <a:ext cx="75939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  <a:hlinkClick r:id="rId3"/>
              </a:rPr>
              <a:t>https://www.artofcse.com/learning/introduction-to-dynamic-programming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DB6766C-CB4F-592C-7A40-F9F2E6C58C49}"/>
              </a:ext>
            </a:extLst>
          </p:cNvPr>
          <p:cNvSpPr/>
          <p:nvPr/>
        </p:nvSpPr>
        <p:spPr>
          <a:xfrm>
            <a:off x="457200" y="6214532"/>
            <a:ext cx="10817605" cy="3930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F8DC4E7-CF42-E849-0CF8-EF6DACE09FF4}"/>
              </a:ext>
            </a:extLst>
          </p:cNvPr>
          <p:cNvSpPr/>
          <p:nvPr/>
        </p:nvSpPr>
        <p:spPr>
          <a:xfrm>
            <a:off x="6558407" y="1158240"/>
            <a:ext cx="4946395" cy="426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A82EDB4-C153-C555-CCAA-8E2DA0781BB0}"/>
              </a:ext>
            </a:extLst>
          </p:cNvPr>
          <p:cNvSpPr/>
          <p:nvPr/>
        </p:nvSpPr>
        <p:spPr>
          <a:xfrm>
            <a:off x="3920490" y="2411730"/>
            <a:ext cx="3141155" cy="28117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FD0E704-6BA3-F361-36AC-DB9E6CF19CB9}"/>
              </a:ext>
            </a:extLst>
          </p:cNvPr>
          <p:cNvSpPr/>
          <p:nvPr/>
        </p:nvSpPr>
        <p:spPr>
          <a:xfrm>
            <a:off x="2769358" y="3837637"/>
            <a:ext cx="1310640" cy="148547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9E56497-4144-C7E5-6300-9792AB98BEC1}"/>
              </a:ext>
            </a:extLst>
          </p:cNvPr>
          <p:cNvSpPr/>
          <p:nvPr/>
        </p:nvSpPr>
        <p:spPr>
          <a:xfrm>
            <a:off x="1946212" y="4925603"/>
            <a:ext cx="1310640" cy="148547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6067387-182C-541A-EEA8-EC6E05673E9F}"/>
              </a:ext>
            </a:extLst>
          </p:cNvPr>
          <p:cNvGrpSpPr/>
          <p:nvPr/>
        </p:nvGrpSpPr>
        <p:grpSpPr>
          <a:xfrm>
            <a:off x="296820" y="4770990"/>
            <a:ext cx="962640" cy="955800"/>
            <a:chOff x="296820" y="4770990"/>
            <a:chExt cx="962640" cy="955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B0D061B3-6104-BEA0-6D5B-8C9563EB4A3C}"/>
                    </a:ext>
                  </a:extLst>
                </p14:cNvPr>
                <p14:cNvContentPartPr/>
                <p14:nvPr/>
              </p14:nvContentPartPr>
              <p14:xfrm>
                <a:off x="604620" y="4944150"/>
                <a:ext cx="464040" cy="7826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B0D061B3-6104-BEA0-6D5B-8C9563EB4A3C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98500" y="4938030"/>
                  <a:ext cx="476280" cy="79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E256359E-0B69-0856-CC39-055C53735709}"/>
                    </a:ext>
                  </a:extLst>
                </p14:cNvPr>
                <p14:cNvContentPartPr/>
                <p14:nvPr/>
              </p14:nvContentPartPr>
              <p14:xfrm>
                <a:off x="971460" y="4834350"/>
                <a:ext cx="288000" cy="2923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E256359E-0B69-0856-CC39-055C53735709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965340" y="4828230"/>
                  <a:ext cx="300240" cy="30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9E137280-8E8C-9C2F-86EC-09D990533631}"/>
                    </a:ext>
                  </a:extLst>
                </p14:cNvPr>
                <p14:cNvContentPartPr/>
                <p14:nvPr/>
              </p14:nvContentPartPr>
              <p14:xfrm>
                <a:off x="296820" y="4770990"/>
                <a:ext cx="253440" cy="33732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9E137280-8E8C-9C2F-86EC-09D990533631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90700" y="4764870"/>
                  <a:ext cx="265680" cy="3495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04855163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606F970-DF30-9BC2-9CB5-03AD5765DD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diagram of a diagram&#10;&#10;AI-generated content may be incorrect.">
            <a:extLst>
              <a:ext uri="{FF2B5EF4-FFF2-40B4-BE49-F238E27FC236}">
                <a16:creationId xmlns:a16="http://schemas.microsoft.com/office/drawing/2014/main" id="{8EB76440-B1EC-BCB5-235B-7236CA3A30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197" y="643466"/>
            <a:ext cx="10817605" cy="557106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E551FA2-957A-0D67-CB28-B164E5439146}"/>
              </a:ext>
            </a:extLst>
          </p:cNvPr>
          <p:cNvSpPr txBox="1"/>
          <p:nvPr/>
        </p:nvSpPr>
        <p:spPr>
          <a:xfrm>
            <a:off x="283029" y="250371"/>
            <a:ext cx="75939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  <a:hlinkClick r:id="rId3"/>
              </a:rPr>
              <a:t>https://www.artofcse.com/learning/introduction-to-dynamic-programming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76D381E-47D8-7F10-2B3C-03EED4B498CE}"/>
              </a:ext>
            </a:extLst>
          </p:cNvPr>
          <p:cNvSpPr/>
          <p:nvPr/>
        </p:nvSpPr>
        <p:spPr>
          <a:xfrm>
            <a:off x="457200" y="6214532"/>
            <a:ext cx="10817605" cy="3930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89A78C9-30DC-2C3E-A650-1E2B277EE780}"/>
              </a:ext>
            </a:extLst>
          </p:cNvPr>
          <p:cNvSpPr/>
          <p:nvPr/>
        </p:nvSpPr>
        <p:spPr>
          <a:xfrm>
            <a:off x="6558407" y="1158240"/>
            <a:ext cx="4946395" cy="426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A5C692B-01B8-C868-FCE8-7D1A592E166E}"/>
              </a:ext>
            </a:extLst>
          </p:cNvPr>
          <p:cNvSpPr/>
          <p:nvPr/>
        </p:nvSpPr>
        <p:spPr>
          <a:xfrm>
            <a:off x="3920490" y="2411730"/>
            <a:ext cx="3141155" cy="28117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02A2774-DECE-7CE2-85F9-45EFDD967B3F}"/>
              </a:ext>
            </a:extLst>
          </p:cNvPr>
          <p:cNvSpPr/>
          <p:nvPr/>
        </p:nvSpPr>
        <p:spPr>
          <a:xfrm>
            <a:off x="2769358" y="3837637"/>
            <a:ext cx="1310640" cy="148547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990F6416-0CF0-AE45-73E3-0806E1994887}"/>
              </a:ext>
            </a:extLst>
          </p:cNvPr>
          <p:cNvGrpSpPr/>
          <p:nvPr/>
        </p:nvGrpSpPr>
        <p:grpSpPr>
          <a:xfrm>
            <a:off x="296820" y="4770990"/>
            <a:ext cx="962640" cy="955800"/>
            <a:chOff x="296820" y="4770990"/>
            <a:chExt cx="962640" cy="955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2F6C0872-9CDC-26BE-EC91-506657BD72D8}"/>
                    </a:ext>
                  </a:extLst>
                </p14:cNvPr>
                <p14:cNvContentPartPr/>
                <p14:nvPr/>
              </p14:nvContentPartPr>
              <p14:xfrm>
                <a:off x="604620" y="4944150"/>
                <a:ext cx="464040" cy="7826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2F6C0872-9CDC-26BE-EC91-506657BD72D8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98500" y="4938030"/>
                  <a:ext cx="476280" cy="79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30DEE928-32A6-2C04-C95B-4537D6C97759}"/>
                    </a:ext>
                  </a:extLst>
                </p14:cNvPr>
                <p14:cNvContentPartPr/>
                <p14:nvPr/>
              </p14:nvContentPartPr>
              <p14:xfrm>
                <a:off x="971460" y="4834350"/>
                <a:ext cx="288000" cy="2923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30DEE928-32A6-2C04-C95B-4537D6C97759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965348" y="4828230"/>
                  <a:ext cx="300225" cy="30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B6D3693D-FCD3-B167-84D3-DB0C4D829E5A}"/>
                    </a:ext>
                  </a:extLst>
                </p14:cNvPr>
                <p14:cNvContentPartPr/>
                <p14:nvPr/>
              </p14:nvContentPartPr>
              <p14:xfrm>
                <a:off x="296820" y="4770990"/>
                <a:ext cx="253440" cy="33732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B6D3693D-FCD3-B167-84D3-DB0C4D829E5A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90700" y="4764863"/>
                  <a:ext cx="265680" cy="349573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8D082ED2-1D0F-FE16-6211-1B7A7E82E159}"/>
                  </a:ext>
                </a:extLst>
              </p14:cNvPr>
              <p14:cNvContentPartPr/>
              <p14:nvPr/>
            </p14:nvContentPartPr>
            <p14:xfrm>
              <a:off x="2478420" y="5149710"/>
              <a:ext cx="402480" cy="7023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8D082ED2-1D0F-FE16-6211-1B7A7E82E159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472300" y="5143590"/>
                <a:ext cx="414720" cy="71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8DEBA279-1428-626A-9665-DB16BA5EF670}"/>
                  </a:ext>
                </a:extLst>
              </p14:cNvPr>
              <p14:cNvContentPartPr/>
              <p14:nvPr/>
            </p14:nvContentPartPr>
            <p14:xfrm>
              <a:off x="2479860" y="5153670"/>
              <a:ext cx="308880" cy="2088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8DEBA279-1428-626A-9665-DB16BA5EF670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473740" y="5147550"/>
                <a:ext cx="321120" cy="3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090860B4-1533-52CB-A456-D3337A68B147}"/>
                  </a:ext>
                </a:extLst>
              </p14:cNvPr>
              <p14:cNvContentPartPr/>
              <p14:nvPr/>
            </p14:nvContentPartPr>
            <p14:xfrm>
              <a:off x="2948580" y="5173470"/>
              <a:ext cx="150840" cy="50652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090860B4-1533-52CB-A456-D3337A68B147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942460" y="5167350"/>
                <a:ext cx="163080" cy="518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5835083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2427C12-27F9-FCC2-B462-C0687616E1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diagram of a diagram&#10;&#10;AI-generated content may be incorrect.">
            <a:extLst>
              <a:ext uri="{FF2B5EF4-FFF2-40B4-BE49-F238E27FC236}">
                <a16:creationId xmlns:a16="http://schemas.microsoft.com/office/drawing/2014/main" id="{325584BD-53CC-2C59-7CDE-6C733B3CB5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197" y="643466"/>
            <a:ext cx="10817605" cy="557106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6FD44FA-37D6-5B41-C0D1-18155D5FA8E0}"/>
              </a:ext>
            </a:extLst>
          </p:cNvPr>
          <p:cNvSpPr txBox="1"/>
          <p:nvPr/>
        </p:nvSpPr>
        <p:spPr>
          <a:xfrm>
            <a:off x="283029" y="250371"/>
            <a:ext cx="75939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  <a:hlinkClick r:id="rId3"/>
              </a:rPr>
              <a:t>https://www.artofcse.com/learning/introduction-to-dynamic-programming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0B37369-9F6F-7C0F-2273-BA1002FB19FA}"/>
              </a:ext>
            </a:extLst>
          </p:cNvPr>
          <p:cNvSpPr/>
          <p:nvPr/>
        </p:nvSpPr>
        <p:spPr>
          <a:xfrm>
            <a:off x="457200" y="6214532"/>
            <a:ext cx="10817605" cy="3930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728C927-FA4A-1120-AB43-1987B9B80B43}"/>
              </a:ext>
            </a:extLst>
          </p:cNvPr>
          <p:cNvSpPr/>
          <p:nvPr/>
        </p:nvSpPr>
        <p:spPr>
          <a:xfrm>
            <a:off x="6558407" y="1158240"/>
            <a:ext cx="4946395" cy="426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FF8E81E-A173-EAD0-5BBF-801EA751A624}"/>
              </a:ext>
            </a:extLst>
          </p:cNvPr>
          <p:cNvSpPr/>
          <p:nvPr/>
        </p:nvSpPr>
        <p:spPr>
          <a:xfrm>
            <a:off x="3920490" y="2411730"/>
            <a:ext cx="3141155" cy="28117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6DE3325-63E0-E144-9BB3-5B13DAD05137}"/>
              </a:ext>
            </a:extLst>
          </p:cNvPr>
          <p:cNvSpPr/>
          <p:nvPr/>
        </p:nvSpPr>
        <p:spPr>
          <a:xfrm>
            <a:off x="2769358" y="3837637"/>
            <a:ext cx="1310640" cy="148547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99E371FA-86A3-CC7A-06A9-34F3B0BAF5E3}"/>
              </a:ext>
            </a:extLst>
          </p:cNvPr>
          <p:cNvGrpSpPr/>
          <p:nvPr/>
        </p:nvGrpSpPr>
        <p:grpSpPr>
          <a:xfrm>
            <a:off x="296820" y="4770990"/>
            <a:ext cx="962640" cy="955800"/>
            <a:chOff x="296820" y="4770990"/>
            <a:chExt cx="962640" cy="955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C0245415-63C4-08E8-A76D-1DE454BB0B3A}"/>
                    </a:ext>
                  </a:extLst>
                </p14:cNvPr>
                <p14:cNvContentPartPr/>
                <p14:nvPr/>
              </p14:nvContentPartPr>
              <p14:xfrm>
                <a:off x="604620" y="4944150"/>
                <a:ext cx="464040" cy="7826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C0245415-63C4-08E8-A76D-1DE454BB0B3A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98500" y="4938030"/>
                  <a:ext cx="476280" cy="79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D37EAA5C-3BFF-E727-ACDA-FDB5C4724512}"/>
                    </a:ext>
                  </a:extLst>
                </p14:cNvPr>
                <p14:cNvContentPartPr/>
                <p14:nvPr/>
              </p14:nvContentPartPr>
              <p14:xfrm>
                <a:off x="971460" y="4834350"/>
                <a:ext cx="288000" cy="2923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D37EAA5C-3BFF-E727-ACDA-FDB5C4724512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965348" y="4828230"/>
                  <a:ext cx="300225" cy="30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7A32F83B-83B2-C718-13A4-12A25497DDF6}"/>
                    </a:ext>
                  </a:extLst>
                </p14:cNvPr>
                <p14:cNvContentPartPr/>
                <p14:nvPr/>
              </p14:nvContentPartPr>
              <p14:xfrm>
                <a:off x="296820" y="4770990"/>
                <a:ext cx="253440" cy="33732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7A32F83B-83B2-C718-13A4-12A25497DDF6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90700" y="4764863"/>
                  <a:ext cx="265680" cy="349573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8F41A94A-843D-C147-367F-FE72BBE4AFC0}"/>
                  </a:ext>
                </a:extLst>
              </p14:cNvPr>
              <p14:cNvContentPartPr/>
              <p14:nvPr/>
            </p14:nvContentPartPr>
            <p14:xfrm>
              <a:off x="2478420" y="5149710"/>
              <a:ext cx="402480" cy="7023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8F41A94A-843D-C147-367F-FE72BBE4AFC0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472305" y="5143587"/>
                <a:ext cx="414709" cy="71460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2C8BF9C6-D7D4-98FE-5D79-755471CA45FB}"/>
                  </a:ext>
                </a:extLst>
              </p14:cNvPr>
              <p14:cNvContentPartPr/>
              <p14:nvPr/>
            </p14:nvContentPartPr>
            <p14:xfrm>
              <a:off x="2479860" y="5153670"/>
              <a:ext cx="308880" cy="2088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2C8BF9C6-D7D4-98FE-5D79-755471CA45FB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473740" y="5147550"/>
                <a:ext cx="321120" cy="3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90EB53E8-9DD5-A626-0A34-E5494E5CFC65}"/>
                  </a:ext>
                </a:extLst>
              </p14:cNvPr>
              <p14:cNvContentPartPr/>
              <p14:nvPr/>
            </p14:nvContentPartPr>
            <p14:xfrm>
              <a:off x="2948580" y="5173470"/>
              <a:ext cx="150840" cy="50652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90EB53E8-9DD5-A626-0A34-E5494E5CFC65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942460" y="5167350"/>
                <a:ext cx="163080" cy="518760"/>
              </a:xfrm>
              <a:prstGeom prst="rect">
                <a:avLst/>
              </a:prstGeom>
            </p:spPr>
          </p:pic>
        </mc:Fallback>
      </mc:AlternateContent>
      <p:grpSp>
        <p:nvGrpSpPr>
          <p:cNvPr id="11" name="Group 10">
            <a:extLst>
              <a:ext uri="{FF2B5EF4-FFF2-40B4-BE49-F238E27FC236}">
                <a16:creationId xmlns:a16="http://schemas.microsoft.com/office/drawing/2014/main" id="{638C96DE-3165-7E6F-4645-3A3BA57FEAD8}"/>
              </a:ext>
            </a:extLst>
          </p:cNvPr>
          <p:cNvGrpSpPr/>
          <p:nvPr/>
        </p:nvGrpSpPr>
        <p:grpSpPr>
          <a:xfrm>
            <a:off x="1485540" y="3542310"/>
            <a:ext cx="710280" cy="938880"/>
            <a:chOff x="1485540" y="3542310"/>
            <a:chExt cx="710280" cy="938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2AC9D14C-FE06-182D-EB0A-290773708B33}"/>
                    </a:ext>
                  </a:extLst>
                </p14:cNvPr>
                <p14:cNvContentPartPr/>
                <p14:nvPr/>
              </p14:nvContentPartPr>
              <p14:xfrm>
                <a:off x="1485540" y="3702510"/>
                <a:ext cx="547920" cy="77868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2AC9D14C-FE06-182D-EB0A-290773708B33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479420" y="3696390"/>
                  <a:ext cx="560160" cy="79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1D9D6D9F-DDA1-4147-2B14-70663486B346}"/>
                    </a:ext>
                  </a:extLst>
                </p14:cNvPr>
                <p14:cNvContentPartPr/>
                <p14:nvPr/>
              </p14:nvContentPartPr>
              <p14:xfrm>
                <a:off x="1885860" y="3542310"/>
                <a:ext cx="309960" cy="34020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1D9D6D9F-DDA1-4147-2B14-70663486B346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879740" y="3536190"/>
                  <a:ext cx="322200" cy="352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A1B720E6-A5E2-7B57-466A-8C4595D6598B}"/>
                  </a:ext>
                </a:extLst>
              </p14:cNvPr>
              <p14:cNvContentPartPr/>
              <p14:nvPr/>
            </p14:nvContentPartPr>
            <p14:xfrm>
              <a:off x="845820" y="3666870"/>
              <a:ext cx="398880" cy="43740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A1B720E6-A5E2-7B57-466A-8C4595D6598B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839700" y="3660750"/>
                <a:ext cx="411120" cy="449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9514900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923F3C-85F8-BAEB-4F85-B1A1402D48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diagram of a diagram&#10;&#10;AI-generated content may be incorrect.">
            <a:extLst>
              <a:ext uri="{FF2B5EF4-FFF2-40B4-BE49-F238E27FC236}">
                <a16:creationId xmlns:a16="http://schemas.microsoft.com/office/drawing/2014/main" id="{8DB2A355-5503-3F3C-ED6F-054F949550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197" y="643466"/>
            <a:ext cx="10817605" cy="557106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66A1294-286E-9452-AC10-A9982E198D12}"/>
              </a:ext>
            </a:extLst>
          </p:cNvPr>
          <p:cNvSpPr txBox="1"/>
          <p:nvPr/>
        </p:nvSpPr>
        <p:spPr>
          <a:xfrm>
            <a:off x="283029" y="250371"/>
            <a:ext cx="75939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  <a:hlinkClick r:id="rId3"/>
              </a:rPr>
              <a:t>https://www.artofcse.com/learning/introduction-to-dynamic-programming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5187E27-3721-9701-28D9-49F685AFAADB}"/>
              </a:ext>
            </a:extLst>
          </p:cNvPr>
          <p:cNvSpPr/>
          <p:nvPr/>
        </p:nvSpPr>
        <p:spPr>
          <a:xfrm>
            <a:off x="457200" y="6214532"/>
            <a:ext cx="10817605" cy="3930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7307AE6-C34F-A537-62AF-43AE5F8A151E}"/>
              </a:ext>
            </a:extLst>
          </p:cNvPr>
          <p:cNvSpPr/>
          <p:nvPr/>
        </p:nvSpPr>
        <p:spPr>
          <a:xfrm>
            <a:off x="6558407" y="1158240"/>
            <a:ext cx="4946395" cy="426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F705A6E-31AB-E24F-CBE9-8AEE333D40D4}"/>
              </a:ext>
            </a:extLst>
          </p:cNvPr>
          <p:cNvSpPr/>
          <p:nvPr/>
        </p:nvSpPr>
        <p:spPr>
          <a:xfrm>
            <a:off x="3920490" y="2411730"/>
            <a:ext cx="3141155" cy="28117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3F726B1E-A633-8730-7764-FEF0A28DEE4B}"/>
              </a:ext>
            </a:extLst>
          </p:cNvPr>
          <p:cNvGrpSpPr/>
          <p:nvPr/>
        </p:nvGrpSpPr>
        <p:grpSpPr>
          <a:xfrm>
            <a:off x="296820" y="4770990"/>
            <a:ext cx="962640" cy="955800"/>
            <a:chOff x="296820" y="4770990"/>
            <a:chExt cx="962640" cy="955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BEE49918-403D-9218-A4F6-0F762AC6BD4C}"/>
                    </a:ext>
                  </a:extLst>
                </p14:cNvPr>
                <p14:cNvContentPartPr/>
                <p14:nvPr/>
              </p14:nvContentPartPr>
              <p14:xfrm>
                <a:off x="604620" y="4944150"/>
                <a:ext cx="464040" cy="7826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BEE49918-403D-9218-A4F6-0F762AC6BD4C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98500" y="4938030"/>
                  <a:ext cx="476280" cy="79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E3604446-2C35-5FC4-833E-7FF6F8B1D34C}"/>
                    </a:ext>
                  </a:extLst>
                </p14:cNvPr>
                <p14:cNvContentPartPr/>
                <p14:nvPr/>
              </p14:nvContentPartPr>
              <p14:xfrm>
                <a:off x="971460" y="4834350"/>
                <a:ext cx="288000" cy="2923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E3604446-2C35-5FC4-833E-7FF6F8B1D34C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965348" y="4828230"/>
                  <a:ext cx="300225" cy="30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04C54BE0-A0CE-34DB-EF4F-EB56F69DDE73}"/>
                    </a:ext>
                  </a:extLst>
                </p14:cNvPr>
                <p14:cNvContentPartPr/>
                <p14:nvPr/>
              </p14:nvContentPartPr>
              <p14:xfrm>
                <a:off x="296820" y="4770990"/>
                <a:ext cx="253440" cy="33732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04C54BE0-A0CE-34DB-EF4F-EB56F69DDE73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90700" y="4764863"/>
                  <a:ext cx="265680" cy="349573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5A74ED4D-AFBA-BB03-7158-34AAEE858C67}"/>
                  </a:ext>
                </a:extLst>
              </p14:cNvPr>
              <p14:cNvContentPartPr/>
              <p14:nvPr/>
            </p14:nvContentPartPr>
            <p14:xfrm>
              <a:off x="2478420" y="5149710"/>
              <a:ext cx="402480" cy="7023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5A74ED4D-AFBA-BB03-7158-34AAEE858C67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472305" y="5143587"/>
                <a:ext cx="414709" cy="71460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AD396934-F844-5FA4-287B-CC3008A99FB1}"/>
                  </a:ext>
                </a:extLst>
              </p14:cNvPr>
              <p14:cNvContentPartPr/>
              <p14:nvPr/>
            </p14:nvContentPartPr>
            <p14:xfrm>
              <a:off x="2479860" y="5153670"/>
              <a:ext cx="308880" cy="2088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AD396934-F844-5FA4-287B-CC3008A99FB1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473740" y="5147550"/>
                <a:ext cx="321120" cy="3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4060A433-BB0D-B45E-ED82-E55A0A9B2D36}"/>
                  </a:ext>
                </a:extLst>
              </p14:cNvPr>
              <p14:cNvContentPartPr/>
              <p14:nvPr/>
            </p14:nvContentPartPr>
            <p14:xfrm>
              <a:off x="2948580" y="5173470"/>
              <a:ext cx="150840" cy="50652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4060A433-BB0D-B45E-ED82-E55A0A9B2D36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942460" y="5167350"/>
                <a:ext cx="163080" cy="518760"/>
              </a:xfrm>
              <a:prstGeom prst="rect">
                <a:avLst/>
              </a:prstGeom>
            </p:spPr>
          </p:pic>
        </mc:Fallback>
      </mc:AlternateContent>
      <p:grpSp>
        <p:nvGrpSpPr>
          <p:cNvPr id="11" name="Group 10">
            <a:extLst>
              <a:ext uri="{FF2B5EF4-FFF2-40B4-BE49-F238E27FC236}">
                <a16:creationId xmlns:a16="http://schemas.microsoft.com/office/drawing/2014/main" id="{0FCB19C3-F7ED-7C00-E34E-D67ED6C424DD}"/>
              </a:ext>
            </a:extLst>
          </p:cNvPr>
          <p:cNvGrpSpPr/>
          <p:nvPr/>
        </p:nvGrpSpPr>
        <p:grpSpPr>
          <a:xfrm>
            <a:off x="1485540" y="3542310"/>
            <a:ext cx="710280" cy="938880"/>
            <a:chOff x="1485540" y="3542310"/>
            <a:chExt cx="710280" cy="938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28AB78E8-5748-FE6D-CC04-4F154E555081}"/>
                    </a:ext>
                  </a:extLst>
                </p14:cNvPr>
                <p14:cNvContentPartPr/>
                <p14:nvPr/>
              </p14:nvContentPartPr>
              <p14:xfrm>
                <a:off x="1485540" y="3702510"/>
                <a:ext cx="547920" cy="77868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28AB78E8-5748-FE6D-CC04-4F154E555081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479420" y="3696390"/>
                  <a:ext cx="560160" cy="79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13FA2F7F-B8B7-D552-8BBD-875184F73A40}"/>
                    </a:ext>
                  </a:extLst>
                </p14:cNvPr>
                <p14:cNvContentPartPr/>
                <p14:nvPr/>
              </p14:nvContentPartPr>
              <p14:xfrm>
                <a:off x="1885860" y="3542310"/>
                <a:ext cx="309960" cy="34020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13FA2F7F-B8B7-D552-8BBD-875184F73A40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879740" y="3536190"/>
                  <a:ext cx="322200" cy="352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75D5E6FA-E691-E685-1655-D416BD320470}"/>
                  </a:ext>
                </a:extLst>
              </p14:cNvPr>
              <p14:cNvContentPartPr/>
              <p14:nvPr/>
            </p14:nvContentPartPr>
            <p14:xfrm>
              <a:off x="845820" y="3666870"/>
              <a:ext cx="398880" cy="43740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75D5E6FA-E691-E685-1655-D416BD320470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839700" y="3660750"/>
                <a:ext cx="411120" cy="449640"/>
              </a:xfrm>
              <a:prstGeom prst="rect">
                <a:avLst/>
              </a:prstGeom>
            </p:spPr>
          </p:pic>
        </mc:Fallback>
      </mc:AlternateContent>
      <p:grpSp>
        <p:nvGrpSpPr>
          <p:cNvPr id="25" name="Group 24">
            <a:extLst>
              <a:ext uri="{FF2B5EF4-FFF2-40B4-BE49-F238E27FC236}">
                <a16:creationId xmlns:a16="http://schemas.microsoft.com/office/drawing/2014/main" id="{6F92BE68-44E1-FC80-AD4E-35E18E5D7C9F}"/>
              </a:ext>
            </a:extLst>
          </p:cNvPr>
          <p:cNvGrpSpPr/>
          <p:nvPr/>
        </p:nvGrpSpPr>
        <p:grpSpPr>
          <a:xfrm>
            <a:off x="3289860" y="3885750"/>
            <a:ext cx="780480" cy="618120"/>
            <a:chOff x="3289860" y="3885750"/>
            <a:chExt cx="780480" cy="618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DB7FB603-C1B8-F0A5-AE81-9709FE9AC60A}"/>
                    </a:ext>
                  </a:extLst>
                </p14:cNvPr>
                <p14:cNvContentPartPr/>
                <p14:nvPr/>
              </p14:nvContentPartPr>
              <p14:xfrm>
                <a:off x="3289860" y="3926430"/>
                <a:ext cx="471600" cy="57744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DB7FB603-C1B8-F0A5-AE81-9709FE9AC60A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283740" y="3920310"/>
                  <a:ext cx="483840" cy="58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29DFB72A-E227-A6F8-F1EA-F92E43A8EE2E}"/>
                    </a:ext>
                  </a:extLst>
                </p14:cNvPr>
                <p14:cNvContentPartPr/>
                <p14:nvPr/>
              </p14:nvContentPartPr>
              <p14:xfrm>
                <a:off x="3325500" y="3885750"/>
                <a:ext cx="296280" cy="687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29DFB72A-E227-A6F8-F1EA-F92E43A8EE2E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319380" y="3879630"/>
                  <a:ext cx="30852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3CE4A643-1E1D-E4BC-C2A3-9B422E9BD4C7}"/>
                    </a:ext>
                  </a:extLst>
                </p14:cNvPr>
                <p14:cNvContentPartPr/>
                <p14:nvPr/>
              </p14:nvContentPartPr>
              <p14:xfrm>
                <a:off x="3920580" y="4108590"/>
                <a:ext cx="149760" cy="31356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3CE4A643-1E1D-E4BC-C2A3-9B422E9BD4C7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914460" y="4102470"/>
                  <a:ext cx="162000" cy="3258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42873318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5F1669C-68EF-E0CE-6A6C-D68E9C3642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diagram of a diagram&#10;&#10;AI-generated content may be incorrect.">
            <a:extLst>
              <a:ext uri="{FF2B5EF4-FFF2-40B4-BE49-F238E27FC236}">
                <a16:creationId xmlns:a16="http://schemas.microsoft.com/office/drawing/2014/main" id="{A230F641-2478-3B1F-3AD3-9B24867F61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197" y="643466"/>
            <a:ext cx="10817605" cy="557106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EDE00D7-C216-9F74-BC51-CDA88056C3B7}"/>
              </a:ext>
            </a:extLst>
          </p:cNvPr>
          <p:cNvSpPr txBox="1"/>
          <p:nvPr/>
        </p:nvSpPr>
        <p:spPr>
          <a:xfrm>
            <a:off x="283029" y="250371"/>
            <a:ext cx="75939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  <a:hlinkClick r:id="rId3"/>
              </a:rPr>
              <a:t>https://www.artofcse.com/learning/introduction-to-dynamic-programming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3890546-CFCD-C354-3957-237D3032F245}"/>
              </a:ext>
            </a:extLst>
          </p:cNvPr>
          <p:cNvSpPr/>
          <p:nvPr/>
        </p:nvSpPr>
        <p:spPr>
          <a:xfrm>
            <a:off x="457200" y="6214532"/>
            <a:ext cx="10817605" cy="3930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B5195A0-2EF4-8289-BCD1-746756AF7AEB}"/>
              </a:ext>
            </a:extLst>
          </p:cNvPr>
          <p:cNvSpPr/>
          <p:nvPr/>
        </p:nvSpPr>
        <p:spPr>
          <a:xfrm>
            <a:off x="6558407" y="1158240"/>
            <a:ext cx="4946395" cy="426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9E78FF73-1FC3-6319-4A76-8A26B90AEA62}"/>
              </a:ext>
            </a:extLst>
          </p:cNvPr>
          <p:cNvGrpSpPr/>
          <p:nvPr/>
        </p:nvGrpSpPr>
        <p:grpSpPr>
          <a:xfrm>
            <a:off x="296820" y="4770990"/>
            <a:ext cx="962640" cy="955800"/>
            <a:chOff x="296820" y="4770990"/>
            <a:chExt cx="962640" cy="955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24E62566-3766-4F3A-C8E6-D17675E7BFA3}"/>
                    </a:ext>
                  </a:extLst>
                </p14:cNvPr>
                <p14:cNvContentPartPr/>
                <p14:nvPr/>
              </p14:nvContentPartPr>
              <p14:xfrm>
                <a:off x="604620" y="4944150"/>
                <a:ext cx="464040" cy="7826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24E62566-3766-4F3A-C8E6-D17675E7BFA3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98500" y="4938030"/>
                  <a:ext cx="476280" cy="79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E6FB8E1E-4AD3-AF63-FCCA-A2D9D56D201B}"/>
                    </a:ext>
                  </a:extLst>
                </p14:cNvPr>
                <p14:cNvContentPartPr/>
                <p14:nvPr/>
              </p14:nvContentPartPr>
              <p14:xfrm>
                <a:off x="971460" y="4834350"/>
                <a:ext cx="288000" cy="2923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E6FB8E1E-4AD3-AF63-FCCA-A2D9D56D201B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965348" y="4828230"/>
                  <a:ext cx="300225" cy="30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0B3616B3-CBCC-5464-86A2-E3733BEE6A4B}"/>
                    </a:ext>
                  </a:extLst>
                </p14:cNvPr>
                <p14:cNvContentPartPr/>
                <p14:nvPr/>
              </p14:nvContentPartPr>
              <p14:xfrm>
                <a:off x="296820" y="4770990"/>
                <a:ext cx="253440" cy="33732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0B3616B3-CBCC-5464-86A2-E3733BEE6A4B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90700" y="4764863"/>
                  <a:ext cx="265680" cy="349573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C91DB175-C00E-CD4B-F14F-1EA894C4DE7E}"/>
                  </a:ext>
                </a:extLst>
              </p14:cNvPr>
              <p14:cNvContentPartPr/>
              <p14:nvPr/>
            </p14:nvContentPartPr>
            <p14:xfrm>
              <a:off x="2478420" y="5149710"/>
              <a:ext cx="402480" cy="7023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C91DB175-C00E-CD4B-F14F-1EA894C4DE7E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472305" y="5143587"/>
                <a:ext cx="414709" cy="71460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DF59ACFB-3C27-270D-6B33-557967043D94}"/>
                  </a:ext>
                </a:extLst>
              </p14:cNvPr>
              <p14:cNvContentPartPr/>
              <p14:nvPr/>
            </p14:nvContentPartPr>
            <p14:xfrm>
              <a:off x="2479860" y="5153670"/>
              <a:ext cx="308880" cy="2088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DF59ACFB-3C27-270D-6B33-557967043D94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473740" y="5147550"/>
                <a:ext cx="321120" cy="3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C21B3F37-1F7C-F910-1BF8-5E3773CED2B6}"/>
                  </a:ext>
                </a:extLst>
              </p14:cNvPr>
              <p14:cNvContentPartPr/>
              <p14:nvPr/>
            </p14:nvContentPartPr>
            <p14:xfrm>
              <a:off x="2948580" y="5173470"/>
              <a:ext cx="150840" cy="50652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C21B3F37-1F7C-F910-1BF8-5E3773CED2B6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942460" y="5167350"/>
                <a:ext cx="163080" cy="518760"/>
              </a:xfrm>
              <a:prstGeom prst="rect">
                <a:avLst/>
              </a:prstGeom>
            </p:spPr>
          </p:pic>
        </mc:Fallback>
      </mc:AlternateContent>
      <p:grpSp>
        <p:nvGrpSpPr>
          <p:cNvPr id="11" name="Group 10">
            <a:extLst>
              <a:ext uri="{FF2B5EF4-FFF2-40B4-BE49-F238E27FC236}">
                <a16:creationId xmlns:a16="http://schemas.microsoft.com/office/drawing/2014/main" id="{F2C25556-D59A-C354-D675-9598CD37A832}"/>
              </a:ext>
            </a:extLst>
          </p:cNvPr>
          <p:cNvGrpSpPr/>
          <p:nvPr/>
        </p:nvGrpSpPr>
        <p:grpSpPr>
          <a:xfrm>
            <a:off x="1485540" y="3542310"/>
            <a:ext cx="710280" cy="938880"/>
            <a:chOff x="1485540" y="3542310"/>
            <a:chExt cx="710280" cy="938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42D6344E-B009-0D7A-250B-1DD6487F2857}"/>
                    </a:ext>
                  </a:extLst>
                </p14:cNvPr>
                <p14:cNvContentPartPr/>
                <p14:nvPr/>
              </p14:nvContentPartPr>
              <p14:xfrm>
                <a:off x="1485540" y="3702510"/>
                <a:ext cx="547920" cy="77868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42D6344E-B009-0D7A-250B-1DD6487F2857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479420" y="3696390"/>
                  <a:ext cx="560160" cy="79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D289425A-E871-723B-4896-07EF6FC4153D}"/>
                    </a:ext>
                  </a:extLst>
                </p14:cNvPr>
                <p14:cNvContentPartPr/>
                <p14:nvPr/>
              </p14:nvContentPartPr>
              <p14:xfrm>
                <a:off x="1885860" y="3542310"/>
                <a:ext cx="309960" cy="34020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D289425A-E871-723B-4896-07EF6FC4153D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879740" y="3536190"/>
                  <a:ext cx="322200" cy="352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5ACFE988-0AB1-8430-CBDD-4547CAFB6894}"/>
                  </a:ext>
                </a:extLst>
              </p14:cNvPr>
              <p14:cNvContentPartPr/>
              <p14:nvPr/>
            </p14:nvContentPartPr>
            <p14:xfrm>
              <a:off x="845820" y="3666870"/>
              <a:ext cx="398880" cy="43740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5ACFE988-0AB1-8430-CBDD-4547CAFB6894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839700" y="3660750"/>
                <a:ext cx="411120" cy="449640"/>
              </a:xfrm>
              <a:prstGeom prst="rect">
                <a:avLst/>
              </a:prstGeom>
            </p:spPr>
          </p:pic>
        </mc:Fallback>
      </mc:AlternateContent>
      <p:grpSp>
        <p:nvGrpSpPr>
          <p:cNvPr id="25" name="Group 24">
            <a:extLst>
              <a:ext uri="{FF2B5EF4-FFF2-40B4-BE49-F238E27FC236}">
                <a16:creationId xmlns:a16="http://schemas.microsoft.com/office/drawing/2014/main" id="{B530472E-3C01-DC63-149D-5FCFE8DA319F}"/>
              </a:ext>
            </a:extLst>
          </p:cNvPr>
          <p:cNvGrpSpPr/>
          <p:nvPr/>
        </p:nvGrpSpPr>
        <p:grpSpPr>
          <a:xfrm>
            <a:off x="3289860" y="3885750"/>
            <a:ext cx="780480" cy="618120"/>
            <a:chOff x="3289860" y="3885750"/>
            <a:chExt cx="780480" cy="618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F58E703F-955D-9D8B-D680-E7530E7F2C79}"/>
                    </a:ext>
                  </a:extLst>
                </p14:cNvPr>
                <p14:cNvContentPartPr/>
                <p14:nvPr/>
              </p14:nvContentPartPr>
              <p14:xfrm>
                <a:off x="3289860" y="3926430"/>
                <a:ext cx="471600" cy="57744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F58E703F-955D-9D8B-D680-E7530E7F2C79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283740" y="3920314"/>
                  <a:ext cx="483840" cy="58967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7EF96068-BD38-1205-9BBF-AF0869DD0ECF}"/>
                    </a:ext>
                  </a:extLst>
                </p14:cNvPr>
                <p14:cNvContentPartPr/>
                <p14:nvPr/>
              </p14:nvContentPartPr>
              <p14:xfrm>
                <a:off x="3325500" y="3885750"/>
                <a:ext cx="296280" cy="687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7EF96068-BD38-1205-9BBF-AF0869DD0ECF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319380" y="3879630"/>
                  <a:ext cx="30852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89A2A078-1633-A48B-3D1B-224536F90B1A}"/>
                    </a:ext>
                  </a:extLst>
                </p14:cNvPr>
                <p14:cNvContentPartPr/>
                <p14:nvPr/>
              </p14:nvContentPartPr>
              <p14:xfrm>
                <a:off x="3920580" y="4108590"/>
                <a:ext cx="149760" cy="31356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89A2A078-1633-A48B-3D1B-224536F90B1A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914475" y="4102470"/>
                  <a:ext cx="161971" cy="325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324EA9F5-F02A-067A-29DA-7FA8B2D00856}"/>
                  </a:ext>
                </a:extLst>
              </p14:cNvPr>
              <p14:cNvContentPartPr/>
              <p14:nvPr/>
            </p14:nvContentPartPr>
            <p14:xfrm>
              <a:off x="2478780" y="2262150"/>
              <a:ext cx="720360" cy="88128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324EA9F5-F02A-067A-29DA-7FA8B2D00856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2472660" y="2256027"/>
                <a:ext cx="732600" cy="89352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49F56443-54FA-A6DC-9455-4FF3CF818C6F}"/>
                  </a:ext>
                </a:extLst>
              </p14:cNvPr>
              <p14:cNvContentPartPr/>
              <p14:nvPr/>
            </p14:nvContentPartPr>
            <p14:xfrm>
              <a:off x="3108420" y="2034270"/>
              <a:ext cx="230760" cy="52524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49F56443-54FA-A6DC-9455-4FF3CF818C6F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3102300" y="2028146"/>
                <a:ext cx="243000" cy="53748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0EF8EC7F-3178-3C6B-621D-BBCF885FBD69}"/>
                  </a:ext>
                </a:extLst>
              </p14:cNvPr>
              <p14:cNvContentPartPr/>
              <p14:nvPr/>
            </p14:nvContentPartPr>
            <p14:xfrm>
              <a:off x="1942740" y="1964430"/>
              <a:ext cx="362520" cy="65340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0EF8EC7F-3178-3C6B-621D-BBCF885FBD69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1936620" y="1958307"/>
                <a:ext cx="374760" cy="665647"/>
              </a:xfrm>
              <a:prstGeom prst="rect">
                <a:avLst/>
              </a:prstGeom>
            </p:spPr>
          </p:pic>
        </mc:Fallback>
      </mc:AlternateContent>
      <p:grpSp>
        <p:nvGrpSpPr>
          <p:cNvPr id="29" name="Group 28">
            <a:extLst>
              <a:ext uri="{FF2B5EF4-FFF2-40B4-BE49-F238E27FC236}">
                <a16:creationId xmlns:a16="http://schemas.microsoft.com/office/drawing/2014/main" id="{09DC4FD5-FB44-76FE-94B6-0777BFC4B66C}"/>
              </a:ext>
            </a:extLst>
          </p:cNvPr>
          <p:cNvGrpSpPr/>
          <p:nvPr/>
        </p:nvGrpSpPr>
        <p:grpSpPr>
          <a:xfrm>
            <a:off x="4170780" y="2559870"/>
            <a:ext cx="729720" cy="972720"/>
            <a:chOff x="4170780" y="2559870"/>
            <a:chExt cx="729720" cy="972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7C7E0FFE-06B1-E258-5170-9F70CAB56E51}"/>
                    </a:ext>
                  </a:extLst>
                </p14:cNvPr>
                <p14:cNvContentPartPr/>
                <p14:nvPr/>
              </p14:nvContentPartPr>
              <p14:xfrm>
                <a:off x="4170780" y="2559870"/>
                <a:ext cx="676440" cy="88524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7C7E0FFE-06B1-E258-5170-9F70CAB56E51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164663" y="2553750"/>
                  <a:ext cx="688673" cy="89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F7B44315-BAD4-3B7C-87C5-B6232DF08B77}"/>
                    </a:ext>
                  </a:extLst>
                </p14:cNvPr>
                <p14:cNvContentPartPr/>
                <p14:nvPr/>
              </p14:nvContentPartPr>
              <p14:xfrm>
                <a:off x="4652100" y="3177270"/>
                <a:ext cx="248400" cy="35532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F7B44315-BAD4-3B7C-87C5-B6232DF08B77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645980" y="3171150"/>
                  <a:ext cx="260640" cy="36756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30" name="Rectangle 29">
            <a:extLst>
              <a:ext uri="{FF2B5EF4-FFF2-40B4-BE49-F238E27FC236}">
                <a16:creationId xmlns:a16="http://schemas.microsoft.com/office/drawing/2014/main" id="{4B238F46-113B-781F-707A-C96D1F1C390B}"/>
              </a:ext>
            </a:extLst>
          </p:cNvPr>
          <p:cNvSpPr/>
          <p:nvPr/>
        </p:nvSpPr>
        <p:spPr>
          <a:xfrm>
            <a:off x="4152917" y="3735810"/>
            <a:ext cx="3311114" cy="1752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A35C14B-F376-7D2D-1464-77554FFDE0F4}"/>
              </a:ext>
            </a:extLst>
          </p:cNvPr>
          <p:cNvSpPr/>
          <p:nvPr/>
        </p:nvSpPr>
        <p:spPr>
          <a:xfrm>
            <a:off x="4138157" y="2364232"/>
            <a:ext cx="2678097" cy="160251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5109228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3E01CCC-B702-873C-0058-8AC20D4A17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diagram of a diagram&#10;&#10;AI-generated content may be incorrect.">
            <a:extLst>
              <a:ext uri="{FF2B5EF4-FFF2-40B4-BE49-F238E27FC236}">
                <a16:creationId xmlns:a16="http://schemas.microsoft.com/office/drawing/2014/main" id="{C5ECEC81-3034-911D-EE08-4361B328D11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197" y="643466"/>
            <a:ext cx="10817605" cy="557106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DEA86DC-BCF0-BB35-3421-C4358FADA4E5}"/>
              </a:ext>
            </a:extLst>
          </p:cNvPr>
          <p:cNvSpPr txBox="1"/>
          <p:nvPr/>
        </p:nvSpPr>
        <p:spPr>
          <a:xfrm>
            <a:off x="283029" y="250371"/>
            <a:ext cx="75939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  <a:hlinkClick r:id="rId3"/>
              </a:rPr>
              <a:t>https://www.artofcse.com/learning/introduction-to-dynamic-programming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DA82606-3183-20C0-E939-A4BCF6C91D4C}"/>
              </a:ext>
            </a:extLst>
          </p:cNvPr>
          <p:cNvSpPr/>
          <p:nvPr/>
        </p:nvSpPr>
        <p:spPr>
          <a:xfrm>
            <a:off x="457200" y="6214532"/>
            <a:ext cx="10817605" cy="3930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0ED4186-3ACC-CA6F-44B4-B72B0BF21463}"/>
              </a:ext>
            </a:extLst>
          </p:cNvPr>
          <p:cNvSpPr/>
          <p:nvPr/>
        </p:nvSpPr>
        <p:spPr>
          <a:xfrm>
            <a:off x="6558407" y="1158240"/>
            <a:ext cx="4946395" cy="426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EE002670-5D74-1C03-8B7A-FB1D3AD37705}"/>
              </a:ext>
            </a:extLst>
          </p:cNvPr>
          <p:cNvGrpSpPr/>
          <p:nvPr/>
        </p:nvGrpSpPr>
        <p:grpSpPr>
          <a:xfrm>
            <a:off x="296820" y="4770990"/>
            <a:ext cx="962640" cy="955800"/>
            <a:chOff x="296820" y="4770990"/>
            <a:chExt cx="962640" cy="955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AFCF0C99-0C13-CF5E-563B-F6414C822572}"/>
                    </a:ext>
                  </a:extLst>
                </p14:cNvPr>
                <p14:cNvContentPartPr/>
                <p14:nvPr/>
              </p14:nvContentPartPr>
              <p14:xfrm>
                <a:off x="604620" y="4944150"/>
                <a:ext cx="464040" cy="7826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AFCF0C99-0C13-CF5E-563B-F6414C822572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98500" y="4938030"/>
                  <a:ext cx="476280" cy="79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884C7A8F-29B7-C6EB-B470-A794EA093B58}"/>
                    </a:ext>
                  </a:extLst>
                </p14:cNvPr>
                <p14:cNvContentPartPr/>
                <p14:nvPr/>
              </p14:nvContentPartPr>
              <p14:xfrm>
                <a:off x="971460" y="4834350"/>
                <a:ext cx="288000" cy="2923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884C7A8F-29B7-C6EB-B470-A794EA093B58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965348" y="4828230"/>
                  <a:ext cx="300225" cy="30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6FE390CA-6C55-6860-19F8-4C231F258424}"/>
                    </a:ext>
                  </a:extLst>
                </p14:cNvPr>
                <p14:cNvContentPartPr/>
                <p14:nvPr/>
              </p14:nvContentPartPr>
              <p14:xfrm>
                <a:off x="296820" y="4770990"/>
                <a:ext cx="253440" cy="33732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6FE390CA-6C55-6860-19F8-4C231F258424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90700" y="4764863"/>
                  <a:ext cx="265680" cy="349573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100C5E19-E3B3-9FCE-3AF1-4C848390D617}"/>
                  </a:ext>
                </a:extLst>
              </p14:cNvPr>
              <p14:cNvContentPartPr/>
              <p14:nvPr/>
            </p14:nvContentPartPr>
            <p14:xfrm>
              <a:off x="2478420" y="5149710"/>
              <a:ext cx="402480" cy="7023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100C5E19-E3B3-9FCE-3AF1-4C848390D617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472305" y="5143587"/>
                <a:ext cx="414709" cy="71460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C6833FCD-5F30-B332-7CD8-87AC2EAC83C7}"/>
                  </a:ext>
                </a:extLst>
              </p14:cNvPr>
              <p14:cNvContentPartPr/>
              <p14:nvPr/>
            </p14:nvContentPartPr>
            <p14:xfrm>
              <a:off x="2479860" y="5153670"/>
              <a:ext cx="308880" cy="2088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C6833FCD-5F30-B332-7CD8-87AC2EAC83C7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473740" y="5147550"/>
                <a:ext cx="321120" cy="3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70D38FB3-3523-2B70-18D4-C5DEF1BBE449}"/>
                  </a:ext>
                </a:extLst>
              </p14:cNvPr>
              <p14:cNvContentPartPr/>
              <p14:nvPr/>
            </p14:nvContentPartPr>
            <p14:xfrm>
              <a:off x="2948580" y="5173470"/>
              <a:ext cx="150840" cy="50652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70D38FB3-3523-2B70-18D4-C5DEF1BBE449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942460" y="5167350"/>
                <a:ext cx="163080" cy="518760"/>
              </a:xfrm>
              <a:prstGeom prst="rect">
                <a:avLst/>
              </a:prstGeom>
            </p:spPr>
          </p:pic>
        </mc:Fallback>
      </mc:AlternateContent>
      <p:grpSp>
        <p:nvGrpSpPr>
          <p:cNvPr id="11" name="Group 10">
            <a:extLst>
              <a:ext uri="{FF2B5EF4-FFF2-40B4-BE49-F238E27FC236}">
                <a16:creationId xmlns:a16="http://schemas.microsoft.com/office/drawing/2014/main" id="{9732ECB2-0ED2-0D51-D168-524A684FF36D}"/>
              </a:ext>
            </a:extLst>
          </p:cNvPr>
          <p:cNvGrpSpPr/>
          <p:nvPr/>
        </p:nvGrpSpPr>
        <p:grpSpPr>
          <a:xfrm>
            <a:off x="1485540" y="3542310"/>
            <a:ext cx="710280" cy="938880"/>
            <a:chOff x="1485540" y="3542310"/>
            <a:chExt cx="710280" cy="938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4CA7760F-D6B4-CCB6-7B8A-7ABBB262D13C}"/>
                    </a:ext>
                  </a:extLst>
                </p14:cNvPr>
                <p14:cNvContentPartPr/>
                <p14:nvPr/>
              </p14:nvContentPartPr>
              <p14:xfrm>
                <a:off x="1485540" y="3702510"/>
                <a:ext cx="547920" cy="77868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4CA7760F-D6B4-CCB6-7B8A-7ABBB262D13C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479420" y="3696390"/>
                  <a:ext cx="560160" cy="79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14F2E9ED-10B9-6D03-4473-391119EE40CC}"/>
                    </a:ext>
                  </a:extLst>
                </p14:cNvPr>
                <p14:cNvContentPartPr/>
                <p14:nvPr/>
              </p14:nvContentPartPr>
              <p14:xfrm>
                <a:off x="1885860" y="3542310"/>
                <a:ext cx="309960" cy="34020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14F2E9ED-10B9-6D03-4473-391119EE40CC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879740" y="3536190"/>
                  <a:ext cx="322200" cy="352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93419198-50A5-6A1D-352C-F00EE2AFC995}"/>
                  </a:ext>
                </a:extLst>
              </p14:cNvPr>
              <p14:cNvContentPartPr/>
              <p14:nvPr/>
            </p14:nvContentPartPr>
            <p14:xfrm>
              <a:off x="845820" y="3666870"/>
              <a:ext cx="398880" cy="43740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93419198-50A5-6A1D-352C-F00EE2AFC995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839700" y="3660750"/>
                <a:ext cx="411120" cy="449640"/>
              </a:xfrm>
              <a:prstGeom prst="rect">
                <a:avLst/>
              </a:prstGeom>
            </p:spPr>
          </p:pic>
        </mc:Fallback>
      </mc:AlternateContent>
      <p:grpSp>
        <p:nvGrpSpPr>
          <p:cNvPr id="25" name="Group 24">
            <a:extLst>
              <a:ext uri="{FF2B5EF4-FFF2-40B4-BE49-F238E27FC236}">
                <a16:creationId xmlns:a16="http://schemas.microsoft.com/office/drawing/2014/main" id="{4FA2BC65-4937-B078-D33D-CFC66C3B13EF}"/>
              </a:ext>
            </a:extLst>
          </p:cNvPr>
          <p:cNvGrpSpPr/>
          <p:nvPr/>
        </p:nvGrpSpPr>
        <p:grpSpPr>
          <a:xfrm>
            <a:off x="3289860" y="3885750"/>
            <a:ext cx="780480" cy="618120"/>
            <a:chOff x="3289860" y="3885750"/>
            <a:chExt cx="780480" cy="618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BA475C20-D59C-9B08-51E1-DB796C888C8E}"/>
                    </a:ext>
                  </a:extLst>
                </p14:cNvPr>
                <p14:cNvContentPartPr/>
                <p14:nvPr/>
              </p14:nvContentPartPr>
              <p14:xfrm>
                <a:off x="3289860" y="3926430"/>
                <a:ext cx="471600" cy="57744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BA475C20-D59C-9B08-51E1-DB796C888C8E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283740" y="3920314"/>
                  <a:ext cx="483840" cy="58967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6C88F02A-A095-D997-2A63-398D7CADCC91}"/>
                    </a:ext>
                  </a:extLst>
                </p14:cNvPr>
                <p14:cNvContentPartPr/>
                <p14:nvPr/>
              </p14:nvContentPartPr>
              <p14:xfrm>
                <a:off x="3325500" y="3885750"/>
                <a:ext cx="296280" cy="687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6C88F02A-A095-D997-2A63-398D7CADCC91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319380" y="3879630"/>
                  <a:ext cx="30852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DDB1367B-FCC4-1D46-C28B-C798241EC8FF}"/>
                    </a:ext>
                  </a:extLst>
                </p14:cNvPr>
                <p14:cNvContentPartPr/>
                <p14:nvPr/>
              </p14:nvContentPartPr>
              <p14:xfrm>
                <a:off x="3920580" y="4108590"/>
                <a:ext cx="149760" cy="31356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DDB1367B-FCC4-1D46-C28B-C798241EC8FF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914475" y="4102470"/>
                  <a:ext cx="161971" cy="325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0F7DA422-3F69-69C7-B9E7-939788F94E7A}"/>
                  </a:ext>
                </a:extLst>
              </p14:cNvPr>
              <p14:cNvContentPartPr/>
              <p14:nvPr/>
            </p14:nvContentPartPr>
            <p14:xfrm>
              <a:off x="2478780" y="2262150"/>
              <a:ext cx="720360" cy="88128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0F7DA422-3F69-69C7-B9E7-939788F94E7A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2472660" y="2256030"/>
                <a:ext cx="732600" cy="89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0FAEF919-479C-6D30-E086-AF7975CF990C}"/>
                  </a:ext>
                </a:extLst>
              </p14:cNvPr>
              <p14:cNvContentPartPr/>
              <p14:nvPr/>
            </p14:nvContentPartPr>
            <p14:xfrm>
              <a:off x="3108420" y="2034270"/>
              <a:ext cx="230760" cy="52524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0FAEF919-479C-6D30-E086-AF7975CF990C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3102300" y="2028150"/>
                <a:ext cx="243000" cy="53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3F9C0BBA-35B3-250D-67A6-C7921829D066}"/>
                  </a:ext>
                </a:extLst>
              </p14:cNvPr>
              <p14:cNvContentPartPr/>
              <p14:nvPr/>
            </p14:nvContentPartPr>
            <p14:xfrm>
              <a:off x="1942740" y="1964430"/>
              <a:ext cx="362520" cy="65340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3F9C0BBA-35B3-250D-67A6-C7921829D066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1936620" y="1958310"/>
                <a:ext cx="374760" cy="665640"/>
              </a:xfrm>
              <a:prstGeom prst="rect">
                <a:avLst/>
              </a:prstGeom>
            </p:spPr>
          </p:pic>
        </mc:Fallback>
      </mc:AlternateContent>
      <p:grpSp>
        <p:nvGrpSpPr>
          <p:cNvPr id="29" name="Group 28">
            <a:extLst>
              <a:ext uri="{FF2B5EF4-FFF2-40B4-BE49-F238E27FC236}">
                <a16:creationId xmlns:a16="http://schemas.microsoft.com/office/drawing/2014/main" id="{F4C08DE6-C4ED-0311-C13D-FAA07BB48765}"/>
              </a:ext>
            </a:extLst>
          </p:cNvPr>
          <p:cNvGrpSpPr/>
          <p:nvPr/>
        </p:nvGrpSpPr>
        <p:grpSpPr>
          <a:xfrm>
            <a:off x="4170780" y="2559870"/>
            <a:ext cx="729720" cy="972720"/>
            <a:chOff x="4170780" y="2559870"/>
            <a:chExt cx="729720" cy="972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73F8BEE0-A4E7-22ED-04FB-9C27D4FD8746}"/>
                    </a:ext>
                  </a:extLst>
                </p14:cNvPr>
                <p14:cNvContentPartPr/>
                <p14:nvPr/>
              </p14:nvContentPartPr>
              <p14:xfrm>
                <a:off x="4170780" y="2559870"/>
                <a:ext cx="676440" cy="88524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73F8BEE0-A4E7-22ED-04FB-9C27D4FD8746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164660" y="2553750"/>
                  <a:ext cx="688680" cy="89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165B8ED1-5B9A-9241-B1E9-7AF242F7116E}"/>
                    </a:ext>
                  </a:extLst>
                </p14:cNvPr>
                <p14:cNvContentPartPr/>
                <p14:nvPr/>
              </p14:nvContentPartPr>
              <p14:xfrm>
                <a:off x="4652100" y="3177270"/>
                <a:ext cx="248400" cy="35532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165B8ED1-5B9A-9241-B1E9-7AF242F7116E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645980" y="3171150"/>
                  <a:ext cx="260640" cy="36756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30" name="Rectangle 29">
            <a:extLst>
              <a:ext uri="{FF2B5EF4-FFF2-40B4-BE49-F238E27FC236}">
                <a16:creationId xmlns:a16="http://schemas.microsoft.com/office/drawing/2014/main" id="{82646A25-6538-5469-A2B7-FF8A249F2876}"/>
              </a:ext>
            </a:extLst>
          </p:cNvPr>
          <p:cNvSpPr/>
          <p:nvPr/>
        </p:nvSpPr>
        <p:spPr>
          <a:xfrm>
            <a:off x="4152917" y="3735810"/>
            <a:ext cx="3311114" cy="1752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5292251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0611FB-913C-2A69-21D3-6A78F3C3B8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diagram of a diagram&#10;&#10;AI-generated content may be incorrect.">
            <a:extLst>
              <a:ext uri="{FF2B5EF4-FFF2-40B4-BE49-F238E27FC236}">
                <a16:creationId xmlns:a16="http://schemas.microsoft.com/office/drawing/2014/main" id="{E5469477-987A-2C29-31A3-881B973A38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197" y="643466"/>
            <a:ext cx="10817605" cy="557106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3A20715-AA94-5A69-100D-AEC2EEE0B1A8}"/>
              </a:ext>
            </a:extLst>
          </p:cNvPr>
          <p:cNvSpPr txBox="1"/>
          <p:nvPr/>
        </p:nvSpPr>
        <p:spPr>
          <a:xfrm>
            <a:off x="283029" y="250371"/>
            <a:ext cx="75939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  <a:hlinkClick r:id="rId3"/>
              </a:rPr>
              <a:t>https://www.artofcse.com/learning/introduction-to-dynamic-programming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CCCD3E5-4D87-2134-A1B0-6521BAB3432C}"/>
              </a:ext>
            </a:extLst>
          </p:cNvPr>
          <p:cNvSpPr/>
          <p:nvPr/>
        </p:nvSpPr>
        <p:spPr>
          <a:xfrm>
            <a:off x="457200" y="6214532"/>
            <a:ext cx="10817605" cy="3930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0CBB48C-1EBB-E0C1-45C5-0971FBA041AA}"/>
              </a:ext>
            </a:extLst>
          </p:cNvPr>
          <p:cNvSpPr/>
          <p:nvPr/>
        </p:nvSpPr>
        <p:spPr>
          <a:xfrm>
            <a:off x="6558407" y="1158240"/>
            <a:ext cx="4946395" cy="426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85ACAD5-104C-9DE1-E77E-D8D2BC2D8B21}"/>
              </a:ext>
            </a:extLst>
          </p:cNvPr>
          <p:cNvGrpSpPr/>
          <p:nvPr/>
        </p:nvGrpSpPr>
        <p:grpSpPr>
          <a:xfrm>
            <a:off x="296820" y="4770990"/>
            <a:ext cx="962640" cy="955800"/>
            <a:chOff x="296820" y="4770990"/>
            <a:chExt cx="962640" cy="955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220F44C5-82EA-FC02-23F9-8AA1636A304A}"/>
                    </a:ext>
                  </a:extLst>
                </p14:cNvPr>
                <p14:cNvContentPartPr/>
                <p14:nvPr/>
              </p14:nvContentPartPr>
              <p14:xfrm>
                <a:off x="604620" y="4944150"/>
                <a:ext cx="464040" cy="7826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220F44C5-82EA-FC02-23F9-8AA1636A304A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98500" y="4938030"/>
                  <a:ext cx="476280" cy="79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8ED0C2AE-C8F1-C3D4-0674-2BDF0882B644}"/>
                    </a:ext>
                  </a:extLst>
                </p14:cNvPr>
                <p14:cNvContentPartPr/>
                <p14:nvPr/>
              </p14:nvContentPartPr>
              <p14:xfrm>
                <a:off x="971460" y="4834350"/>
                <a:ext cx="288000" cy="2923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8ED0C2AE-C8F1-C3D4-0674-2BDF0882B644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965348" y="4828230"/>
                  <a:ext cx="300225" cy="30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4D68F914-B138-49BE-DBFC-C10991EA9D41}"/>
                    </a:ext>
                  </a:extLst>
                </p14:cNvPr>
                <p14:cNvContentPartPr/>
                <p14:nvPr/>
              </p14:nvContentPartPr>
              <p14:xfrm>
                <a:off x="296820" y="4770990"/>
                <a:ext cx="253440" cy="33732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4D68F914-B138-49BE-DBFC-C10991EA9D41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90700" y="4764863"/>
                  <a:ext cx="265680" cy="349573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5181327A-BDA3-BE12-947A-0C786A00C4CF}"/>
                  </a:ext>
                </a:extLst>
              </p14:cNvPr>
              <p14:cNvContentPartPr/>
              <p14:nvPr/>
            </p14:nvContentPartPr>
            <p14:xfrm>
              <a:off x="2478420" y="5149710"/>
              <a:ext cx="402480" cy="7023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5181327A-BDA3-BE12-947A-0C786A00C4CF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472305" y="5143587"/>
                <a:ext cx="414709" cy="71460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9BFC1946-21EA-E3EB-D42B-4823E4891B45}"/>
                  </a:ext>
                </a:extLst>
              </p14:cNvPr>
              <p14:cNvContentPartPr/>
              <p14:nvPr/>
            </p14:nvContentPartPr>
            <p14:xfrm>
              <a:off x="2479860" y="5153670"/>
              <a:ext cx="308880" cy="2088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9BFC1946-21EA-E3EB-D42B-4823E4891B45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473740" y="5147550"/>
                <a:ext cx="321120" cy="3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1905A8EC-FC13-AC82-BFE2-1757DA5E9815}"/>
                  </a:ext>
                </a:extLst>
              </p14:cNvPr>
              <p14:cNvContentPartPr/>
              <p14:nvPr/>
            </p14:nvContentPartPr>
            <p14:xfrm>
              <a:off x="2948580" y="5173470"/>
              <a:ext cx="150840" cy="50652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1905A8EC-FC13-AC82-BFE2-1757DA5E9815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942460" y="5167350"/>
                <a:ext cx="163080" cy="518760"/>
              </a:xfrm>
              <a:prstGeom prst="rect">
                <a:avLst/>
              </a:prstGeom>
            </p:spPr>
          </p:pic>
        </mc:Fallback>
      </mc:AlternateContent>
      <p:grpSp>
        <p:nvGrpSpPr>
          <p:cNvPr id="11" name="Group 10">
            <a:extLst>
              <a:ext uri="{FF2B5EF4-FFF2-40B4-BE49-F238E27FC236}">
                <a16:creationId xmlns:a16="http://schemas.microsoft.com/office/drawing/2014/main" id="{B6BE6A2E-EA89-F89E-4064-BD173A1AB9C2}"/>
              </a:ext>
            </a:extLst>
          </p:cNvPr>
          <p:cNvGrpSpPr/>
          <p:nvPr/>
        </p:nvGrpSpPr>
        <p:grpSpPr>
          <a:xfrm>
            <a:off x="1485540" y="3542310"/>
            <a:ext cx="710280" cy="938880"/>
            <a:chOff x="1485540" y="3542310"/>
            <a:chExt cx="710280" cy="938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7E31D2D0-6D8C-3B95-259B-8052A79C2EBD}"/>
                    </a:ext>
                  </a:extLst>
                </p14:cNvPr>
                <p14:cNvContentPartPr/>
                <p14:nvPr/>
              </p14:nvContentPartPr>
              <p14:xfrm>
                <a:off x="1485540" y="3702510"/>
                <a:ext cx="547920" cy="77868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7E31D2D0-6D8C-3B95-259B-8052A79C2EBD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479420" y="3696390"/>
                  <a:ext cx="560160" cy="79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EDA5B0A1-1589-F596-53F1-C772ECF3F7B7}"/>
                    </a:ext>
                  </a:extLst>
                </p14:cNvPr>
                <p14:cNvContentPartPr/>
                <p14:nvPr/>
              </p14:nvContentPartPr>
              <p14:xfrm>
                <a:off x="1885860" y="3542310"/>
                <a:ext cx="309960" cy="34020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EDA5B0A1-1589-F596-53F1-C772ECF3F7B7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879740" y="3536190"/>
                  <a:ext cx="322200" cy="352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487964A3-46C5-69CA-FB3C-E8B6E303CE37}"/>
                  </a:ext>
                </a:extLst>
              </p14:cNvPr>
              <p14:cNvContentPartPr/>
              <p14:nvPr/>
            </p14:nvContentPartPr>
            <p14:xfrm>
              <a:off x="845820" y="3666870"/>
              <a:ext cx="398880" cy="43740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487964A3-46C5-69CA-FB3C-E8B6E303CE37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839700" y="3660750"/>
                <a:ext cx="411120" cy="449640"/>
              </a:xfrm>
              <a:prstGeom prst="rect">
                <a:avLst/>
              </a:prstGeom>
            </p:spPr>
          </p:pic>
        </mc:Fallback>
      </mc:AlternateContent>
      <p:grpSp>
        <p:nvGrpSpPr>
          <p:cNvPr id="25" name="Group 24">
            <a:extLst>
              <a:ext uri="{FF2B5EF4-FFF2-40B4-BE49-F238E27FC236}">
                <a16:creationId xmlns:a16="http://schemas.microsoft.com/office/drawing/2014/main" id="{C5268C6A-664B-712F-AB61-A378264DF3F7}"/>
              </a:ext>
            </a:extLst>
          </p:cNvPr>
          <p:cNvGrpSpPr/>
          <p:nvPr/>
        </p:nvGrpSpPr>
        <p:grpSpPr>
          <a:xfrm>
            <a:off x="3289860" y="3885750"/>
            <a:ext cx="780480" cy="618120"/>
            <a:chOff x="3289860" y="3885750"/>
            <a:chExt cx="780480" cy="618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80252C1A-3298-84A6-64E8-9AF42C3F7283}"/>
                    </a:ext>
                  </a:extLst>
                </p14:cNvPr>
                <p14:cNvContentPartPr/>
                <p14:nvPr/>
              </p14:nvContentPartPr>
              <p14:xfrm>
                <a:off x="3289860" y="3926430"/>
                <a:ext cx="471600" cy="57744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80252C1A-3298-84A6-64E8-9AF42C3F7283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283740" y="3920314"/>
                  <a:ext cx="483840" cy="58967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491295F8-0394-943F-3D0E-27633190AA84}"/>
                    </a:ext>
                  </a:extLst>
                </p14:cNvPr>
                <p14:cNvContentPartPr/>
                <p14:nvPr/>
              </p14:nvContentPartPr>
              <p14:xfrm>
                <a:off x="3325500" y="3885750"/>
                <a:ext cx="296280" cy="687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491295F8-0394-943F-3D0E-27633190AA84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319380" y="3879630"/>
                  <a:ext cx="30852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24E5DB93-6D60-46C0-46BC-8D67CD7946B2}"/>
                    </a:ext>
                  </a:extLst>
                </p14:cNvPr>
                <p14:cNvContentPartPr/>
                <p14:nvPr/>
              </p14:nvContentPartPr>
              <p14:xfrm>
                <a:off x="3920580" y="4108590"/>
                <a:ext cx="149760" cy="31356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24E5DB93-6D60-46C0-46BC-8D67CD7946B2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914475" y="4102470"/>
                  <a:ext cx="161971" cy="325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1A836BE9-1A2F-C37F-B9F2-FD60C7A41A6B}"/>
                  </a:ext>
                </a:extLst>
              </p14:cNvPr>
              <p14:cNvContentPartPr/>
              <p14:nvPr/>
            </p14:nvContentPartPr>
            <p14:xfrm>
              <a:off x="2478780" y="2262150"/>
              <a:ext cx="720360" cy="88128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1A836BE9-1A2F-C37F-B9F2-FD60C7A41A6B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2472660" y="2256027"/>
                <a:ext cx="732600" cy="89352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F7B824DE-FA94-CE0B-7090-20050B7C4F2E}"/>
                  </a:ext>
                </a:extLst>
              </p14:cNvPr>
              <p14:cNvContentPartPr/>
              <p14:nvPr/>
            </p14:nvContentPartPr>
            <p14:xfrm>
              <a:off x="3108420" y="2034270"/>
              <a:ext cx="230760" cy="52524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F7B824DE-FA94-CE0B-7090-20050B7C4F2E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3102300" y="2028146"/>
                <a:ext cx="243000" cy="53748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EAB44097-6B50-AB4A-6ED4-E659CCA6D460}"/>
                  </a:ext>
                </a:extLst>
              </p14:cNvPr>
              <p14:cNvContentPartPr/>
              <p14:nvPr/>
            </p14:nvContentPartPr>
            <p14:xfrm>
              <a:off x="1942740" y="1964430"/>
              <a:ext cx="362520" cy="65340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EAB44097-6B50-AB4A-6ED4-E659CCA6D460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1936620" y="1958307"/>
                <a:ext cx="374760" cy="665647"/>
              </a:xfrm>
              <a:prstGeom prst="rect">
                <a:avLst/>
              </a:prstGeom>
            </p:spPr>
          </p:pic>
        </mc:Fallback>
      </mc:AlternateContent>
      <p:grpSp>
        <p:nvGrpSpPr>
          <p:cNvPr id="29" name="Group 28">
            <a:extLst>
              <a:ext uri="{FF2B5EF4-FFF2-40B4-BE49-F238E27FC236}">
                <a16:creationId xmlns:a16="http://schemas.microsoft.com/office/drawing/2014/main" id="{5601C08C-37C1-37D0-9520-EDD411F94975}"/>
              </a:ext>
            </a:extLst>
          </p:cNvPr>
          <p:cNvGrpSpPr/>
          <p:nvPr/>
        </p:nvGrpSpPr>
        <p:grpSpPr>
          <a:xfrm>
            <a:off x="4170780" y="2559870"/>
            <a:ext cx="729720" cy="972720"/>
            <a:chOff x="4170780" y="2559870"/>
            <a:chExt cx="729720" cy="972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5AE83FCE-F75F-8FD1-9525-5013188CD134}"/>
                    </a:ext>
                  </a:extLst>
                </p14:cNvPr>
                <p14:cNvContentPartPr/>
                <p14:nvPr/>
              </p14:nvContentPartPr>
              <p14:xfrm>
                <a:off x="4170780" y="2559870"/>
                <a:ext cx="676440" cy="88524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5AE83FCE-F75F-8FD1-9525-5013188CD134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164663" y="2553750"/>
                  <a:ext cx="688673" cy="89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3B43B773-FA7A-2673-BD8A-42700EE78EA3}"/>
                    </a:ext>
                  </a:extLst>
                </p14:cNvPr>
                <p14:cNvContentPartPr/>
                <p14:nvPr/>
              </p14:nvContentPartPr>
              <p14:xfrm>
                <a:off x="4652100" y="3177270"/>
                <a:ext cx="248400" cy="35532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3B43B773-FA7A-2673-BD8A-42700EE78EA3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645980" y="3171150"/>
                  <a:ext cx="260640" cy="367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F10036C6-EB5C-AD18-F658-643315CC3187}"/>
                  </a:ext>
                </a:extLst>
              </p14:cNvPr>
              <p14:cNvContentPartPr/>
              <p14:nvPr/>
            </p14:nvContentPartPr>
            <p14:xfrm>
              <a:off x="4318740" y="3760110"/>
              <a:ext cx="504720" cy="4424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F10036C6-EB5C-AD18-F658-643315CC3187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4312620" y="3753990"/>
                <a:ext cx="516960" cy="45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B00850A3-8E79-1DAD-0F49-5D595F6D5212}"/>
                  </a:ext>
                </a:extLst>
              </p14:cNvPr>
              <p14:cNvContentPartPr/>
              <p14:nvPr/>
            </p14:nvContentPartPr>
            <p14:xfrm>
              <a:off x="4263300" y="4150350"/>
              <a:ext cx="150480" cy="11196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B00850A3-8E79-1DAD-0F49-5D595F6D5212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4257180" y="4144230"/>
                <a:ext cx="162720" cy="12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3B0FCA5F-AFAC-DF99-417B-2E560C7EEEB6}"/>
                  </a:ext>
                </a:extLst>
              </p14:cNvPr>
              <p14:cNvContentPartPr/>
              <p14:nvPr/>
            </p14:nvContentPartPr>
            <p14:xfrm>
              <a:off x="4732020" y="3988350"/>
              <a:ext cx="378720" cy="43560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3B0FCA5F-AFAC-DF99-417B-2E560C7EEEB6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4725900" y="3982230"/>
                <a:ext cx="390960" cy="44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64C0E44B-8BEC-A615-2BA8-D99055DDA135}"/>
                  </a:ext>
                </a:extLst>
              </p14:cNvPr>
              <p14:cNvContentPartPr/>
              <p14:nvPr/>
            </p14:nvContentPartPr>
            <p14:xfrm>
              <a:off x="5052060" y="3977550"/>
              <a:ext cx="131760" cy="15840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64C0E44B-8BEC-A615-2BA8-D99055DDA135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5045940" y="3971430"/>
                <a:ext cx="144000" cy="17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855E7B5B-E50C-A822-C934-AD789DBFE225}"/>
                  </a:ext>
                </a:extLst>
              </p14:cNvPr>
              <p14:cNvContentPartPr/>
              <p14:nvPr/>
            </p14:nvContentPartPr>
            <p14:xfrm>
              <a:off x="5176980" y="4332510"/>
              <a:ext cx="150120" cy="34092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855E7B5B-E50C-A822-C934-AD789DBFE225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5170860" y="4326390"/>
                <a:ext cx="162360" cy="353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3338981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3405F73-0BEF-7FE1-C934-F3CAC6019F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diagram of a diagram&#10;&#10;AI-generated content may be incorrect.">
            <a:extLst>
              <a:ext uri="{FF2B5EF4-FFF2-40B4-BE49-F238E27FC236}">
                <a16:creationId xmlns:a16="http://schemas.microsoft.com/office/drawing/2014/main" id="{FA73A641-5DA8-EC61-7866-51784B033E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197" y="643466"/>
            <a:ext cx="10817605" cy="557106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3705A3A-2D10-1806-AC66-137F6E2D1983}"/>
              </a:ext>
            </a:extLst>
          </p:cNvPr>
          <p:cNvSpPr txBox="1"/>
          <p:nvPr/>
        </p:nvSpPr>
        <p:spPr>
          <a:xfrm>
            <a:off x="283029" y="250371"/>
            <a:ext cx="75939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  <a:hlinkClick r:id="rId3"/>
              </a:rPr>
              <a:t>https://www.artofcse.com/learning/introduction-to-dynamic-programming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1AD6760-066A-5A87-85D4-3564CB20D177}"/>
              </a:ext>
            </a:extLst>
          </p:cNvPr>
          <p:cNvSpPr/>
          <p:nvPr/>
        </p:nvSpPr>
        <p:spPr>
          <a:xfrm>
            <a:off x="457200" y="6214532"/>
            <a:ext cx="10817605" cy="3930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F90C36D-5471-D599-240A-F194B0A4A24B}"/>
              </a:ext>
            </a:extLst>
          </p:cNvPr>
          <p:cNvSpPr/>
          <p:nvPr/>
        </p:nvSpPr>
        <p:spPr>
          <a:xfrm>
            <a:off x="6558407" y="1158240"/>
            <a:ext cx="4946395" cy="426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E8097BF-4919-FD32-61EF-1269FBB8E4A5}"/>
              </a:ext>
            </a:extLst>
          </p:cNvPr>
          <p:cNvGrpSpPr/>
          <p:nvPr/>
        </p:nvGrpSpPr>
        <p:grpSpPr>
          <a:xfrm>
            <a:off x="296820" y="4770990"/>
            <a:ext cx="962640" cy="955800"/>
            <a:chOff x="296820" y="4770990"/>
            <a:chExt cx="962640" cy="955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04C7BF55-AB93-746A-1A4E-C77F0F78B757}"/>
                    </a:ext>
                  </a:extLst>
                </p14:cNvPr>
                <p14:cNvContentPartPr/>
                <p14:nvPr/>
              </p14:nvContentPartPr>
              <p14:xfrm>
                <a:off x="604620" y="4944150"/>
                <a:ext cx="464040" cy="7826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04C7BF55-AB93-746A-1A4E-C77F0F78B757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98500" y="4938030"/>
                  <a:ext cx="476280" cy="79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B0EB4C86-7863-76E2-1326-E938F40BAFAF}"/>
                    </a:ext>
                  </a:extLst>
                </p14:cNvPr>
                <p14:cNvContentPartPr/>
                <p14:nvPr/>
              </p14:nvContentPartPr>
              <p14:xfrm>
                <a:off x="971460" y="4834350"/>
                <a:ext cx="288000" cy="2923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B0EB4C86-7863-76E2-1326-E938F40BAFAF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965348" y="4828230"/>
                  <a:ext cx="300225" cy="30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29270EC2-B5DA-81C6-4BCD-8590AEBADD3D}"/>
                    </a:ext>
                  </a:extLst>
                </p14:cNvPr>
                <p14:cNvContentPartPr/>
                <p14:nvPr/>
              </p14:nvContentPartPr>
              <p14:xfrm>
                <a:off x="296820" y="4770990"/>
                <a:ext cx="253440" cy="33732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29270EC2-B5DA-81C6-4BCD-8590AEBADD3D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90700" y="4764863"/>
                  <a:ext cx="265680" cy="349573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82EC9AF9-5F52-535D-4001-445F7DE17042}"/>
                  </a:ext>
                </a:extLst>
              </p14:cNvPr>
              <p14:cNvContentPartPr/>
              <p14:nvPr/>
            </p14:nvContentPartPr>
            <p14:xfrm>
              <a:off x="2478420" y="5149710"/>
              <a:ext cx="402480" cy="7023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82EC9AF9-5F52-535D-4001-445F7DE17042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472305" y="5143587"/>
                <a:ext cx="414709" cy="71460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2639D387-E859-19EC-076B-24457658D967}"/>
                  </a:ext>
                </a:extLst>
              </p14:cNvPr>
              <p14:cNvContentPartPr/>
              <p14:nvPr/>
            </p14:nvContentPartPr>
            <p14:xfrm>
              <a:off x="2479860" y="5153670"/>
              <a:ext cx="308880" cy="2088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2639D387-E859-19EC-076B-24457658D967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473740" y="5147550"/>
                <a:ext cx="321120" cy="3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6BAA0E59-3D53-7391-BF44-1F474EFFEB17}"/>
                  </a:ext>
                </a:extLst>
              </p14:cNvPr>
              <p14:cNvContentPartPr/>
              <p14:nvPr/>
            </p14:nvContentPartPr>
            <p14:xfrm>
              <a:off x="2948580" y="5173470"/>
              <a:ext cx="150840" cy="50652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6BAA0E59-3D53-7391-BF44-1F474EFFEB17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942460" y="5167350"/>
                <a:ext cx="163080" cy="518760"/>
              </a:xfrm>
              <a:prstGeom prst="rect">
                <a:avLst/>
              </a:prstGeom>
            </p:spPr>
          </p:pic>
        </mc:Fallback>
      </mc:AlternateContent>
      <p:grpSp>
        <p:nvGrpSpPr>
          <p:cNvPr id="11" name="Group 10">
            <a:extLst>
              <a:ext uri="{FF2B5EF4-FFF2-40B4-BE49-F238E27FC236}">
                <a16:creationId xmlns:a16="http://schemas.microsoft.com/office/drawing/2014/main" id="{4204F657-8001-5254-26FF-AC1DFACD5411}"/>
              </a:ext>
            </a:extLst>
          </p:cNvPr>
          <p:cNvGrpSpPr/>
          <p:nvPr/>
        </p:nvGrpSpPr>
        <p:grpSpPr>
          <a:xfrm>
            <a:off x="1485540" y="3542310"/>
            <a:ext cx="710280" cy="938880"/>
            <a:chOff x="1485540" y="3542310"/>
            <a:chExt cx="710280" cy="938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BABB74AB-61B1-910B-360A-39BD9020D2C9}"/>
                    </a:ext>
                  </a:extLst>
                </p14:cNvPr>
                <p14:cNvContentPartPr/>
                <p14:nvPr/>
              </p14:nvContentPartPr>
              <p14:xfrm>
                <a:off x="1485540" y="3702510"/>
                <a:ext cx="547920" cy="77868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BABB74AB-61B1-910B-360A-39BD9020D2C9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479420" y="3696390"/>
                  <a:ext cx="560160" cy="79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2C58D915-A1EB-5363-7F1B-4AC7D6ACCF9A}"/>
                    </a:ext>
                  </a:extLst>
                </p14:cNvPr>
                <p14:cNvContentPartPr/>
                <p14:nvPr/>
              </p14:nvContentPartPr>
              <p14:xfrm>
                <a:off x="1885860" y="3542310"/>
                <a:ext cx="309960" cy="34020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2C58D915-A1EB-5363-7F1B-4AC7D6ACCF9A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879740" y="3536190"/>
                  <a:ext cx="322200" cy="352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1B28D560-AC1C-DC01-2CBD-DC4C66B5B180}"/>
                  </a:ext>
                </a:extLst>
              </p14:cNvPr>
              <p14:cNvContentPartPr/>
              <p14:nvPr/>
            </p14:nvContentPartPr>
            <p14:xfrm>
              <a:off x="845820" y="3666870"/>
              <a:ext cx="398880" cy="43740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1B28D560-AC1C-DC01-2CBD-DC4C66B5B180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839700" y="3660750"/>
                <a:ext cx="411120" cy="449640"/>
              </a:xfrm>
              <a:prstGeom prst="rect">
                <a:avLst/>
              </a:prstGeom>
            </p:spPr>
          </p:pic>
        </mc:Fallback>
      </mc:AlternateContent>
      <p:grpSp>
        <p:nvGrpSpPr>
          <p:cNvPr id="25" name="Group 24">
            <a:extLst>
              <a:ext uri="{FF2B5EF4-FFF2-40B4-BE49-F238E27FC236}">
                <a16:creationId xmlns:a16="http://schemas.microsoft.com/office/drawing/2014/main" id="{7E8CDCDE-D8CF-57DD-EEEF-9417B1EEA368}"/>
              </a:ext>
            </a:extLst>
          </p:cNvPr>
          <p:cNvGrpSpPr/>
          <p:nvPr/>
        </p:nvGrpSpPr>
        <p:grpSpPr>
          <a:xfrm>
            <a:off x="3289860" y="3885750"/>
            <a:ext cx="780480" cy="618120"/>
            <a:chOff x="3289860" y="3885750"/>
            <a:chExt cx="780480" cy="618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0C82A5DD-338D-EBEC-6FA9-566F2C382890}"/>
                    </a:ext>
                  </a:extLst>
                </p14:cNvPr>
                <p14:cNvContentPartPr/>
                <p14:nvPr/>
              </p14:nvContentPartPr>
              <p14:xfrm>
                <a:off x="3289860" y="3926430"/>
                <a:ext cx="471600" cy="57744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0C82A5DD-338D-EBEC-6FA9-566F2C382890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283740" y="3920314"/>
                  <a:ext cx="483840" cy="58967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33AB157F-E101-0ACA-9141-F7DD0E72F4B7}"/>
                    </a:ext>
                  </a:extLst>
                </p14:cNvPr>
                <p14:cNvContentPartPr/>
                <p14:nvPr/>
              </p14:nvContentPartPr>
              <p14:xfrm>
                <a:off x="3325500" y="3885750"/>
                <a:ext cx="296280" cy="687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33AB157F-E101-0ACA-9141-F7DD0E72F4B7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319380" y="3879630"/>
                  <a:ext cx="30852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E06FD64C-8D72-D435-37D9-A6654180CB88}"/>
                    </a:ext>
                  </a:extLst>
                </p14:cNvPr>
                <p14:cNvContentPartPr/>
                <p14:nvPr/>
              </p14:nvContentPartPr>
              <p14:xfrm>
                <a:off x="3920580" y="4108590"/>
                <a:ext cx="149760" cy="31356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E06FD64C-8D72-D435-37D9-A6654180CB88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914475" y="4102470"/>
                  <a:ext cx="161971" cy="325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5682C035-5EAA-DD1F-28B1-1B74F0171BAE}"/>
                  </a:ext>
                </a:extLst>
              </p14:cNvPr>
              <p14:cNvContentPartPr/>
              <p14:nvPr/>
            </p14:nvContentPartPr>
            <p14:xfrm>
              <a:off x="2478780" y="2262150"/>
              <a:ext cx="720360" cy="88128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5682C035-5EAA-DD1F-28B1-1B74F0171BAE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2472660" y="2256027"/>
                <a:ext cx="732600" cy="89352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F4D362B4-BF94-5637-62A6-13DB58692F14}"/>
                  </a:ext>
                </a:extLst>
              </p14:cNvPr>
              <p14:cNvContentPartPr/>
              <p14:nvPr/>
            </p14:nvContentPartPr>
            <p14:xfrm>
              <a:off x="3108420" y="2034270"/>
              <a:ext cx="230760" cy="52524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F4D362B4-BF94-5637-62A6-13DB58692F14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3102300" y="2028146"/>
                <a:ext cx="243000" cy="53748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038BB8E4-3550-97D6-5627-15094EEAB0FB}"/>
                  </a:ext>
                </a:extLst>
              </p14:cNvPr>
              <p14:cNvContentPartPr/>
              <p14:nvPr/>
            </p14:nvContentPartPr>
            <p14:xfrm>
              <a:off x="1942740" y="1964430"/>
              <a:ext cx="362520" cy="65340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038BB8E4-3550-97D6-5627-15094EEAB0FB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1936620" y="1958307"/>
                <a:ext cx="374760" cy="665647"/>
              </a:xfrm>
              <a:prstGeom prst="rect">
                <a:avLst/>
              </a:prstGeom>
            </p:spPr>
          </p:pic>
        </mc:Fallback>
      </mc:AlternateContent>
      <p:grpSp>
        <p:nvGrpSpPr>
          <p:cNvPr id="29" name="Group 28">
            <a:extLst>
              <a:ext uri="{FF2B5EF4-FFF2-40B4-BE49-F238E27FC236}">
                <a16:creationId xmlns:a16="http://schemas.microsoft.com/office/drawing/2014/main" id="{7E5AFE19-80DB-7253-59E4-DC1AEF5AEB24}"/>
              </a:ext>
            </a:extLst>
          </p:cNvPr>
          <p:cNvGrpSpPr/>
          <p:nvPr/>
        </p:nvGrpSpPr>
        <p:grpSpPr>
          <a:xfrm>
            <a:off x="4170780" y="2559870"/>
            <a:ext cx="729720" cy="972720"/>
            <a:chOff x="4170780" y="2559870"/>
            <a:chExt cx="729720" cy="972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913BF89E-E27A-478E-AC07-B0AEC3299577}"/>
                    </a:ext>
                  </a:extLst>
                </p14:cNvPr>
                <p14:cNvContentPartPr/>
                <p14:nvPr/>
              </p14:nvContentPartPr>
              <p14:xfrm>
                <a:off x="4170780" y="2559870"/>
                <a:ext cx="676440" cy="88524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913BF89E-E27A-478E-AC07-B0AEC3299577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164663" y="2553750"/>
                  <a:ext cx="688673" cy="89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123A8126-C203-C95F-096F-3B81599B1D8B}"/>
                    </a:ext>
                  </a:extLst>
                </p14:cNvPr>
                <p14:cNvContentPartPr/>
                <p14:nvPr/>
              </p14:nvContentPartPr>
              <p14:xfrm>
                <a:off x="4652100" y="3177270"/>
                <a:ext cx="248400" cy="35532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123A8126-C203-C95F-096F-3B81599B1D8B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645980" y="3171150"/>
                  <a:ext cx="260640" cy="367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84C3296-F4BC-835F-F21B-F6052CF4EB1B}"/>
                  </a:ext>
                </a:extLst>
              </p14:cNvPr>
              <p14:cNvContentPartPr/>
              <p14:nvPr/>
            </p14:nvContentPartPr>
            <p14:xfrm>
              <a:off x="4318740" y="3760110"/>
              <a:ext cx="504720" cy="4424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84C3296-F4BC-835F-F21B-F6052CF4EB1B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4312620" y="3753990"/>
                <a:ext cx="516960" cy="45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47F15032-6C82-7DC3-F943-C2C8A0167ACE}"/>
                  </a:ext>
                </a:extLst>
              </p14:cNvPr>
              <p14:cNvContentPartPr/>
              <p14:nvPr/>
            </p14:nvContentPartPr>
            <p14:xfrm>
              <a:off x="4263300" y="4150350"/>
              <a:ext cx="150480" cy="11196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47F15032-6C82-7DC3-F943-C2C8A0167ACE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4257180" y="4144250"/>
                <a:ext cx="162720" cy="12416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7A804697-11C4-4066-EBD7-538316547B62}"/>
                  </a:ext>
                </a:extLst>
              </p14:cNvPr>
              <p14:cNvContentPartPr/>
              <p14:nvPr/>
            </p14:nvContentPartPr>
            <p14:xfrm>
              <a:off x="4732020" y="3988350"/>
              <a:ext cx="378720" cy="43560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7A804697-11C4-4066-EBD7-538316547B62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4725900" y="3982230"/>
                <a:ext cx="390960" cy="44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6CD21845-81FE-30E0-FBC8-0A2EF0C24686}"/>
                  </a:ext>
                </a:extLst>
              </p14:cNvPr>
              <p14:cNvContentPartPr/>
              <p14:nvPr/>
            </p14:nvContentPartPr>
            <p14:xfrm>
              <a:off x="5052060" y="3977550"/>
              <a:ext cx="131760" cy="15840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6CD21845-81FE-30E0-FBC8-0A2EF0C24686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5045940" y="3971430"/>
                <a:ext cx="144000" cy="17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E8B7ADFE-244C-B4FD-F1F6-EB04B02804CE}"/>
                  </a:ext>
                </a:extLst>
              </p14:cNvPr>
              <p14:cNvContentPartPr/>
              <p14:nvPr/>
            </p14:nvContentPartPr>
            <p14:xfrm>
              <a:off x="5176980" y="4332510"/>
              <a:ext cx="150120" cy="34092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E8B7ADFE-244C-B4FD-F1F6-EB04B02804CE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5170860" y="4326390"/>
                <a:ext cx="162360" cy="353160"/>
              </a:xfrm>
              <a:prstGeom prst="rect">
                <a:avLst/>
              </a:prstGeom>
            </p:spPr>
          </p:pic>
        </mc:Fallback>
      </mc:AlternateContent>
      <p:grpSp>
        <p:nvGrpSpPr>
          <p:cNvPr id="39" name="Group 38">
            <a:extLst>
              <a:ext uri="{FF2B5EF4-FFF2-40B4-BE49-F238E27FC236}">
                <a16:creationId xmlns:a16="http://schemas.microsoft.com/office/drawing/2014/main" id="{873B3E96-0C1E-6D18-6461-95ED07D8C5E4}"/>
              </a:ext>
            </a:extLst>
          </p:cNvPr>
          <p:cNvGrpSpPr/>
          <p:nvPr/>
        </p:nvGrpSpPr>
        <p:grpSpPr>
          <a:xfrm>
            <a:off x="5600700" y="3759030"/>
            <a:ext cx="858240" cy="676080"/>
            <a:chOff x="5600700" y="3759030"/>
            <a:chExt cx="858240" cy="676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0A342B41-7C85-B6EB-FCE9-FF948692242B}"/>
                    </a:ext>
                  </a:extLst>
                </p14:cNvPr>
                <p14:cNvContentPartPr/>
                <p14:nvPr/>
              </p14:nvContentPartPr>
              <p14:xfrm>
                <a:off x="5600700" y="3783150"/>
                <a:ext cx="329400" cy="44676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0A342B41-7C85-B6EB-FCE9-FF948692242B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5594580" y="3777030"/>
                  <a:ext cx="341640" cy="45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7190ED43-8B62-BB9E-F875-87942D0E8DE8}"/>
                    </a:ext>
                  </a:extLst>
                </p14:cNvPr>
                <p14:cNvContentPartPr/>
                <p14:nvPr/>
              </p14:nvContentPartPr>
              <p14:xfrm>
                <a:off x="5852340" y="4173030"/>
                <a:ext cx="127440" cy="19152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7190ED43-8B62-BB9E-F875-87942D0E8DE8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846220" y="4166910"/>
                  <a:ext cx="13968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CCE0020E-B4A9-471B-C3D8-F5B2FB753836}"/>
                    </a:ext>
                  </a:extLst>
                </p14:cNvPr>
                <p14:cNvContentPartPr/>
                <p14:nvPr/>
              </p14:nvContentPartPr>
              <p14:xfrm>
                <a:off x="6146460" y="3831750"/>
                <a:ext cx="220680" cy="60336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CCE0020E-B4A9-471B-C3D8-F5B2FB753836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140340" y="3825630"/>
                  <a:ext cx="232920" cy="61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1F3D1B7E-3E35-2286-C5DF-7215F64AE883}"/>
                    </a:ext>
                  </a:extLst>
                </p14:cNvPr>
                <p14:cNvContentPartPr/>
                <p14:nvPr/>
              </p14:nvContentPartPr>
              <p14:xfrm>
                <a:off x="6160860" y="3759030"/>
                <a:ext cx="298080" cy="3564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1F3D1B7E-3E35-2286-C5DF-7215F64AE883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6154740" y="3752910"/>
                  <a:ext cx="310320" cy="47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B0E5B620-3170-3ED5-6410-7A1E8F9B7D67}"/>
                  </a:ext>
                </a:extLst>
              </p14:cNvPr>
              <p14:cNvContentPartPr/>
              <p14:nvPr/>
            </p14:nvContentPartPr>
            <p14:xfrm>
              <a:off x="6617340" y="3987630"/>
              <a:ext cx="127800" cy="43488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B0E5B620-3170-3ED5-6410-7A1E8F9B7D67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6611220" y="3981510"/>
                <a:ext cx="140040" cy="447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8368518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2EC6BEE-8C2A-E987-023C-AE72A1CA69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diagram of a diagram&#10;&#10;AI-generated content may be incorrect.">
            <a:extLst>
              <a:ext uri="{FF2B5EF4-FFF2-40B4-BE49-F238E27FC236}">
                <a16:creationId xmlns:a16="http://schemas.microsoft.com/office/drawing/2014/main" id="{EB902C7C-E469-3E3D-9B2D-45AECF1243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197" y="643466"/>
            <a:ext cx="10817605" cy="557106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B6DE48D-B806-16FF-3944-6EB04285875A}"/>
              </a:ext>
            </a:extLst>
          </p:cNvPr>
          <p:cNvSpPr txBox="1"/>
          <p:nvPr/>
        </p:nvSpPr>
        <p:spPr>
          <a:xfrm>
            <a:off x="283029" y="250371"/>
            <a:ext cx="75939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  <a:hlinkClick r:id="rId3"/>
              </a:rPr>
              <a:t>https://www.artofcse.com/learning/introduction-to-dynamic-programming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B5950B1-DF72-E510-D767-BD2CFAB21A75}"/>
              </a:ext>
            </a:extLst>
          </p:cNvPr>
          <p:cNvSpPr/>
          <p:nvPr/>
        </p:nvSpPr>
        <p:spPr>
          <a:xfrm>
            <a:off x="457200" y="6214532"/>
            <a:ext cx="10817605" cy="3930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BC8587F-7179-C8E4-709E-B52C294AE3D9}"/>
              </a:ext>
            </a:extLst>
          </p:cNvPr>
          <p:cNvSpPr/>
          <p:nvPr/>
        </p:nvSpPr>
        <p:spPr>
          <a:xfrm>
            <a:off x="6558407" y="1158240"/>
            <a:ext cx="4946395" cy="426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7E31C87D-3E0E-5489-8BE4-29B856FE9FF3}"/>
              </a:ext>
            </a:extLst>
          </p:cNvPr>
          <p:cNvGrpSpPr/>
          <p:nvPr/>
        </p:nvGrpSpPr>
        <p:grpSpPr>
          <a:xfrm>
            <a:off x="296820" y="4770990"/>
            <a:ext cx="962640" cy="955800"/>
            <a:chOff x="296820" y="4770990"/>
            <a:chExt cx="962640" cy="955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10DA6839-04C9-309B-0EBA-8146E43EDE45}"/>
                    </a:ext>
                  </a:extLst>
                </p14:cNvPr>
                <p14:cNvContentPartPr/>
                <p14:nvPr/>
              </p14:nvContentPartPr>
              <p14:xfrm>
                <a:off x="604620" y="4944150"/>
                <a:ext cx="464040" cy="7826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10DA6839-04C9-309B-0EBA-8146E43EDE45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98500" y="4938030"/>
                  <a:ext cx="476280" cy="79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4EFF209C-1C94-FD45-2794-FFE1C749A4FA}"/>
                    </a:ext>
                  </a:extLst>
                </p14:cNvPr>
                <p14:cNvContentPartPr/>
                <p14:nvPr/>
              </p14:nvContentPartPr>
              <p14:xfrm>
                <a:off x="971460" y="4834350"/>
                <a:ext cx="288000" cy="2923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4EFF209C-1C94-FD45-2794-FFE1C749A4FA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965348" y="4828230"/>
                  <a:ext cx="300225" cy="30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5E984A6A-5619-5EF0-4491-E7414FBE55E3}"/>
                    </a:ext>
                  </a:extLst>
                </p14:cNvPr>
                <p14:cNvContentPartPr/>
                <p14:nvPr/>
              </p14:nvContentPartPr>
              <p14:xfrm>
                <a:off x="296820" y="4770990"/>
                <a:ext cx="253440" cy="33732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5E984A6A-5619-5EF0-4491-E7414FBE55E3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90700" y="4764863"/>
                  <a:ext cx="265680" cy="349573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80FA4BDC-B9B3-20D2-9019-89A44F43D0F9}"/>
                  </a:ext>
                </a:extLst>
              </p14:cNvPr>
              <p14:cNvContentPartPr/>
              <p14:nvPr/>
            </p14:nvContentPartPr>
            <p14:xfrm>
              <a:off x="2478420" y="5149710"/>
              <a:ext cx="402480" cy="7023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80FA4BDC-B9B3-20D2-9019-89A44F43D0F9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472305" y="5143587"/>
                <a:ext cx="414709" cy="71460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AECBF26B-C102-FED4-9783-458152730D6F}"/>
                  </a:ext>
                </a:extLst>
              </p14:cNvPr>
              <p14:cNvContentPartPr/>
              <p14:nvPr/>
            </p14:nvContentPartPr>
            <p14:xfrm>
              <a:off x="2479860" y="5153670"/>
              <a:ext cx="308880" cy="2088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AECBF26B-C102-FED4-9783-458152730D6F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473740" y="5147550"/>
                <a:ext cx="321120" cy="3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5D527FB5-275D-AE76-594A-B5055ECEDCFC}"/>
                  </a:ext>
                </a:extLst>
              </p14:cNvPr>
              <p14:cNvContentPartPr/>
              <p14:nvPr/>
            </p14:nvContentPartPr>
            <p14:xfrm>
              <a:off x="2948580" y="5173470"/>
              <a:ext cx="150840" cy="50652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5D527FB5-275D-AE76-594A-B5055ECEDCFC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942460" y="5167350"/>
                <a:ext cx="163080" cy="518760"/>
              </a:xfrm>
              <a:prstGeom prst="rect">
                <a:avLst/>
              </a:prstGeom>
            </p:spPr>
          </p:pic>
        </mc:Fallback>
      </mc:AlternateContent>
      <p:grpSp>
        <p:nvGrpSpPr>
          <p:cNvPr id="11" name="Group 10">
            <a:extLst>
              <a:ext uri="{FF2B5EF4-FFF2-40B4-BE49-F238E27FC236}">
                <a16:creationId xmlns:a16="http://schemas.microsoft.com/office/drawing/2014/main" id="{70D4AB6B-D846-F3F7-9599-7689EF9FA17D}"/>
              </a:ext>
            </a:extLst>
          </p:cNvPr>
          <p:cNvGrpSpPr/>
          <p:nvPr/>
        </p:nvGrpSpPr>
        <p:grpSpPr>
          <a:xfrm>
            <a:off x="1485540" y="3542310"/>
            <a:ext cx="710280" cy="938880"/>
            <a:chOff x="1485540" y="3542310"/>
            <a:chExt cx="710280" cy="938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6DFBF364-F6F4-A098-4403-900B28C0F9A5}"/>
                    </a:ext>
                  </a:extLst>
                </p14:cNvPr>
                <p14:cNvContentPartPr/>
                <p14:nvPr/>
              </p14:nvContentPartPr>
              <p14:xfrm>
                <a:off x="1485540" y="3702510"/>
                <a:ext cx="547920" cy="77868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6DFBF364-F6F4-A098-4403-900B28C0F9A5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479420" y="3696390"/>
                  <a:ext cx="560160" cy="79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CB3F2984-A716-80B7-A820-5422F2FB6223}"/>
                    </a:ext>
                  </a:extLst>
                </p14:cNvPr>
                <p14:cNvContentPartPr/>
                <p14:nvPr/>
              </p14:nvContentPartPr>
              <p14:xfrm>
                <a:off x="1885860" y="3542310"/>
                <a:ext cx="309960" cy="34020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CB3F2984-A716-80B7-A820-5422F2FB6223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879740" y="3536190"/>
                  <a:ext cx="322200" cy="352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AEDFB669-44AE-0214-574A-CCDF2F0D8D98}"/>
                  </a:ext>
                </a:extLst>
              </p14:cNvPr>
              <p14:cNvContentPartPr/>
              <p14:nvPr/>
            </p14:nvContentPartPr>
            <p14:xfrm>
              <a:off x="845820" y="3666870"/>
              <a:ext cx="398880" cy="43740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AEDFB669-44AE-0214-574A-CCDF2F0D8D98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839700" y="3660750"/>
                <a:ext cx="411120" cy="449640"/>
              </a:xfrm>
              <a:prstGeom prst="rect">
                <a:avLst/>
              </a:prstGeom>
            </p:spPr>
          </p:pic>
        </mc:Fallback>
      </mc:AlternateContent>
      <p:grpSp>
        <p:nvGrpSpPr>
          <p:cNvPr id="25" name="Group 24">
            <a:extLst>
              <a:ext uri="{FF2B5EF4-FFF2-40B4-BE49-F238E27FC236}">
                <a16:creationId xmlns:a16="http://schemas.microsoft.com/office/drawing/2014/main" id="{805790D6-2E62-1039-C2C1-D3EDB75AC83A}"/>
              </a:ext>
            </a:extLst>
          </p:cNvPr>
          <p:cNvGrpSpPr/>
          <p:nvPr/>
        </p:nvGrpSpPr>
        <p:grpSpPr>
          <a:xfrm>
            <a:off x="3289860" y="3885750"/>
            <a:ext cx="780480" cy="618120"/>
            <a:chOff x="3289860" y="3885750"/>
            <a:chExt cx="780480" cy="618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128F46D4-4C2C-FF68-55A9-009448DF1214}"/>
                    </a:ext>
                  </a:extLst>
                </p14:cNvPr>
                <p14:cNvContentPartPr/>
                <p14:nvPr/>
              </p14:nvContentPartPr>
              <p14:xfrm>
                <a:off x="3289860" y="3926430"/>
                <a:ext cx="471600" cy="57744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128F46D4-4C2C-FF68-55A9-009448DF1214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283740" y="3920314"/>
                  <a:ext cx="483840" cy="58967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3AC62F3B-29FA-4714-16DD-B75C73100DFF}"/>
                    </a:ext>
                  </a:extLst>
                </p14:cNvPr>
                <p14:cNvContentPartPr/>
                <p14:nvPr/>
              </p14:nvContentPartPr>
              <p14:xfrm>
                <a:off x="3325500" y="3885750"/>
                <a:ext cx="296280" cy="687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3AC62F3B-29FA-4714-16DD-B75C73100DFF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319380" y="3879630"/>
                  <a:ext cx="30852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7BC76DBA-863A-745A-379E-4935494FA76C}"/>
                    </a:ext>
                  </a:extLst>
                </p14:cNvPr>
                <p14:cNvContentPartPr/>
                <p14:nvPr/>
              </p14:nvContentPartPr>
              <p14:xfrm>
                <a:off x="3920580" y="4108590"/>
                <a:ext cx="149760" cy="31356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7BC76DBA-863A-745A-379E-4935494FA76C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914475" y="4102470"/>
                  <a:ext cx="161971" cy="325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9CC574BA-57DE-3353-F9F2-94BC14C47ED7}"/>
                  </a:ext>
                </a:extLst>
              </p14:cNvPr>
              <p14:cNvContentPartPr/>
              <p14:nvPr/>
            </p14:nvContentPartPr>
            <p14:xfrm>
              <a:off x="2478780" y="2262150"/>
              <a:ext cx="720360" cy="88128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9CC574BA-57DE-3353-F9F2-94BC14C47ED7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2472660" y="2256027"/>
                <a:ext cx="732600" cy="89352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0480DAB5-898A-417B-66C2-CA9458EA17BC}"/>
                  </a:ext>
                </a:extLst>
              </p14:cNvPr>
              <p14:cNvContentPartPr/>
              <p14:nvPr/>
            </p14:nvContentPartPr>
            <p14:xfrm>
              <a:off x="3108420" y="2034270"/>
              <a:ext cx="230760" cy="52524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0480DAB5-898A-417B-66C2-CA9458EA17BC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3102300" y="2028146"/>
                <a:ext cx="243000" cy="53748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B7450F25-9305-8E1E-3898-CF3861D56B12}"/>
                  </a:ext>
                </a:extLst>
              </p14:cNvPr>
              <p14:cNvContentPartPr/>
              <p14:nvPr/>
            </p14:nvContentPartPr>
            <p14:xfrm>
              <a:off x="1942740" y="1964430"/>
              <a:ext cx="362520" cy="65340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B7450F25-9305-8E1E-3898-CF3861D56B12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1936620" y="1958307"/>
                <a:ext cx="374760" cy="665647"/>
              </a:xfrm>
              <a:prstGeom prst="rect">
                <a:avLst/>
              </a:prstGeom>
            </p:spPr>
          </p:pic>
        </mc:Fallback>
      </mc:AlternateContent>
      <p:grpSp>
        <p:nvGrpSpPr>
          <p:cNvPr id="29" name="Group 28">
            <a:extLst>
              <a:ext uri="{FF2B5EF4-FFF2-40B4-BE49-F238E27FC236}">
                <a16:creationId xmlns:a16="http://schemas.microsoft.com/office/drawing/2014/main" id="{BCD4DF3B-8707-9623-1B28-F66C7DAAD165}"/>
              </a:ext>
            </a:extLst>
          </p:cNvPr>
          <p:cNvGrpSpPr/>
          <p:nvPr/>
        </p:nvGrpSpPr>
        <p:grpSpPr>
          <a:xfrm>
            <a:off x="4170780" y="2559870"/>
            <a:ext cx="729720" cy="972720"/>
            <a:chOff x="4170780" y="2559870"/>
            <a:chExt cx="729720" cy="972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7043B410-52B1-C6A8-0A00-6CAAFF52C388}"/>
                    </a:ext>
                  </a:extLst>
                </p14:cNvPr>
                <p14:cNvContentPartPr/>
                <p14:nvPr/>
              </p14:nvContentPartPr>
              <p14:xfrm>
                <a:off x="4170780" y="2559870"/>
                <a:ext cx="676440" cy="88524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7043B410-52B1-C6A8-0A00-6CAAFF52C388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164663" y="2553750"/>
                  <a:ext cx="688673" cy="89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DF99B3FE-FF59-9477-447F-1707F255FDA0}"/>
                    </a:ext>
                  </a:extLst>
                </p14:cNvPr>
                <p14:cNvContentPartPr/>
                <p14:nvPr/>
              </p14:nvContentPartPr>
              <p14:xfrm>
                <a:off x="4652100" y="3177270"/>
                <a:ext cx="248400" cy="35532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DF99B3FE-FF59-9477-447F-1707F255FDA0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645980" y="3171150"/>
                  <a:ext cx="260640" cy="367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60E03D4A-C16D-5469-DBE6-E8AF2BA1D03F}"/>
                  </a:ext>
                </a:extLst>
              </p14:cNvPr>
              <p14:cNvContentPartPr/>
              <p14:nvPr/>
            </p14:nvContentPartPr>
            <p14:xfrm>
              <a:off x="4318740" y="3760110"/>
              <a:ext cx="504720" cy="4424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60E03D4A-C16D-5469-DBE6-E8AF2BA1D03F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4312620" y="3753990"/>
                <a:ext cx="516960" cy="45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8B6E92ED-24B2-1AB3-8043-ED2E86733215}"/>
                  </a:ext>
                </a:extLst>
              </p14:cNvPr>
              <p14:cNvContentPartPr/>
              <p14:nvPr/>
            </p14:nvContentPartPr>
            <p14:xfrm>
              <a:off x="4263300" y="4150350"/>
              <a:ext cx="150480" cy="11196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8B6E92ED-24B2-1AB3-8043-ED2E86733215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4257180" y="4144250"/>
                <a:ext cx="162720" cy="12416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86969469-A061-95FF-5F1E-2AA824DA609E}"/>
                  </a:ext>
                </a:extLst>
              </p14:cNvPr>
              <p14:cNvContentPartPr/>
              <p14:nvPr/>
            </p14:nvContentPartPr>
            <p14:xfrm>
              <a:off x="4732020" y="3988350"/>
              <a:ext cx="378720" cy="43560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86969469-A061-95FF-5F1E-2AA824DA609E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4725900" y="3982230"/>
                <a:ext cx="390960" cy="44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E0A0A14A-5354-C713-0D8C-E5CD0AF3CE49}"/>
                  </a:ext>
                </a:extLst>
              </p14:cNvPr>
              <p14:cNvContentPartPr/>
              <p14:nvPr/>
            </p14:nvContentPartPr>
            <p14:xfrm>
              <a:off x="5052060" y="3977550"/>
              <a:ext cx="131760" cy="15840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E0A0A14A-5354-C713-0D8C-E5CD0AF3CE49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5045940" y="3971430"/>
                <a:ext cx="144000" cy="17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566BB426-7FC6-41C9-F475-6246BDAC3D43}"/>
                  </a:ext>
                </a:extLst>
              </p14:cNvPr>
              <p14:cNvContentPartPr/>
              <p14:nvPr/>
            </p14:nvContentPartPr>
            <p14:xfrm>
              <a:off x="5176980" y="4332510"/>
              <a:ext cx="150120" cy="34092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566BB426-7FC6-41C9-F475-6246BDAC3D43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5170860" y="4326390"/>
                <a:ext cx="162360" cy="353160"/>
              </a:xfrm>
              <a:prstGeom prst="rect">
                <a:avLst/>
              </a:prstGeom>
            </p:spPr>
          </p:pic>
        </mc:Fallback>
      </mc:AlternateContent>
      <p:grpSp>
        <p:nvGrpSpPr>
          <p:cNvPr id="39" name="Group 38">
            <a:extLst>
              <a:ext uri="{FF2B5EF4-FFF2-40B4-BE49-F238E27FC236}">
                <a16:creationId xmlns:a16="http://schemas.microsoft.com/office/drawing/2014/main" id="{646FDBEC-4A41-A096-B130-7CB5A5BAA315}"/>
              </a:ext>
            </a:extLst>
          </p:cNvPr>
          <p:cNvGrpSpPr/>
          <p:nvPr/>
        </p:nvGrpSpPr>
        <p:grpSpPr>
          <a:xfrm>
            <a:off x="5600700" y="3759030"/>
            <a:ext cx="858240" cy="676080"/>
            <a:chOff x="5600700" y="3759030"/>
            <a:chExt cx="858240" cy="676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8412FBA4-B95A-D673-4476-35791786DA89}"/>
                    </a:ext>
                  </a:extLst>
                </p14:cNvPr>
                <p14:cNvContentPartPr/>
                <p14:nvPr/>
              </p14:nvContentPartPr>
              <p14:xfrm>
                <a:off x="5600700" y="3783150"/>
                <a:ext cx="329400" cy="44676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8412FBA4-B95A-D673-4476-35791786DA89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5594580" y="3777030"/>
                  <a:ext cx="341640" cy="45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524A2E1A-68E8-EEA3-7D94-52CFE2086261}"/>
                    </a:ext>
                  </a:extLst>
                </p14:cNvPr>
                <p14:cNvContentPartPr/>
                <p14:nvPr/>
              </p14:nvContentPartPr>
              <p14:xfrm>
                <a:off x="5852340" y="4173030"/>
                <a:ext cx="127440" cy="19152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524A2E1A-68E8-EEA3-7D94-52CFE2086261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846237" y="4166898"/>
                  <a:ext cx="139646" cy="20378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C33F6082-0C0C-1F1D-0145-BB09A693BB5D}"/>
                    </a:ext>
                  </a:extLst>
                </p14:cNvPr>
                <p14:cNvContentPartPr/>
                <p14:nvPr/>
              </p14:nvContentPartPr>
              <p14:xfrm>
                <a:off x="6146460" y="3831750"/>
                <a:ext cx="220680" cy="60336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C33F6082-0C0C-1F1D-0145-BB09A693BB5D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140350" y="3825630"/>
                  <a:ext cx="232900" cy="61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48E97C15-7EEE-6AD6-F312-D07BEED9088D}"/>
                    </a:ext>
                  </a:extLst>
                </p14:cNvPr>
                <p14:cNvContentPartPr/>
                <p14:nvPr/>
              </p14:nvContentPartPr>
              <p14:xfrm>
                <a:off x="6160860" y="3759030"/>
                <a:ext cx="298080" cy="3564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48E97C15-7EEE-6AD6-F312-D07BEED9088D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6154740" y="3752848"/>
                  <a:ext cx="310320" cy="48005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9BC0E6FF-8386-22D7-173A-8B92EC7B7682}"/>
                  </a:ext>
                </a:extLst>
              </p14:cNvPr>
              <p14:cNvContentPartPr/>
              <p14:nvPr/>
            </p14:nvContentPartPr>
            <p14:xfrm>
              <a:off x="6617340" y="3987630"/>
              <a:ext cx="127800" cy="43488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9BC0E6FF-8386-22D7-173A-8B92EC7B7682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6611237" y="3981510"/>
                <a:ext cx="140006" cy="447120"/>
              </a:xfrm>
              <a:prstGeom prst="rect">
                <a:avLst/>
              </a:prstGeom>
            </p:spPr>
          </p:pic>
        </mc:Fallback>
      </mc:AlternateContent>
      <p:grpSp>
        <p:nvGrpSpPr>
          <p:cNvPr id="42" name="Group 41">
            <a:extLst>
              <a:ext uri="{FF2B5EF4-FFF2-40B4-BE49-F238E27FC236}">
                <a16:creationId xmlns:a16="http://schemas.microsoft.com/office/drawing/2014/main" id="{194AB5F4-6259-BDB0-046B-B7392ED75C05}"/>
              </a:ext>
            </a:extLst>
          </p:cNvPr>
          <p:cNvGrpSpPr/>
          <p:nvPr/>
        </p:nvGrpSpPr>
        <p:grpSpPr>
          <a:xfrm>
            <a:off x="5007060" y="2331990"/>
            <a:ext cx="1198440" cy="983160"/>
            <a:chOff x="5007060" y="2331990"/>
            <a:chExt cx="1198440" cy="983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696CCC06-2501-3493-412A-AF67122CC106}"/>
                    </a:ext>
                  </a:extLst>
                </p14:cNvPr>
                <p14:cNvContentPartPr/>
                <p14:nvPr/>
              </p14:nvContentPartPr>
              <p14:xfrm>
                <a:off x="5007060" y="2420190"/>
                <a:ext cx="674640" cy="8949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696CCC06-2501-3493-412A-AF67122CC106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5000940" y="2414070"/>
                  <a:ext cx="686880" cy="90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587494A6-C131-F458-2F54-C1C4712849F2}"/>
                    </a:ext>
                  </a:extLst>
                </p14:cNvPr>
                <p14:cNvContentPartPr/>
                <p14:nvPr/>
              </p14:nvContentPartPr>
              <p14:xfrm>
                <a:off x="5074740" y="2331990"/>
                <a:ext cx="410760" cy="12600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587494A6-C131-F458-2F54-C1C4712849F2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068620" y="2325870"/>
                  <a:ext cx="42300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1AB03F20-A61D-8363-DF53-B081A319DB3A}"/>
                    </a:ext>
                  </a:extLst>
                </p14:cNvPr>
                <p14:cNvContentPartPr/>
                <p14:nvPr/>
              </p14:nvContentPartPr>
              <p14:xfrm>
                <a:off x="5863140" y="2673270"/>
                <a:ext cx="342360" cy="41580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1AB03F20-A61D-8363-DF53-B081A319DB3A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5857020" y="2667150"/>
                  <a:ext cx="354600" cy="4280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3247224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9928E82-7B55-9420-EEAE-074DBE8E73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diagram of a diagram&#10;&#10;AI-generated content may be incorrect.">
            <a:extLst>
              <a:ext uri="{FF2B5EF4-FFF2-40B4-BE49-F238E27FC236}">
                <a16:creationId xmlns:a16="http://schemas.microsoft.com/office/drawing/2014/main" id="{AF9E7178-697F-8E92-B49F-3D63B8E6BF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197" y="643466"/>
            <a:ext cx="10817605" cy="557106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B3C57B9-86CF-713B-F60A-CC6FD9054CF6}"/>
              </a:ext>
            </a:extLst>
          </p:cNvPr>
          <p:cNvSpPr txBox="1"/>
          <p:nvPr/>
        </p:nvSpPr>
        <p:spPr>
          <a:xfrm>
            <a:off x="283029" y="250371"/>
            <a:ext cx="75939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  <a:hlinkClick r:id="rId3"/>
              </a:rPr>
              <a:t>https://www.artofcse.com/learning/introduction-to-dynamic-programming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22D8D0B-6A6F-D36B-E9B4-DFA538C16A05}"/>
              </a:ext>
            </a:extLst>
          </p:cNvPr>
          <p:cNvSpPr/>
          <p:nvPr/>
        </p:nvSpPr>
        <p:spPr>
          <a:xfrm>
            <a:off x="457200" y="6214532"/>
            <a:ext cx="10817605" cy="3930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AE782D0-0D74-C780-EE5D-2F7C30E29ED3}"/>
              </a:ext>
            </a:extLst>
          </p:cNvPr>
          <p:cNvSpPr/>
          <p:nvPr/>
        </p:nvSpPr>
        <p:spPr>
          <a:xfrm>
            <a:off x="6558407" y="1158240"/>
            <a:ext cx="4946395" cy="426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85BEF03-475E-4ECF-DDB5-148E1D45CAB1}"/>
              </a:ext>
            </a:extLst>
          </p:cNvPr>
          <p:cNvGrpSpPr/>
          <p:nvPr/>
        </p:nvGrpSpPr>
        <p:grpSpPr>
          <a:xfrm>
            <a:off x="296820" y="4770990"/>
            <a:ext cx="962640" cy="955800"/>
            <a:chOff x="296820" y="4770990"/>
            <a:chExt cx="962640" cy="955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681D5ACE-E2F5-9776-4C0F-DEC9BEB73D21}"/>
                    </a:ext>
                  </a:extLst>
                </p14:cNvPr>
                <p14:cNvContentPartPr/>
                <p14:nvPr/>
              </p14:nvContentPartPr>
              <p14:xfrm>
                <a:off x="604620" y="4944150"/>
                <a:ext cx="464040" cy="7826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681D5ACE-E2F5-9776-4C0F-DEC9BEB73D21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98500" y="4938030"/>
                  <a:ext cx="476280" cy="79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A7359655-4F82-25FD-033C-1F59CFB3355D}"/>
                    </a:ext>
                  </a:extLst>
                </p14:cNvPr>
                <p14:cNvContentPartPr/>
                <p14:nvPr/>
              </p14:nvContentPartPr>
              <p14:xfrm>
                <a:off x="971460" y="4834350"/>
                <a:ext cx="288000" cy="2923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A7359655-4F82-25FD-033C-1F59CFB3355D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965348" y="4828230"/>
                  <a:ext cx="300225" cy="30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505802B5-F946-A910-BBBE-B471650A589A}"/>
                    </a:ext>
                  </a:extLst>
                </p14:cNvPr>
                <p14:cNvContentPartPr/>
                <p14:nvPr/>
              </p14:nvContentPartPr>
              <p14:xfrm>
                <a:off x="296820" y="4770990"/>
                <a:ext cx="253440" cy="33732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505802B5-F946-A910-BBBE-B471650A589A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90700" y="4764863"/>
                  <a:ext cx="265680" cy="349573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9D5DD983-70AA-6177-85E6-E62A98545A9B}"/>
                  </a:ext>
                </a:extLst>
              </p14:cNvPr>
              <p14:cNvContentPartPr/>
              <p14:nvPr/>
            </p14:nvContentPartPr>
            <p14:xfrm>
              <a:off x="2478420" y="5149710"/>
              <a:ext cx="402480" cy="7023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9D5DD983-70AA-6177-85E6-E62A98545A9B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472305" y="5143587"/>
                <a:ext cx="414709" cy="71460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0E347C7F-D418-2641-2C74-4639D8E7F3D6}"/>
                  </a:ext>
                </a:extLst>
              </p14:cNvPr>
              <p14:cNvContentPartPr/>
              <p14:nvPr/>
            </p14:nvContentPartPr>
            <p14:xfrm>
              <a:off x="2479860" y="5153670"/>
              <a:ext cx="308880" cy="2088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0E347C7F-D418-2641-2C74-4639D8E7F3D6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473740" y="5147550"/>
                <a:ext cx="321120" cy="3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14A3FC3E-1FE2-3CFA-4131-E48B1D6F8DD2}"/>
                  </a:ext>
                </a:extLst>
              </p14:cNvPr>
              <p14:cNvContentPartPr/>
              <p14:nvPr/>
            </p14:nvContentPartPr>
            <p14:xfrm>
              <a:off x="2948580" y="5173470"/>
              <a:ext cx="150840" cy="50652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14A3FC3E-1FE2-3CFA-4131-E48B1D6F8DD2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942460" y="5167350"/>
                <a:ext cx="163080" cy="518760"/>
              </a:xfrm>
              <a:prstGeom prst="rect">
                <a:avLst/>
              </a:prstGeom>
            </p:spPr>
          </p:pic>
        </mc:Fallback>
      </mc:AlternateContent>
      <p:grpSp>
        <p:nvGrpSpPr>
          <p:cNvPr id="11" name="Group 10">
            <a:extLst>
              <a:ext uri="{FF2B5EF4-FFF2-40B4-BE49-F238E27FC236}">
                <a16:creationId xmlns:a16="http://schemas.microsoft.com/office/drawing/2014/main" id="{78F409E0-6172-4ED1-EAF4-0147C9482D06}"/>
              </a:ext>
            </a:extLst>
          </p:cNvPr>
          <p:cNvGrpSpPr/>
          <p:nvPr/>
        </p:nvGrpSpPr>
        <p:grpSpPr>
          <a:xfrm>
            <a:off x="1485540" y="3542310"/>
            <a:ext cx="710280" cy="938880"/>
            <a:chOff x="1485540" y="3542310"/>
            <a:chExt cx="710280" cy="938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EFA9A6C6-D110-D843-E936-C4FECFB235B6}"/>
                    </a:ext>
                  </a:extLst>
                </p14:cNvPr>
                <p14:cNvContentPartPr/>
                <p14:nvPr/>
              </p14:nvContentPartPr>
              <p14:xfrm>
                <a:off x="1485540" y="3702510"/>
                <a:ext cx="547920" cy="77868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EFA9A6C6-D110-D843-E936-C4FECFB235B6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479420" y="3696390"/>
                  <a:ext cx="560160" cy="79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82F382E1-BAD5-6184-75EC-A78783F22E6D}"/>
                    </a:ext>
                  </a:extLst>
                </p14:cNvPr>
                <p14:cNvContentPartPr/>
                <p14:nvPr/>
              </p14:nvContentPartPr>
              <p14:xfrm>
                <a:off x="1885860" y="3542310"/>
                <a:ext cx="309960" cy="34020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82F382E1-BAD5-6184-75EC-A78783F22E6D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879740" y="3536190"/>
                  <a:ext cx="322200" cy="352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723BA1C6-51DE-BCFE-F678-12317AB056D4}"/>
                  </a:ext>
                </a:extLst>
              </p14:cNvPr>
              <p14:cNvContentPartPr/>
              <p14:nvPr/>
            </p14:nvContentPartPr>
            <p14:xfrm>
              <a:off x="845820" y="3666870"/>
              <a:ext cx="398880" cy="43740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723BA1C6-51DE-BCFE-F678-12317AB056D4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839700" y="3660750"/>
                <a:ext cx="411120" cy="449640"/>
              </a:xfrm>
              <a:prstGeom prst="rect">
                <a:avLst/>
              </a:prstGeom>
            </p:spPr>
          </p:pic>
        </mc:Fallback>
      </mc:AlternateContent>
      <p:grpSp>
        <p:nvGrpSpPr>
          <p:cNvPr id="25" name="Group 24">
            <a:extLst>
              <a:ext uri="{FF2B5EF4-FFF2-40B4-BE49-F238E27FC236}">
                <a16:creationId xmlns:a16="http://schemas.microsoft.com/office/drawing/2014/main" id="{2B45D23A-4D25-6B0D-4F04-E0627FAB4095}"/>
              </a:ext>
            </a:extLst>
          </p:cNvPr>
          <p:cNvGrpSpPr/>
          <p:nvPr/>
        </p:nvGrpSpPr>
        <p:grpSpPr>
          <a:xfrm>
            <a:off x="3289860" y="3885750"/>
            <a:ext cx="780480" cy="618120"/>
            <a:chOff x="3289860" y="3885750"/>
            <a:chExt cx="780480" cy="618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C2AA3D51-D5FA-A4B1-AFDA-A5893E7C9BEB}"/>
                    </a:ext>
                  </a:extLst>
                </p14:cNvPr>
                <p14:cNvContentPartPr/>
                <p14:nvPr/>
              </p14:nvContentPartPr>
              <p14:xfrm>
                <a:off x="3289860" y="3926430"/>
                <a:ext cx="471600" cy="57744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C2AA3D51-D5FA-A4B1-AFDA-A5893E7C9BEB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283740" y="3920314"/>
                  <a:ext cx="483840" cy="58967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DCCB8C13-D281-4CC1-E5B4-B3E5B4CBA179}"/>
                    </a:ext>
                  </a:extLst>
                </p14:cNvPr>
                <p14:cNvContentPartPr/>
                <p14:nvPr/>
              </p14:nvContentPartPr>
              <p14:xfrm>
                <a:off x="3325500" y="3885750"/>
                <a:ext cx="296280" cy="687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DCCB8C13-D281-4CC1-E5B4-B3E5B4CBA179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319380" y="3879630"/>
                  <a:ext cx="30852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5537892F-1A3E-1205-0F12-1C19C5D76DFA}"/>
                    </a:ext>
                  </a:extLst>
                </p14:cNvPr>
                <p14:cNvContentPartPr/>
                <p14:nvPr/>
              </p14:nvContentPartPr>
              <p14:xfrm>
                <a:off x="3920580" y="4108590"/>
                <a:ext cx="149760" cy="31356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5537892F-1A3E-1205-0F12-1C19C5D76DFA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914475" y="4102470"/>
                  <a:ext cx="161971" cy="325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DBD3F0D6-347B-E09E-CC59-3B1078F3F5E9}"/>
                  </a:ext>
                </a:extLst>
              </p14:cNvPr>
              <p14:cNvContentPartPr/>
              <p14:nvPr/>
            </p14:nvContentPartPr>
            <p14:xfrm>
              <a:off x="2478780" y="2262150"/>
              <a:ext cx="720360" cy="88128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DBD3F0D6-347B-E09E-CC59-3B1078F3F5E9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2472660" y="2256027"/>
                <a:ext cx="732600" cy="89352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563511D4-ADA1-C9CA-6F5F-645AB8D2529A}"/>
                  </a:ext>
                </a:extLst>
              </p14:cNvPr>
              <p14:cNvContentPartPr/>
              <p14:nvPr/>
            </p14:nvContentPartPr>
            <p14:xfrm>
              <a:off x="3108420" y="2034270"/>
              <a:ext cx="230760" cy="52524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563511D4-ADA1-C9CA-6F5F-645AB8D2529A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3102300" y="2028146"/>
                <a:ext cx="243000" cy="53748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711C428B-0BC9-4BE7-47C9-6790919ABCE3}"/>
                  </a:ext>
                </a:extLst>
              </p14:cNvPr>
              <p14:cNvContentPartPr/>
              <p14:nvPr/>
            </p14:nvContentPartPr>
            <p14:xfrm>
              <a:off x="1942740" y="1964430"/>
              <a:ext cx="362520" cy="65340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711C428B-0BC9-4BE7-47C9-6790919ABCE3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1936620" y="1958307"/>
                <a:ext cx="374760" cy="665647"/>
              </a:xfrm>
              <a:prstGeom prst="rect">
                <a:avLst/>
              </a:prstGeom>
            </p:spPr>
          </p:pic>
        </mc:Fallback>
      </mc:AlternateContent>
      <p:grpSp>
        <p:nvGrpSpPr>
          <p:cNvPr id="29" name="Group 28">
            <a:extLst>
              <a:ext uri="{FF2B5EF4-FFF2-40B4-BE49-F238E27FC236}">
                <a16:creationId xmlns:a16="http://schemas.microsoft.com/office/drawing/2014/main" id="{8DCA52AC-1A38-3260-691F-4B0973A582D2}"/>
              </a:ext>
            </a:extLst>
          </p:cNvPr>
          <p:cNvGrpSpPr/>
          <p:nvPr/>
        </p:nvGrpSpPr>
        <p:grpSpPr>
          <a:xfrm>
            <a:off x="4170780" y="2559870"/>
            <a:ext cx="729720" cy="972720"/>
            <a:chOff x="4170780" y="2559870"/>
            <a:chExt cx="729720" cy="972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9B323A10-6CB3-20C0-AA7C-FBF774E8D9B7}"/>
                    </a:ext>
                  </a:extLst>
                </p14:cNvPr>
                <p14:cNvContentPartPr/>
                <p14:nvPr/>
              </p14:nvContentPartPr>
              <p14:xfrm>
                <a:off x="4170780" y="2559870"/>
                <a:ext cx="676440" cy="88524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9B323A10-6CB3-20C0-AA7C-FBF774E8D9B7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164663" y="2553750"/>
                  <a:ext cx="688673" cy="89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349EF270-D6A9-D27E-9005-AF6ECB91F840}"/>
                    </a:ext>
                  </a:extLst>
                </p14:cNvPr>
                <p14:cNvContentPartPr/>
                <p14:nvPr/>
              </p14:nvContentPartPr>
              <p14:xfrm>
                <a:off x="4652100" y="3177270"/>
                <a:ext cx="248400" cy="35532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349EF270-D6A9-D27E-9005-AF6ECB91F840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645980" y="3171150"/>
                  <a:ext cx="260640" cy="367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B73053FC-64B4-1202-AFBE-1D6E934AF6AB}"/>
                  </a:ext>
                </a:extLst>
              </p14:cNvPr>
              <p14:cNvContentPartPr/>
              <p14:nvPr/>
            </p14:nvContentPartPr>
            <p14:xfrm>
              <a:off x="4318740" y="3760110"/>
              <a:ext cx="504720" cy="4424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B73053FC-64B4-1202-AFBE-1D6E934AF6AB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4312620" y="3753990"/>
                <a:ext cx="516960" cy="45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A11F59BB-0625-1E59-4C13-51255EEC74EC}"/>
                  </a:ext>
                </a:extLst>
              </p14:cNvPr>
              <p14:cNvContentPartPr/>
              <p14:nvPr/>
            </p14:nvContentPartPr>
            <p14:xfrm>
              <a:off x="4263300" y="4150350"/>
              <a:ext cx="150480" cy="11196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A11F59BB-0625-1E59-4C13-51255EEC74EC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4257180" y="4144250"/>
                <a:ext cx="162720" cy="12416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965D7BC2-AA8D-1F95-45E2-70A809EE6A98}"/>
                  </a:ext>
                </a:extLst>
              </p14:cNvPr>
              <p14:cNvContentPartPr/>
              <p14:nvPr/>
            </p14:nvContentPartPr>
            <p14:xfrm>
              <a:off x="4732020" y="3988350"/>
              <a:ext cx="378720" cy="43560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965D7BC2-AA8D-1F95-45E2-70A809EE6A98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4725900" y="3982230"/>
                <a:ext cx="390960" cy="44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8D7977D5-7ED1-16BF-A198-F0DF347BB282}"/>
                  </a:ext>
                </a:extLst>
              </p14:cNvPr>
              <p14:cNvContentPartPr/>
              <p14:nvPr/>
            </p14:nvContentPartPr>
            <p14:xfrm>
              <a:off x="5052060" y="3977550"/>
              <a:ext cx="131760" cy="15840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8D7977D5-7ED1-16BF-A198-F0DF347BB282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5045940" y="3971430"/>
                <a:ext cx="144000" cy="17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983108E7-77DD-5DA4-E29B-6196E4574624}"/>
                  </a:ext>
                </a:extLst>
              </p14:cNvPr>
              <p14:cNvContentPartPr/>
              <p14:nvPr/>
            </p14:nvContentPartPr>
            <p14:xfrm>
              <a:off x="5176980" y="4332510"/>
              <a:ext cx="150120" cy="34092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983108E7-77DD-5DA4-E29B-6196E4574624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5170860" y="4326390"/>
                <a:ext cx="162360" cy="353160"/>
              </a:xfrm>
              <a:prstGeom prst="rect">
                <a:avLst/>
              </a:prstGeom>
            </p:spPr>
          </p:pic>
        </mc:Fallback>
      </mc:AlternateContent>
      <p:grpSp>
        <p:nvGrpSpPr>
          <p:cNvPr id="39" name="Group 38">
            <a:extLst>
              <a:ext uri="{FF2B5EF4-FFF2-40B4-BE49-F238E27FC236}">
                <a16:creationId xmlns:a16="http://schemas.microsoft.com/office/drawing/2014/main" id="{43A02D4A-7DDE-C503-F65A-39CFC7049962}"/>
              </a:ext>
            </a:extLst>
          </p:cNvPr>
          <p:cNvGrpSpPr/>
          <p:nvPr/>
        </p:nvGrpSpPr>
        <p:grpSpPr>
          <a:xfrm>
            <a:off x="5600700" y="3759030"/>
            <a:ext cx="858240" cy="676080"/>
            <a:chOff x="5600700" y="3759030"/>
            <a:chExt cx="858240" cy="676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06F23F8D-4928-B265-3CCF-5E427648B528}"/>
                    </a:ext>
                  </a:extLst>
                </p14:cNvPr>
                <p14:cNvContentPartPr/>
                <p14:nvPr/>
              </p14:nvContentPartPr>
              <p14:xfrm>
                <a:off x="5600700" y="3783150"/>
                <a:ext cx="329400" cy="44676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06F23F8D-4928-B265-3CCF-5E427648B528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5594580" y="3777030"/>
                  <a:ext cx="341640" cy="45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F9F6CE64-BC7E-01DD-8E19-C1BA3306C511}"/>
                    </a:ext>
                  </a:extLst>
                </p14:cNvPr>
                <p14:cNvContentPartPr/>
                <p14:nvPr/>
              </p14:nvContentPartPr>
              <p14:xfrm>
                <a:off x="5852340" y="4173030"/>
                <a:ext cx="127440" cy="19152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F9F6CE64-BC7E-01DD-8E19-C1BA3306C511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846237" y="4166898"/>
                  <a:ext cx="139646" cy="20378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E2AE8A86-C59F-E9F1-0BE2-D6FA8542D3F2}"/>
                    </a:ext>
                  </a:extLst>
                </p14:cNvPr>
                <p14:cNvContentPartPr/>
                <p14:nvPr/>
              </p14:nvContentPartPr>
              <p14:xfrm>
                <a:off x="6146460" y="3831750"/>
                <a:ext cx="220680" cy="60336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E2AE8A86-C59F-E9F1-0BE2-D6FA8542D3F2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140350" y="3825630"/>
                  <a:ext cx="232900" cy="61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67AE47BA-321E-3F8D-3737-E46D6B83461A}"/>
                    </a:ext>
                  </a:extLst>
                </p14:cNvPr>
                <p14:cNvContentPartPr/>
                <p14:nvPr/>
              </p14:nvContentPartPr>
              <p14:xfrm>
                <a:off x="6160860" y="3759030"/>
                <a:ext cx="298080" cy="3564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67AE47BA-321E-3F8D-3737-E46D6B83461A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6154740" y="3752848"/>
                  <a:ext cx="310320" cy="48005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09C9FCFB-2B8C-10FA-1F0D-1D13CF55EC78}"/>
                  </a:ext>
                </a:extLst>
              </p14:cNvPr>
              <p14:cNvContentPartPr/>
              <p14:nvPr/>
            </p14:nvContentPartPr>
            <p14:xfrm>
              <a:off x="6617340" y="3987630"/>
              <a:ext cx="127800" cy="43488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09C9FCFB-2B8C-10FA-1F0D-1D13CF55EC78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6611237" y="3981510"/>
                <a:ext cx="140006" cy="447120"/>
              </a:xfrm>
              <a:prstGeom prst="rect">
                <a:avLst/>
              </a:prstGeom>
            </p:spPr>
          </p:pic>
        </mc:Fallback>
      </mc:AlternateContent>
      <p:grpSp>
        <p:nvGrpSpPr>
          <p:cNvPr id="42" name="Group 41">
            <a:extLst>
              <a:ext uri="{FF2B5EF4-FFF2-40B4-BE49-F238E27FC236}">
                <a16:creationId xmlns:a16="http://schemas.microsoft.com/office/drawing/2014/main" id="{1D0BE877-09A6-1EBB-FB65-D635F12356D7}"/>
              </a:ext>
            </a:extLst>
          </p:cNvPr>
          <p:cNvGrpSpPr/>
          <p:nvPr/>
        </p:nvGrpSpPr>
        <p:grpSpPr>
          <a:xfrm>
            <a:off x="5007060" y="2331990"/>
            <a:ext cx="1198440" cy="983160"/>
            <a:chOff x="5007060" y="2331990"/>
            <a:chExt cx="1198440" cy="983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B4939FA8-9442-D33B-6D52-369C7FEABB40}"/>
                    </a:ext>
                  </a:extLst>
                </p14:cNvPr>
                <p14:cNvContentPartPr/>
                <p14:nvPr/>
              </p14:nvContentPartPr>
              <p14:xfrm>
                <a:off x="5007060" y="2420190"/>
                <a:ext cx="674640" cy="8949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B4939FA8-9442-D33B-6D52-369C7FEABB40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5000940" y="2414070"/>
                  <a:ext cx="686880" cy="90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035F324A-557E-01D8-FF10-8EE8A310BE37}"/>
                    </a:ext>
                  </a:extLst>
                </p14:cNvPr>
                <p14:cNvContentPartPr/>
                <p14:nvPr/>
              </p14:nvContentPartPr>
              <p14:xfrm>
                <a:off x="5074740" y="2331990"/>
                <a:ext cx="410760" cy="12600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035F324A-557E-01D8-FF10-8EE8A310BE37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068620" y="2325870"/>
                  <a:ext cx="42300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A129C520-4C6E-1156-BA4A-3A2E7B2B3470}"/>
                    </a:ext>
                  </a:extLst>
                </p14:cNvPr>
                <p14:cNvContentPartPr/>
                <p14:nvPr/>
              </p14:nvContentPartPr>
              <p14:xfrm>
                <a:off x="5863140" y="2673270"/>
                <a:ext cx="342360" cy="41580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A129C520-4C6E-1156-BA4A-3A2E7B2B3470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5857020" y="2667150"/>
                  <a:ext cx="354600" cy="428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44514F0A-C65B-F1C5-CD1D-D6DD5558FE2C}"/>
              </a:ext>
            </a:extLst>
          </p:cNvPr>
          <p:cNvGrpSpPr/>
          <p:nvPr/>
        </p:nvGrpSpPr>
        <p:grpSpPr>
          <a:xfrm>
            <a:off x="4158540" y="925470"/>
            <a:ext cx="1444680" cy="869400"/>
            <a:chOff x="4158540" y="925470"/>
            <a:chExt cx="1444680" cy="869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0193933B-BED7-10A0-8516-5E8046DE29E5}"/>
                    </a:ext>
                  </a:extLst>
                </p14:cNvPr>
                <p14:cNvContentPartPr/>
                <p14:nvPr/>
              </p14:nvContentPartPr>
              <p14:xfrm>
                <a:off x="4158540" y="1062270"/>
                <a:ext cx="1258200" cy="73260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0193933B-BED7-10A0-8516-5E8046DE29E5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4152420" y="1056150"/>
                  <a:ext cx="1270440" cy="74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7871906A-29C9-E024-3F9D-008BF7C300C9}"/>
                    </a:ext>
                  </a:extLst>
                </p14:cNvPr>
                <p14:cNvContentPartPr/>
                <p14:nvPr/>
              </p14:nvContentPartPr>
              <p14:xfrm>
                <a:off x="5246460" y="925470"/>
                <a:ext cx="356760" cy="4287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7871906A-29C9-E024-3F9D-008BF7C300C9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5240340" y="919350"/>
                  <a:ext cx="369000" cy="441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2D6FCBC9-34A4-77D3-9B36-6595288B3043}"/>
                  </a:ext>
                </a:extLst>
              </p14:cNvPr>
              <p14:cNvContentPartPr/>
              <p14:nvPr/>
            </p14:nvContentPartPr>
            <p14:xfrm>
              <a:off x="5875020" y="2650590"/>
              <a:ext cx="384840" cy="493560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2D6FCBC9-34A4-77D3-9B36-6595288B3043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5868900" y="2644470"/>
                <a:ext cx="397080" cy="50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36E39940-52A6-15E5-5AC8-289C8AB311A3}"/>
                  </a:ext>
                </a:extLst>
              </p14:cNvPr>
              <p14:cNvContentPartPr/>
              <p14:nvPr/>
            </p14:nvContentPartPr>
            <p14:xfrm>
              <a:off x="5838660" y="2625390"/>
              <a:ext cx="242640" cy="20952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36E39940-52A6-15E5-5AC8-289C8AB311A3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5832540" y="2619270"/>
                <a:ext cx="254880" cy="221760"/>
              </a:xfrm>
              <a:prstGeom prst="rect">
                <a:avLst/>
              </a:prstGeom>
            </p:spPr>
          </p:pic>
        </mc:Fallback>
      </mc:AlternateContent>
      <p:grpSp>
        <p:nvGrpSpPr>
          <p:cNvPr id="50" name="Group 49">
            <a:extLst>
              <a:ext uri="{FF2B5EF4-FFF2-40B4-BE49-F238E27FC236}">
                <a16:creationId xmlns:a16="http://schemas.microsoft.com/office/drawing/2014/main" id="{5EB50DFA-B719-30E3-7012-291900FBB2E9}"/>
              </a:ext>
            </a:extLst>
          </p:cNvPr>
          <p:cNvGrpSpPr/>
          <p:nvPr/>
        </p:nvGrpSpPr>
        <p:grpSpPr>
          <a:xfrm>
            <a:off x="3748860" y="720270"/>
            <a:ext cx="501840" cy="527760"/>
            <a:chOff x="3748860" y="720270"/>
            <a:chExt cx="501840" cy="527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A7D714C4-DBFE-F7F6-1500-D8D1AE996A91}"/>
                    </a:ext>
                  </a:extLst>
                </p14:cNvPr>
                <p14:cNvContentPartPr/>
                <p14:nvPr/>
              </p14:nvContentPartPr>
              <p14:xfrm>
                <a:off x="3748860" y="720270"/>
                <a:ext cx="287280" cy="52776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A7D714C4-DBFE-F7F6-1500-D8D1AE996A91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3742740" y="714150"/>
                  <a:ext cx="299520" cy="54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D809EBA4-77DF-3DEC-50D8-E90412578019}"/>
                    </a:ext>
                  </a:extLst>
                </p14:cNvPr>
                <p14:cNvContentPartPr/>
                <p14:nvPr/>
              </p14:nvContentPartPr>
              <p14:xfrm>
                <a:off x="3760380" y="786870"/>
                <a:ext cx="490320" cy="3600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D809EBA4-77DF-3DEC-50D8-E90412578019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3754260" y="780750"/>
                  <a:ext cx="502560" cy="482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70114547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4933E8-C972-6C56-28ED-6AC2ED8D9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diagram of a diagram&#10;&#10;AI-generated content may be incorrect.">
            <a:extLst>
              <a:ext uri="{FF2B5EF4-FFF2-40B4-BE49-F238E27FC236}">
                <a16:creationId xmlns:a16="http://schemas.microsoft.com/office/drawing/2014/main" id="{557905FF-93D6-2CCF-8D32-82EF36E080A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197" y="643466"/>
            <a:ext cx="10817605" cy="557106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2BAC7F5-0099-CCB7-987F-D756C191374B}"/>
              </a:ext>
            </a:extLst>
          </p:cNvPr>
          <p:cNvSpPr txBox="1"/>
          <p:nvPr/>
        </p:nvSpPr>
        <p:spPr>
          <a:xfrm>
            <a:off x="283029" y="250371"/>
            <a:ext cx="75939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  <a:hlinkClick r:id="rId3"/>
              </a:rPr>
              <a:t>https://www.artofcse.com/learning/introduction-to-dynamic-programming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74362E1-ABDD-01BF-FE31-01DD44F94ADD}"/>
              </a:ext>
            </a:extLst>
          </p:cNvPr>
          <p:cNvSpPr/>
          <p:nvPr/>
        </p:nvSpPr>
        <p:spPr>
          <a:xfrm>
            <a:off x="457200" y="6214532"/>
            <a:ext cx="10817605" cy="3930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78B3BBA-399D-DF75-224E-7353A0266136}"/>
              </a:ext>
            </a:extLst>
          </p:cNvPr>
          <p:cNvSpPr/>
          <p:nvPr/>
        </p:nvSpPr>
        <p:spPr>
          <a:xfrm>
            <a:off x="6558407" y="2420190"/>
            <a:ext cx="4946395" cy="300252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D5BC16E-D92E-BF2F-0FBF-47D0677353AE}"/>
              </a:ext>
            </a:extLst>
          </p:cNvPr>
          <p:cNvGrpSpPr/>
          <p:nvPr/>
        </p:nvGrpSpPr>
        <p:grpSpPr>
          <a:xfrm>
            <a:off x="296820" y="4770990"/>
            <a:ext cx="962640" cy="955800"/>
            <a:chOff x="296820" y="4770990"/>
            <a:chExt cx="962640" cy="955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39016039-3F17-B6D5-B6E0-2B7849C27276}"/>
                    </a:ext>
                  </a:extLst>
                </p14:cNvPr>
                <p14:cNvContentPartPr/>
                <p14:nvPr/>
              </p14:nvContentPartPr>
              <p14:xfrm>
                <a:off x="604620" y="4944150"/>
                <a:ext cx="464040" cy="7826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39016039-3F17-B6D5-B6E0-2B7849C27276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98500" y="4938030"/>
                  <a:ext cx="476280" cy="79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D9508A9B-EFCC-BD03-C1D6-3B3442397867}"/>
                    </a:ext>
                  </a:extLst>
                </p14:cNvPr>
                <p14:cNvContentPartPr/>
                <p14:nvPr/>
              </p14:nvContentPartPr>
              <p14:xfrm>
                <a:off x="971460" y="4834350"/>
                <a:ext cx="288000" cy="2923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D9508A9B-EFCC-BD03-C1D6-3B3442397867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965348" y="4828230"/>
                  <a:ext cx="300225" cy="30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FF0BBC64-7F42-8261-F50F-B3362AFE7D2B}"/>
                    </a:ext>
                  </a:extLst>
                </p14:cNvPr>
                <p14:cNvContentPartPr/>
                <p14:nvPr/>
              </p14:nvContentPartPr>
              <p14:xfrm>
                <a:off x="296820" y="4770990"/>
                <a:ext cx="253440" cy="33732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FF0BBC64-7F42-8261-F50F-B3362AFE7D2B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90700" y="4764863"/>
                  <a:ext cx="265680" cy="349573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256C659B-2D46-9C32-7D66-2F21353401A6}"/>
                  </a:ext>
                </a:extLst>
              </p14:cNvPr>
              <p14:cNvContentPartPr/>
              <p14:nvPr/>
            </p14:nvContentPartPr>
            <p14:xfrm>
              <a:off x="2478420" y="5149710"/>
              <a:ext cx="402480" cy="7023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256C659B-2D46-9C32-7D66-2F21353401A6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472305" y="5143587"/>
                <a:ext cx="414709" cy="71460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E801466E-AE34-D627-E2E4-9B622CDCF6BD}"/>
                  </a:ext>
                </a:extLst>
              </p14:cNvPr>
              <p14:cNvContentPartPr/>
              <p14:nvPr/>
            </p14:nvContentPartPr>
            <p14:xfrm>
              <a:off x="2479860" y="5153670"/>
              <a:ext cx="308880" cy="2088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E801466E-AE34-D627-E2E4-9B622CDCF6BD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473740" y="5147550"/>
                <a:ext cx="321120" cy="3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916AC912-B73B-D3D0-5058-F8051BD62186}"/>
                  </a:ext>
                </a:extLst>
              </p14:cNvPr>
              <p14:cNvContentPartPr/>
              <p14:nvPr/>
            </p14:nvContentPartPr>
            <p14:xfrm>
              <a:off x="2948580" y="5173470"/>
              <a:ext cx="150840" cy="50652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916AC912-B73B-D3D0-5058-F8051BD62186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942460" y="5167350"/>
                <a:ext cx="163080" cy="518760"/>
              </a:xfrm>
              <a:prstGeom prst="rect">
                <a:avLst/>
              </a:prstGeom>
            </p:spPr>
          </p:pic>
        </mc:Fallback>
      </mc:AlternateContent>
      <p:grpSp>
        <p:nvGrpSpPr>
          <p:cNvPr id="11" name="Group 10">
            <a:extLst>
              <a:ext uri="{FF2B5EF4-FFF2-40B4-BE49-F238E27FC236}">
                <a16:creationId xmlns:a16="http://schemas.microsoft.com/office/drawing/2014/main" id="{3414672B-ED9A-D662-3A6B-E8D57FABB4B4}"/>
              </a:ext>
            </a:extLst>
          </p:cNvPr>
          <p:cNvGrpSpPr/>
          <p:nvPr/>
        </p:nvGrpSpPr>
        <p:grpSpPr>
          <a:xfrm>
            <a:off x="1485540" y="3542310"/>
            <a:ext cx="710280" cy="938880"/>
            <a:chOff x="1485540" y="3542310"/>
            <a:chExt cx="710280" cy="938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C6B12DAA-9ECF-DB04-8BA2-FFB5984BA7E1}"/>
                    </a:ext>
                  </a:extLst>
                </p14:cNvPr>
                <p14:cNvContentPartPr/>
                <p14:nvPr/>
              </p14:nvContentPartPr>
              <p14:xfrm>
                <a:off x="1485540" y="3702510"/>
                <a:ext cx="547920" cy="77868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C6B12DAA-9ECF-DB04-8BA2-FFB5984BA7E1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479420" y="3696390"/>
                  <a:ext cx="560160" cy="79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616BAAD2-27A5-1353-2A2B-B6F0927FB19A}"/>
                    </a:ext>
                  </a:extLst>
                </p14:cNvPr>
                <p14:cNvContentPartPr/>
                <p14:nvPr/>
              </p14:nvContentPartPr>
              <p14:xfrm>
                <a:off x="1885860" y="3542310"/>
                <a:ext cx="309960" cy="34020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616BAAD2-27A5-1353-2A2B-B6F0927FB19A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879740" y="3536190"/>
                  <a:ext cx="322200" cy="352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AED17BD5-1857-97A6-F3E3-C00395927C97}"/>
                  </a:ext>
                </a:extLst>
              </p14:cNvPr>
              <p14:cNvContentPartPr/>
              <p14:nvPr/>
            </p14:nvContentPartPr>
            <p14:xfrm>
              <a:off x="845820" y="3666870"/>
              <a:ext cx="398880" cy="43740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AED17BD5-1857-97A6-F3E3-C00395927C97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839700" y="3660750"/>
                <a:ext cx="411120" cy="449640"/>
              </a:xfrm>
              <a:prstGeom prst="rect">
                <a:avLst/>
              </a:prstGeom>
            </p:spPr>
          </p:pic>
        </mc:Fallback>
      </mc:AlternateContent>
      <p:grpSp>
        <p:nvGrpSpPr>
          <p:cNvPr id="25" name="Group 24">
            <a:extLst>
              <a:ext uri="{FF2B5EF4-FFF2-40B4-BE49-F238E27FC236}">
                <a16:creationId xmlns:a16="http://schemas.microsoft.com/office/drawing/2014/main" id="{EC6AA0DA-4063-AE2F-EEE9-8E06A29C9D82}"/>
              </a:ext>
            </a:extLst>
          </p:cNvPr>
          <p:cNvGrpSpPr/>
          <p:nvPr/>
        </p:nvGrpSpPr>
        <p:grpSpPr>
          <a:xfrm>
            <a:off x="3289860" y="3885750"/>
            <a:ext cx="780480" cy="618120"/>
            <a:chOff x="3289860" y="3885750"/>
            <a:chExt cx="780480" cy="618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847A441D-D758-6FE3-190A-9ACD962E4155}"/>
                    </a:ext>
                  </a:extLst>
                </p14:cNvPr>
                <p14:cNvContentPartPr/>
                <p14:nvPr/>
              </p14:nvContentPartPr>
              <p14:xfrm>
                <a:off x="3289860" y="3926430"/>
                <a:ext cx="471600" cy="57744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847A441D-D758-6FE3-190A-9ACD962E4155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283740" y="3920314"/>
                  <a:ext cx="483840" cy="58967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24AF63B6-FC26-71B1-503E-F92AEF8E2C07}"/>
                    </a:ext>
                  </a:extLst>
                </p14:cNvPr>
                <p14:cNvContentPartPr/>
                <p14:nvPr/>
              </p14:nvContentPartPr>
              <p14:xfrm>
                <a:off x="3325500" y="3885750"/>
                <a:ext cx="296280" cy="687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24AF63B6-FC26-71B1-503E-F92AEF8E2C07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319380" y="3879630"/>
                  <a:ext cx="30852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61768509-C366-F925-83B1-61AC8FDD98D8}"/>
                    </a:ext>
                  </a:extLst>
                </p14:cNvPr>
                <p14:cNvContentPartPr/>
                <p14:nvPr/>
              </p14:nvContentPartPr>
              <p14:xfrm>
                <a:off x="3920580" y="4108590"/>
                <a:ext cx="149760" cy="31356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61768509-C366-F925-83B1-61AC8FDD98D8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914475" y="4102470"/>
                  <a:ext cx="161971" cy="325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896CB4EC-3096-CFC3-79B7-1168A71BB586}"/>
                  </a:ext>
                </a:extLst>
              </p14:cNvPr>
              <p14:cNvContentPartPr/>
              <p14:nvPr/>
            </p14:nvContentPartPr>
            <p14:xfrm>
              <a:off x="2478780" y="2262150"/>
              <a:ext cx="720360" cy="88128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896CB4EC-3096-CFC3-79B7-1168A71BB586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2472660" y="2256027"/>
                <a:ext cx="732600" cy="89352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4CB5D5C0-2C3A-A19E-29C6-DD990D70DEDC}"/>
                  </a:ext>
                </a:extLst>
              </p14:cNvPr>
              <p14:cNvContentPartPr/>
              <p14:nvPr/>
            </p14:nvContentPartPr>
            <p14:xfrm>
              <a:off x="3108420" y="2034270"/>
              <a:ext cx="230760" cy="52524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4CB5D5C0-2C3A-A19E-29C6-DD990D70DEDC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3102300" y="2028146"/>
                <a:ext cx="243000" cy="53748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89353AB6-8AD9-9A59-C591-792E8C60071B}"/>
                  </a:ext>
                </a:extLst>
              </p14:cNvPr>
              <p14:cNvContentPartPr/>
              <p14:nvPr/>
            </p14:nvContentPartPr>
            <p14:xfrm>
              <a:off x="1942740" y="1964430"/>
              <a:ext cx="362520" cy="65340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89353AB6-8AD9-9A59-C591-792E8C60071B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1936620" y="1958307"/>
                <a:ext cx="374760" cy="665647"/>
              </a:xfrm>
              <a:prstGeom prst="rect">
                <a:avLst/>
              </a:prstGeom>
            </p:spPr>
          </p:pic>
        </mc:Fallback>
      </mc:AlternateContent>
      <p:grpSp>
        <p:nvGrpSpPr>
          <p:cNvPr id="29" name="Group 28">
            <a:extLst>
              <a:ext uri="{FF2B5EF4-FFF2-40B4-BE49-F238E27FC236}">
                <a16:creationId xmlns:a16="http://schemas.microsoft.com/office/drawing/2014/main" id="{AD001D43-C45C-26AC-E6DA-49D32F6C4F6B}"/>
              </a:ext>
            </a:extLst>
          </p:cNvPr>
          <p:cNvGrpSpPr/>
          <p:nvPr/>
        </p:nvGrpSpPr>
        <p:grpSpPr>
          <a:xfrm>
            <a:off x="4170780" y="2559870"/>
            <a:ext cx="729720" cy="972720"/>
            <a:chOff x="4170780" y="2559870"/>
            <a:chExt cx="729720" cy="972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B6A6723C-EFB8-01EF-0FBC-5905EF1948C0}"/>
                    </a:ext>
                  </a:extLst>
                </p14:cNvPr>
                <p14:cNvContentPartPr/>
                <p14:nvPr/>
              </p14:nvContentPartPr>
              <p14:xfrm>
                <a:off x="4170780" y="2559870"/>
                <a:ext cx="676440" cy="88524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B6A6723C-EFB8-01EF-0FBC-5905EF1948C0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164663" y="2553750"/>
                  <a:ext cx="688673" cy="89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72F48E5C-288E-0C50-2BA8-FE53CD827E39}"/>
                    </a:ext>
                  </a:extLst>
                </p14:cNvPr>
                <p14:cNvContentPartPr/>
                <p14:nvPr/>
              </p14:nvContentPartPr>
              <p14:xfrm>
                <a:off x="4652100" y="3177270"/>
                <a:ext cx="248400" cy="35532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72F48E5C-288E-0C50-2BA8-FE53CD827E39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645980" y="3171150"/>
                  <a:ext cx="260640" cy="367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B626B76D-3D23-490D-CB6C-B56849FE83DB}"/>
                  </a:ext>
                </a:extLst>
              </p14:cNvPr>
              <p14:cNvContentPartPr/>
              <p14:nvPr/>
            </p14:nvContentPartPr>
            <p14:xfrm>
              <a:off x="4318740" y="3760110"/>
              <a:ext cx="504720" cy="4424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B626B76D-3D23-490D-CB6C-B56849FE83DB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4312620" y="3753990"/>
                <a:ext cx="516960" cy="45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3D6A3A41-B2AF-9246-9927-95B700A46771}"/>
                  </a:ext>
                </a:extLst>
              </p14:cNvPr>
              <p14:cNvContentPartPr/>
              <p14:nvPr/>
            </p14:nvContentPartPr>
            <p14:xfrm>
              <a:off x="4263300" y="4150350"/>
              <a:ext cx="150480" cy="11196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3D6A3A41-B2AF-9246-9927-95B700A46771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4257180" y="4144250"/>
                <a:ext cx="162720" cy="12416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76CA3FC3-195C-0EEC-F1FE-0663BB122F53}"/>
                  </a:ext>
                </a:extLst>
              </p14:cNvPr>
              <p14:cNvContentPartPr/>
              <p14:nvPr/>
            </p14:nvContentPartPr>
            <p14:xfrm>
              <a:off x="4732020" y="3988350"/>
              <a:ext cx="378720" cy="43560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76CA3FC3-195C-0EEC-F1FE-0663BB122F53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4725900" y="3982230"/>
                <a:ext cx="390960" cy="44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38ED3C77-8F1D-7626-8DE6-6078F193D422}"/>
                  </a:ext>
                </a:extLst>
              </p14:cNvPr>
              <p14:cNvContentPartPr/>
              <p14:nvPr/>
            </p14:nvContentPartPr>
            <p14:xfrm>
              <a:off x="5052060" y="3977550"/>
              <a:ext cx="131760" cy="15840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38ED3C77-8F1D-7626-8DE6-6078F193D422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5045940" y="3971430"/>
                <a:ext cx="144000" cy="17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7C47EAB6-A831-6573-5C0C-3439254E2529}"/>
                  </a:ext>
                </a:extLst>
              </p14:cNvPr>
              <p14:cNvContentPartPr/>
              <p14:nvPr/>
            </p14:nvContentPartPr>
            <p14:xfrm>
              <a:off x="5176980" y="4332510"/>
              <a:ext cx="150120" cy="34092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7C47EAB6-A831-6573-5C0C-3439254E2529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5170860" y="4326390"/>
                <a:ext cx="162360" cy="353160"/>
              </a:xfrm>
              <a:prstGeom prst="rect">
                <a:avLst/>
              </a:prstGeom>
            </p:spPr>
          </p:pic>
        </mc:Fallback>
      </mc:AlternateContent>
      <p:grpSp>
        <p:nvGrpSpPr>
          <p:cNvPr id="39" name="Group 38">
            <a:extLst>
              <a:ext uri="{FF2B5EF4-FFF2-40B4-BE49-F238E27FC236}">
                <a16:creationId xmlns:a16="http://schemas.microsoft.com/office/drawing/2014/main" id="{78362E85-EA6C-7038-D6C4-D3659FAB634D}"/>
              </a:ext>
            </a:extLst>
          </p:cNvPr>
          <p:cNvGrpSpPr/>
          <p:nvPr/>
        </p:nvGrpSpPr>
        <p:grpSpPr>
          <a:xfrm>
            <a:off x="5600700" y="3759030"/>
            <a:ext cx="858240" cy="676080"/>
            <a:chOff x="5600700" y="3759030"/>
            <a:chExt cx="858240" cy="676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B49B7C96-B249-F84F-FE03-4475D6D6FC98}"/>
                    </a:ext>
                  </a:extLst>
                </p14:cNvPr>
                <p14:cNvContentPartPr/>
                <p14:nvPr/>
              </p14:nvContentPartPr>
              <p14:xfrm>
                <a:off x="5600700" y="3783150"/>
                <a:ext cx="329400" cy="44676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B49B7C96-B249-F84F-FE03-4475D6D6FC98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5594580" y="3777030"/>
                  <a:ext cx="341640" cy="45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AFBCD805-0309-1A46-C74C-84356B2B6331}"/>
                    </a:ext>
                  </a:extLst>
                </p14:cNvPr>
                <p14:cNvContentPartPr/>
                <p14:nvPr/>
              </p14:nvContentPartPr>
              <p14:xfrm>
                <a:off x="5852340" y="4173030"/>
                <a:ext cx="127440" cy="19152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AFBCD805-0309-1A46-C74C-84356B2B6331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846237" y="4166898"/>
                  <a:ext cx="139646" cy="20378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A37BB32B-91A7-B2BB-E35F-F1B7BBFEFE28}"/>
                    </a:ext>
                  </a:extLst>
                </p14:cNvPr>
                <p14:cNvContentPartPr/>
                <p14:nvPr/>
              </p14:nvContentPartPr>
              <p14:xfrm>
                <a:off x="6146460" y="3831750"/>
                <a:ext cx="220680" cy="60336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A37BB32B-91A7-B2BB-E35F-F1B7BBFEFE28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140350" y="3825630"/>
                  <a:ext cx="232900" cy="61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70BFEADA-0D4A-E54F-5606-52576951B021}"/>
                    </a:ext>
                  </a:extLst>
                </p14:cNvPr>
                <p14:cNvContentPartPr/>
                <p14:nvPr/>
              </p14:nvContentPartPr>
              <p14:xfrm>
                <a:off x="6160860" y="3759030"/>
                <a:ext cx="298080" cy="3564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70BFEADA-0D4A-E54F-5606-52576951B021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6154740" y="3752848"/>
                  <a:ext cx="310320" cy="48005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24C09A4C-7FA7-36CB-F8F1-447547D7E8C7}"/>
                  </a:ext>
                </a:extLst>
              </p14:cNvPr>
              <p14:cNvContentPartPr/>
              <p14:nvPr/>
            </p14:nvContentPartPr>
            <p14:xfrm>
              <a:off x="6617340" y="3987630"/>
              <a:ext cx="127800" cy="43488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24C09A4C-7FA7-36CB-F8F1-447547D7E8C7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6611237" y="3981510"/>
                <a:ext cx="140006" cy="447120"/>
              </a:xfrm>
              <a:prstGeom prst="rect">
                <a:avLst/>
              </a:prstGeom>
            </p:spPr>
          </p:pic>
        </mc:Fallback>
      </mc:AlternateContent>
      <p:grpSp>
        <p:nvGrpSpPr>
          <p:cNvPr id="42" name="Group 41">
            <a:extLst>
              <a:ext uri="{FF2B5EF4-FFF2-40B4-BE49-F238E27FC236}">
                <a16:creationId xmlns:a16="http://schemas.microsoft.com/office/drawing/2014/main" id="{5278D791-A30E-2408-DBF1-DA6F21DBCA40}"/>
              </a:ext>
            </a:extLst>
          </p:cNvPr>
          <p:cNvGrpSpPr/>
          <p:nvPr/>
        </p:nvGrpSpPr>
        <p:grpSpPr>
          <a:xfrm>
            <a:off x="5007060" y="2331990"/>
            <a:ext cx="1198440" cy="983160"/>
            <a:chOff x="5007060" y="2331990"/>
            <a:chExt cx="1198440" cy="983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AA62A4AB-145B-89F3-FF06-416952960486}"/>
                    </a:ext>
                  </a:extLst>
                </p14:cNvPr>
                <p14:cNvContentPartPr/>
                <p14:nvPr/>
              </p14:nvContentPartPr>
              <p14:xfrm>
                <a:off x="5007060" y="2420190"/>
                <a:ext cx="674640" cy="8949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AA62A4AB-145B-89F3-FF06-416952960486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5000940" y="2414070"/>
                  <a:ext cx="686880" cy="90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F3C02CAF-33BF-8EDA-6884-F2219E2FD7B8}"/>
                    </a:ext>
                  </a:extLst>
                </p14:cNvPr>
                <p14:cNvContentPartPr/>
                <p14:nvPr/>
              </p14:nvContentPartPr>
              <p14:xfrm>
                <a:off x="5074740" y="2331990"/>
                <a:ext cx="410760" cy="12600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F3C02CAF-33BF-8EDA-6884-F2219E2FD7B8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068620" y="2325870"/>
                  <a:ext cx="42300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A6B47831-4F43-0D9E-EE38-F1385FACD6B4}"/>
                    </a:ext>
                  </a:extLst>
                </p14:cNvPr>
                <p14:cNvContentPartPr/>
                <p14:nvPr/>
              </p14:nvContentPartPr>
              <p14:xfrm>
                <a:off x="5863140" y="2673270"/>
                <a:ext cx="342360" cy="41580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A6B47831-4F43-0D9E-EE38-F1385FACD6B4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5857020" y="2667150"/>
                  <a:ext cx="354600" cy="428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B1F81111-534B-ED47-F691-6B356F677B29}"/>
              </a:ext>
            </a:extLst>
          </p:cNvPr>
          <p:cNvGrpSpPr/>
          <p:nvPr/>
        </p:nvGrpSpPr>
        <p:grpSpPr>
          <a:xfrm>
            <a:off x="4158540" y="925470"/>
            <a:ext cx="1444680" cy="869400"/>
            <a:chOff x="4158540" y="925470"/>
            <a:chExt cx="1444680" cy="869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7215C07D-0336-3D99-1229-24697DE65033}"/>
                    </a:ext>
                  </a:extLst>
                </p14:cNvPr>
                <p14:cNvContentPartPr/>
                <p14:nvPr/>
              </p14:nvContentPartPr>
              <p14:xfrm>
                <a:off x="4158540" y="1062270"/>
                <a:ext cx="1258200" cy="73260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7215C07D-0336-3D99-1229-24697DE65033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4152418" y="1056153"/>
                  <a:ext cx="1270444" cy="74483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9649A591-7BB0-CEED-99C4-F6E9FCCA9E17}"/>
                    </a:ext>
                  </a:extLst>
                </p14:cNvPr>
                <p14:cNvContentPartPr/>
                <p14:nvPr/>
              </p14:nvContentPartPr>
              <p14:xfrm>
                <a:off x="5246460" y="925470"/>
                <a:ext cx="356760" cy="4287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9649A591-7BB0-CEED-99C4-F6E9FCCA9E17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5240340" y="919350"/>
                  <a:ext cx="369000" cy="441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AE9F00F3-FB7E-D2C0-E458-4D78A725250F}"/>
                  </a:ext>
                </a:extLst>
              </p14:cNvPr>
              <p14:cNvContentPartPr/>
              <p14:nvPr/>
            </p14:nvContentPartPr>
            <p14:xfrm>
              <a:off x="5875020" y="2650590"/>
              <a:ext cx="384840" cy="493560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AE9F00F3-FB7E-D2C0-E458-4D78A725250F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5868900" y="2644470"/>
                <a:ext cx="397080" cy="50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CCBD5161-C711-52A0-B427-BFAFE9A0C9B3}"/>
                  </a:ext>
                </a:extLst>
              </p14:cNvPr>
              <p14:cNvContentPartPr/>
              <p14:nvPr/>
            </p14:nvContentPartPr>
            <p14:xfrm>
              <a:off x="5838660" y="2625390"/>
              <a:ext cx="242640" cy="20952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CCBD5161-C711-52A0-B427-BFAFE9A0C9B3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5832540" y="2619270"/>
                <a:ext cx="254880" cy="221760"/>
              </a:xfrm>
              <a:prstGeom prst="rect">
                <a:avLst/>
              </a:prstGeom>
            </p:spPr>
          </p:pic>
        </mc:Fallback>
      </mc:AlternateContent>
      <p:grpSp>
        <p:nvGrpSpPr>
          <p:cNvPr id="50" name="Group 49">
            <a:extLst>
              <a:ext uri="{FF2B5EF4-FFF2-40B4-BE49-F238E27FC236}">
                <a16:creationId xmlns:a16="http://schemas.microsoft.com/office/drawing/2014/main" id="{DADA5A4F-0661-EEDA-FB7A-5907566C3E47}"/>
              </a:ext>
            </a:extLst>
          </p:cNvPr>
          <p:cNvGrpSpPr/>
          <p:nvPr/>
        </p:nvGrpSpPr>
        <p:grpSpPr>
          <a:xfrm>
            <a:off x="3748860" y="720270"/>
            <a:ext cx="501840" cy="527760"/>
            <a:chOff x="3748860" y="720270"/>
            <a:chExt cx="501840" cy="527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198CDBDF-3D8A-E52D-60A2-9C658A7A4139}"/>
                    </a:ext>
                  </a:extLst>
                </p14:cNvPr>
                <p14:cNvContentPartPr/>
                <p14:nvPr/>
              </p14:nvContentPartPr>
              <p14:xfrm>
                <a:off x="3748860" y="720270"/>
                <a:ext cx="287280" cy="52776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198CDBDF-3D8A-E52D-60A2-9C658A7A4139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3742740" y="714150"/>
                  <a:ext cx="299520" cy="54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C925D22A-5CDF-D616-EB33-D815C52D97D5}"/>
                    </a:ext>
                  </a:extLst>
                </p14:cNvPr>
                <p14:cNvContentPartPr/>
                <p14:nvPr/>
              </p14:nvContentPartPr>
              <p14:xfrm>
                <a:off x="3760380" y="786870"/>
                <a:ext cx="490320" cy="3600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C925D22A-5CDF-D616-EB33-D815C52D97D5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3754260" y="780750"/>
                  <a:ext cx="502560" cy="48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5DD64BFA-6ED3-1462-CDC7-0A9E8AABC007}"/>
              </a:ext>
            </a:extLst>
          </p:cNvPr>
          <p:cNvGrpSpPr/>
          <p:nvPr/>
        </p:nvGrpSpPr>
        <p:grpSpPr>
          <a:xfrm>
            <a:off x="7498080" y="959670"/>
            <a:ext cx="1861200" cy="746280"/>
            <a:chOff x="7498080" y="959670"/>
            <a:chExt cx="1861200" cy="746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C586B537-42F4-E21E-873A-471F6B0C7B4F}"/>
                    </a:ext>
                  </a:extLst>
                </p14:cNvPr>
                <p14:cNvContentPartPr/>
                <p14:nvPr/>
              </p14:nvContentPartPr>
              <p14:xfrm>
                <a:off x="7498080" y="959670"/>
                <a:ext cx="1782360" cy="71028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C586B537-42F4-E21E-873A-471F6B0C7B4F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7491960" y="953550"/>
                  <a:ext cx="1794600" cy="72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48A9C8A8-1A36-08BE-A42C-376309E7A3D7}"/>
                    </a:ext>
                  </a:extLst>
                </p14:cNvPr>
                <p14:cNvContentPartPr/>
                <p14:nvPr/>
              </p14:nvContentPartPr>
              <p14:xfrm>
                <a:off x="9049320" y="1458630"/>
                <a:ext cx="309960" cy="24732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48A9C8A8-1A36-08BE-A42C-376309E7A3D7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9043200" y="1452510"/>
                  <a:ext cx="322200" cy="2595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72444548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4BC472-46CF-A750-FA3C-09DC814E6A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diagram of a diagram&#10;&#10;AI-generated content may be incorrect.">
            <a:extLst>
              <a:ext uri="{FF2B5EF4-FFF2-40B4-BE49-F238E27FC236}">
                <a16:creationId xmlns:a16="http://schemas.microsoft.com/office/drawing/2014/main" id="{214EFBF4-8190-0309-D5AB-42477D764B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197" y="643466"/>
            <a:ext cx="10817605" cy="557106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6346EE6-6D28-F637-C42B-CB73FD155D11}"/>
              </a:ext>
            </a:extLst>
          </p:cNvPr>
          <p:cNvSpPr txBox="1"/>
          <p:nvPr/>
        </p:nvSpPr>
        <p:spPr>
          <a:xfrm>
            <a:off x="283029" y="250371"/>
            <a:ext cx="75939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  <a:hlinkClick r:id="rId3"/>
              </a:rPr>
              <a:t>https://www.artofcse.com/learning/introduction-to-dynamic-programming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5DE3531-A282-78E5-D556-39550CE0CEFA}"/>
              </a:ext>
            </a:extLst>
          </p:cNvPr>
          <p:cNvSpPr/>
          <p:nvPr/>
        </p:nvSpPr>
        <p:spPr>
          <a:xfrm>
            <a:off x="457200" y="6214532"/>
            <a:ext cx="10817605" cy="3930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D946D71-0D77-EA8E-399A-0C0913F4FB09}"/>
              </a:ext>
            </a:extLst>
          </p:cNvPr>
          <p:cNvSpPr/>
          <p:nvPr/>
        </p:nvSpPr>
        <p:spPr>
          <a:xfrm>
            <a:off x="9148860" y="2331990"/>
            <a:ext cx="2355942" cy="309072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E024230F-8BF2-7F99-F0CE-A73EED93F1E6}"/>
              </a:ext>
            </a:extLst>
          </p:cNvPr>
          <p:cNvGrpSpPr/>
          <p:nvPr/>
        </p:nvGrpSpPr>
        <p:grpSpPr>
          <a:xfrm>
            <a:off x="296820" y="4770990"/>
            <a:ext cx="962640" cy="955800"/>
            <a:chOff x="296820" y="4770990"/>
            <a:chExt cx="962640" cy="955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C4AE72B0-8125-3FEF-2E3A-749146819883}"/>
                    </a:ext>
                  </a:extLst>
                </p14:cNvPr>
                <p14:cNvContentPartPr/>
                <p14:nvPr/>
              </p14:nvContentPartPr>
              <p14:xfrm>
                <a:off x="604620" y="4944150"/>
                <a:ext cx="464040" cy="7826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C4AE72B0-8125-3FEF-2E3A-749146819883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98500" y="4938030"/>
                  <a:ext cx="476280" cy="79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0C38D0B7-3F76-B7A4-AB52-F679BD197E53}"/>
                    </a:ext>
                  </a:extLst>
                </p14:cNvPr>
                <p14:cNvContentPartPr/>
                <p14:nvPr/>
              </p14:nvContentPartPr>
              <p14:xfrm>
                <a:off x="971460" y="4834350"/>
                <a:ext cx="288000" cy="2923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0C38D0B7-3F76-B7A4-AB52-F679BD197E53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965348" y="4828230"/>
                  <a:ext cx="300225" cy="30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271C02F5-93D6-7275-4B95-4B7658765204}"/>
                    </a:ext>
                  </a:extLst>
                </p14:cNvPr>
                <p14:cNvContentPartPr/>
                <p14:nvPr/>
              </p14:nvContentPartPr>
              <p14:xfrm>
                <a:off x="296820" y="4770990"/>
                <a:ext cx="253440" cy="33732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271C02F5-93D6-7275-4B95-4B7658765204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90700" y="4764863"/>
                  <a:ext cx="265680" cy="349573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B53F6643-2BBC-BA66-6F51-4DA440B7F6ED}"/>
                  </a:ext>
                </a:extLst>
              </p14:cNvPr>
              <p14:cNvContentPartPr/>
              <p14:nvPr/>
            </p14:nvContentPartPr>
            <p14:xfrm>
              <a:off x="2478420" y="5149710"/>
              <a:ext cx="402480" cy="7023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B53F6643-2BBC-BA66-6F51-4DA440B7F6ED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472305" y="5143587"/>
                <a:ext cx="414709" cy="71460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1CE781BC-D804-BC22-D9A7-9581956D533E}"/>
                  </a:ext>
                </a:extLst>
              </p14:cNvPr>
              <p14:cNvContentPartPr/>
              <p14:nvPr/>
            </p14:nvContentPartPr>
            <p14:xfrm>
              <a:off x="2479860" y="5153670"/>
              <a:ext cx="308880" cy="2088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1CE781BC-D804-BC22-D9A7-9581956D533E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473740" y="5147550"/>
                <a:ext cx="321120" cy="3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0359FB5A-BA1C-AF9A-3944-4288BDFC24A9}"/>
                  </a:ext>
                </a:extLst>
              </p14:cNvPr>
              <p14:cNvContentPartPr/>
              <p14:nvPr/>
            </p14:nvContentPartPr>
            <p14:xfrm>
              <a:off x="2948580" y="5173470"/>
              <a:ext cx="150840" cy="50652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0359FB5A-BA1C-AF9A-3944-4288BDFC24A9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942460" y="5167350"/>
                <a:ext cx="163080" cy="518760"/>
              </a:xfrm>
              <a:prstGeom prst="rect">
                <a:avLst/>
              </a:prstGeom>
            </p:spPr>
          </p:pic>
        </mc:Fallback>
      </mc:AlternateContent>
      <p:grpSp>
        <p:nvGrpSpPr>
          <p:cNvPr id="11" name="Group 10">
            <a:extLst>
              <a:ext uri="{FF2B5EF4-FFF2-40B4-BE49-F238E27FC236}">
                <a16:creationId xmlns:a16="http://schemas.microsoft.com/office/drawing/2014/main" id="{27D298DE-3B1E-13C4-2479-B60226CD501B}"/>
              </a:ext>
            </a:extLst>
          </p:cNvPr>
          <p:cNvGrpSpPr/>
          <p:nvPr/>
        </p:nvGrpSpPr>
        <p:grpSpPr>
          <a:xfrm>
            <a:off x="1485540" y="3542310"/>
            <a:ext cx="710280" cy="938880"/>
            <a:chOff x="1485540" y="3542310"/>
            <a:chExt cx="710280" cy="938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9D895CC9-20A1-F0AC-A62F-72951A70B9CD}"/>
                    </a:ext>
                  </a:extLst>
                </p14:cNvPr>
                <p14:cNvContentPartPr/>
                <p14:nvPr/>
              </p14:nvContentPartPr>
              <p14:xfrm>
                <a:off x="1485540" y="3702510"/>
                <a:ext cx="547920" cy="77868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9D895CC9-20A1-F0AC-A62F-72951A70B9CD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479420" y="3696390"/>
                  <a:ext cx="560160" cy="79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1EA2DCBC-1794-1AC4-047E-FE0D1037B6E0}"/>
                    </a:ext>
                  </a:extLst>
                </p14:cNvPr>
                <p14:cNvContentPartPr/>
                <p14:nvPr/>
              </p14:nvContentPartPr>
              <p14:xfrm>
                <a:off x="1885860" y="3542310"/>
                <a:ext cx="309960" cy="34020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1EA2DCBC-1794-1AC4-047E-FE0D1037B6E0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879740" y="3536190"/>
                  <a:ext cx="322200" cy="352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332E9089-3B06-24B1-7CAB-EE659622D1A9}"/>
                  </a:ext>
                </a:extLst>
              </p14:cNvPr>
              <p14:cNvContentPartPr/>
              <p14:nvPr/>
            </p14:nvContentPartPr>
            <p14:xfrm>
              <a:off x="845820" y="3666870"/>
              <a:ext cx="398880" cy="43740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332E9089-3B06-24B1-7CAB-EE659622D1A9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839700" y="3660750"/>
                <a:ext cx="411120" cy="449640"/>
              </a:xfrm>
              <a:prstGeom prst="rect">
                <a:avLst/>
              </a:prstGeom>
            </p:spPr>
          </p:pic>
        </mc:Fallback>
      </mc:AlternateContent>
      <p:grpSp>
        <p:nvGrpSpPr>
          <p:cNvPr id="25" name="Group 24">
            <a:extLst>
              <a:ext uri="{FF2B5EF4-FFF2-40B4-BE49-F238E27FC236}">
                <a16:creationId xmlns:a16="http://schemas.microsoft.com/office/drawing/2014/main" id="{9530184A-3648-5955-B018-F1ED60B0B3F3}"/>
              </a:ext>
            </a:extLst>
          </p:cNvPr>
          <p:cNvGrpSpPr/>
          <p:nvPr/>
        </p:nvGrpSpPr>
        <p:grpSpPr>
          <a:xfrm>
            <a:off x="3289860" y="3885750"/>
            <a:ext cx="780480" cy="618120"/>
            <a:chOff x="3289860" y="3885750"/>
            <a:chExt cx="780480" cy="618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E3B04C3B-AD0F-F3EA-CBA2-66EE58C78F5C}"/>
                    </a:ext>
                  </a:extLst>
                </p14:cNvPr>
                <p14:cNvContentPartPr/>
                <p14:nvPr/>
              </p14:nvContentPartPr>
              <p14:xfrm>
                <a:off x="3289860" y="3926430"/>
                <a:ext cx="471600" cy="57744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E3B04C3B-AD0F-F3EA-CBA2-66EE58C78F5C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283740" y="3920314"/>
                  <a:ext cx="483840" cy="58967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5C2DEA64-A8CF-8056-C123-C5BD3535BF98}"/>
                    </a:ext>
                  </a:extLst>
                </p14:cNvPr>
                <p14:cNvContentPartPr/>
                <p14:nvPr/>
              </p14:nvContentPartPr>
              <p14:xfrm>
                <a:off x="3325500" y="3885750"/>
                <a:ext cx="296280" cy="687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5C2DEA64-A8CF-8056-C123-C5BD3535BF98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319380" y="3879630"/>
                  <a:ext cx="30852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01F6E3C1-9817-4E8B-6FE8-F8346016A601}"/>
                    </a:ext>
                  </a:extLst>
                </p14:cNvPr>
                <p14:cNvContentPartPr/>
                <p14:nvPr/>
              </p14:nvContentPartPr>
              <p14:xfrm>
                <a:off x="3920580" y="4108590"/>
                <a:ext cx="149760" cy="31356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01F6E3C1-9817-4E8B-6FE8-F8346016A601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914475" y="4102470"/>
                  <a:ext cx="161971" cy="325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85A34030-AE21-A18F-BB18-BDCF2F7629FF}"/>
                  </a:ext>
                </a:extLst>
              </p14:cNvPr>
              <p14:cNvContentPartPr/>
              <p14:nvPr/>
            </p14:nvContentPartPr>
            <p14:xfrm>
              <a:off x="2478780" y="2262150"/>
              <a:ext cx="720360" cy="88128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85A34030-AE21-A18F-BB18-BDCF2F7629FF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2472660" y="2256027"/>
                <a:ext cx="732600" cy="89352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66BE59D4-64E3-A9A2-2537-F63CAC049859}"/>
                  </a:ext>
                </a:extLst>
              </p14:cNvPr>
              <p14:cNvContentPartPr/>
              <p14:nvPr/>
            </p14:nvContentPartPr>
            <p14:xfrm>
              <a:off x="3108420" y="2034270"/>
              <a:ext cx="230760" cy="52524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66BE59D4-64E3-A9A2-2537-F63CAC049859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3102300" y="2028146"/>
                <a:ext cx="243000" cy="53748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8A8CA533-14CD-458C-90B9-E8EC78FB9104}"/>
                  </a:ext>
                </a:extLst>
              </p14:cNvPr>
              <p14:cNvContentPartPr/>
              <p14:nvPr/>
            </p14:nvContentPartPr>
            <p14:xfrm>
              <a:off x="1942740" y="1964430"/>
              <a:ext cx="362520" cy="65340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8A8CA533-14CD-458C-90B9-E8EC78FB9104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1936620" y="1958307"/>
                <a:ext cx="374760" cy="665647"/>
              </a:xfrm>
              <a:prstGeom prst="rect">
                <a:avLst/>
              </a:prstGeom>
            </p:spPr>
          </p:pic>
        </mc:Fallback>
      </mc:AlternateContent>
      <p:grpSp>
        <p:nvGrpSpPr>
          <p:cNvPr id="29" name="Group 28">
            <a:extLst>
              <a:ext uri="{FF2B5EF4-FFF2-40B4-BE49-F238E27FC236}">
                <a16:creationId xmlns:a16="http://schemas.microsoft.com/office/drawing/2014/main" id="{322A5851-84C1-1475-7482-EBAFF159C428}"/>
              </a:ext>
            </a:extLst>
          </p:cNvPr>
          <p:cNvGrpSpPr/>
          <p:nvPr/>
        </p:nvGrpSpPr>
        <p:grpSpPr>
          <a:xfrm>
            <a:off x="4170780" y="2559870"/>
            <a:ext cx="729720" cy="972720"/>
            <a:chOff x="4170780" y="2559870"/>
            <a:chExt cx="729720" cy="972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3D4C250A-8162-7DE3-2F2E-F54DF61BFC0B}"/>
                    </a:ext>
                  </a:extLst>
                </p14:cNvPr>
                <p14:cNvContentPartPr/>
                <p14:nvPr/>
              </p14:nvContentPartPr>
              <p14:xfrm>
                <a:off x="4170780" y="2559870"/>
                <a:ext cx="676440" cy="88524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3D4C250A-8162-7DE3-2F2E-F54DF61BFC0B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164663" y="2553750"/>
                  <a:ext cx="688673" cy="89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0751EFAE-5981-C973-1F28-DBA7D27CADD3}"/>
                    </a:ext>
                  </a:extLst>
                </p14:cNvPr>
                <p14:cNvContentPartPr/>
                <p14:nvPr/>
              </p14:nvContentPartPr>
              <p14:xfrm>
                <a:off x="4652100" y="3177270"/>
                <a:ext cx="248400" cy="35532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0751EFAE-5981-C973-1F28-DBA7D27CADD3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645980" y="3171150"/>
                  <a:ext cx="260640" cy="367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A8F84A7C-A7F4-6C30-712E-267A2D70327B}"/>
                  </a:ext>
                </a:extLst>
              </p14:cNvPr>
              <p14:cNvContentPartPr/>
              <p14:nvPr/>
            </p14:nvContentPartPr>
            <p14:xfrm>
              <a:off x="4318740" y="3760110"/>
              <a:ext cx="504720" cy="4424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A8F84A7C-A7F4-6C30-712E-267A2D70327B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4312620" y="3753990"/>
                <a:ext cx="516960" cy="45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76223745-7182-3073-B03F-F65B1A20E8A6}"/>
                  </a:ext>
                </a:extLst>
              </p14:cNvPr>
              <p14:cNvContentPartPr/>
              <p14:nvPr/>
            </p14:nvContentPartPr>
            <p14:xfrm>
              <a:off x="4263300" y="4150350"/>
              <a:ext cx="150480" cy="11196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76223745-7182-3073-B03F-F65B1A20E8A6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4257180" y="4144250"/>
                <a:ext cx="162720" cy="12416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8F64388A-CD85-0B51-1849-D74978F36CA6}"/>
                  </a:ext>
                </a:extLst>
              </p14:cNvPr>
              <p14:cNvContentPartPr/>
              <p14:nvPr/>
            </p14:nvContentPartPr>
            <p14:xfrm>
              <a:off x="4732020" y="3988350"/>
              <a:ext cx="378720" cy="43560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8F64388A-CD85-0B51-1849-D74978F36CA6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4725900" y="3982230"/>
                <a:ext cx="390960" cy="44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D3F075C3-58D1-47B7-87D2-8F7F918A96A2}"/>
                  </a:ext>
                </a:extLst>
              </p14:cNvPr>
              <p14:cNvContentPartPr/>
              <p14:nvPr/>
            </p14:nvContentPartPr>
            <p14:xfrm>
              <a:off x="5052060" y="3977550"/>
              <a:ext cx="131760" cy="15840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D3F075C3-58D1-47B7-87D2-8F7F918A96A2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5045940" y="3971430"/>
                <a:ext cx="144000" cy="17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50DA91D1-66B6-E34E-0038-485F714B6530}"/>
                  </a:ext>
                </a:extLst>
              </p14:cNvPr>
              <p14:cNvContentPartPr/>
              <p14:nvPr/>
            </p14:nvContentPartPr>
            <p14:xfrm>
              <a:off x="5176980" y="4332510"/>
              <a:ext cx="150120" cy="34092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50DA91D1-66B6-E34E-0038-485F714B6530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5170860" y="4326390"/>
                <a:ext cx="162360" cy="353160"/>
              </a:xfrm>
              <a:prstGeom prst="rect">
                <a:avLst/>
              </a:prstGeom>
            </p:spPr>
          </p:pic>
        </mc:Fallback>
      </mc:AlternateContent>
      <p:grpSp>
        <p:nvGrpSpPr>
          <p:cNvPr id="39" name="Group 38">
            <a:extLst>
              <a:ext uri="{FF2B5EF4-FFF2-40B4-BE49-F238E27FC236}">
                <a16:creationId xmlns:a16="http://schemas.microsoft.com/office/drawing/2014/main" id="{83AC96EE-9B01-BFF0-0576-CEDB8E2FFA11}"/>
              </a:ext>
            </a:extLst>
          </p:cNvPr>
          <p:cNvGrpSpPr/>
          <p:nvPr/>
        </p:nvGrpSpPr>
        <p:grpSpPr>
          <a:xfrm>
            <a:off x="5600700" y="3759030"/>
            <a:ext cx="858240" cy="676080"/>
            <a:chOff x="5600700" y="3759030"/>
            <a:chExt cx="858240" cy="676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0D2C5663-7F26-5555-E40D-2C3FBCDE065D}"/>
                    </a:ext>
                  </a:extLst>
                </p14:cNvPr>
                <p14:cNvContentPartPr/>
                <p14:nvPr/>
              </p14:nvContentPartPr>
              <p14:xfrm>
                <a:off x="5600700" y="3783150"/>
                <a:ext cx="329400" cy="44676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0D2C5663-7F26-5555-E40D-2C3FBCDE065D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5594580" y="3777030"/>
                  <a:ext cx="341640" cy="45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1BD92785-AE0C-55F1-AB70-D3C1B7DC212D}"/>
                    </a:ext>
                  </a:extLst>
                </p14:cNvPr>
                <p14:cNvContentPartPr/>
                <p14:nvPr/>
              </p14:nvContentPartPr>
              <p14:xfrm>
                <a:off x="5852340" y="4173030"/>
                <a:ext cx="127440" cy="19152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1BD92785-AE0C-55F1-AB70-D3C1B7DC212D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846237" y="4166898"/>
                  <a:ext cx="139646" cy="20378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569FFBF7-09F1-99C0-BF7F-D0F9CA172E4A}"/>
                    </a:ext>
                  </a:extLst>
                </p14:cNvPr>
                <p14:cNvContentPartPr/>
                <p14:nvPr/>
              </p14:nvContentPartPr>
              <p14:xfrm>
                <a:off x="6146460" y="3831750"/>
                <a:ext cx="220680" cy="60336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569FFBF7-09F1-99C0-BF7F-D0F9CA172E4A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140350" y="3825630"/>
                  <a:ext cx="232900" cy="61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0EEA8C84-7F4E-C541-28F7-91A9BD123538}"/>
                    </a:ext>
                  </a:extLst>
                </p14:cNvPr>
                <p14:cNvContentPartPr/>
                <p14:nvPr/>
              </p14:nvContentPartPr>
              <p14:xfrm>
                <a:off x="6160860" y="3759030"/>
                <a:ext cx="298080" cy="3564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0EEA8C84-7F4E-C541-28F7-91A9BD123538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6154740" y="3752848"/>
                  <a:ext cx="310320" cy="48005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43AD6FB0-BE53-737F-6913-E883409160DB}"/>
                  </a:ext>
                </a:extLst>
              </p14:cNvPr>
              <p14:cNvContentPartPr/>
              <p14:nvPr/>
            </p14:nvContentPartPr>
            <p14:xfrm>
              <a:off x="6617340" y="3987630"/>
              <a:ext cx="127800" cy="43488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43AD6FB0-BE53-737F-6913-E883409160DB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6611237" y="3981510"/>
                <a:ext cx="140006" cy="447120"/>
              </a:xfrm>
              <a:prstGeom prst="rect">
                <a:avLst/>
              </a:prstGeom>
            </p:spPr>
          </p:pic>
        </mc:Fallback>
      </mc:AlternateContent>
      <p:grpSp>
        <p:nvGrpSpPr>
          <p:cNvPr id="42" name="Group 41">
            <a:extLst>
              <a:ext uri="{FF2B5EF4-FFF2-40B4-BE49-F238E27FC236}">
                <a16:creationId xmlns:a16="http://schemas.microsoft.com/office/drawing/2014/main" id="{6F427FFB-5F8B-D2DD-C5EB-66D3596A9E2A}"/>
              </a:ext>
            </a:extLst>
          </p:cNvPr>
          <p:cNvGrpSpPr/>
          <p:nvPr/>
        </p:nvGrpSpPr>
        <p:grpSpPr>
          <a:xfrm>
            <a:off x="5007060" y="2331990"/>
            <a:ext cx="1198440" cy="983160"/>
            <a:chOff x="5007060" y="2331990"/>
            <a:chExt cx="1198440" cy="983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FED2598B-3176-3B71-56DF-A354E3DB9339}"/>
                    </a:ext>
                  </a:extLst>
                </p14:cNvPr>
                <p14:cNvContentPartPr/>
                <p14:nvPr/>
              </p14:nvContentPartPr>
              <p14:xfrm>
                <a:off x="5007060" y="2420190"/>
                <a:ext cx="674640" cy="8949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FED2598B-3176-3B71-56DF-A354E3DB9339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5000940" y="2414070"/>
                  <a:ext cx="686880" cy="90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8E8F2565-1B54-A179-990D-21FEBAED399B}"/>
                    </a:ext>
                  </a:extLst>
                </p14:cNvPr>
                <p14:cNvContentPartPr/>
                <p14:nvPr/>
              </p14:nvContentPartPr>
              <p14:xfrm>
                <a:off x="5074740" y="2331990"/>
                <a:ext cx="410760" cy="12600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8E8F2565-1B54-A179-990D-21FEBAED399B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068620" y="2325870"/>
                  <a:ext cx="42300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337F0F80-E897-22B1-C623-C658215BA5EC}"/>
                    </a:ext>
                  </a:extLst>
                </p14:cNvPr>
                <p14:cNvContentPartPr/>
                <p14:nvPr/>
              </p14:nvContentPartPr>
              <p14:xfrm>
                <a:off x="5863140" y="2673270"/>
                <a:ext cx="342360" cy="41580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337F0F80-E897-22B1-C623-C658215BA5EC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5857020" y="2667150"/>
                  <a:ext cx="354600" cy="428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BC4A02CB-AD7D-5AB4-6499-8150FA644268}"/>
              </a:ext>
            </a:extLst>
          </p:cNvPr>
          <p:cNvGrpSpPr/>
          <p:nvPr/>
        </p:nvGrpSpPr>
        <p:grpSpPr>
          <a:xfrm>
            <a:off x="4158540" y="925470"/>
            <a:ext cx="1444680" cy="869400"/>
            <a:chOff x="4158540" y="925470"/>
            <a:chExt cx="1444680" cy="869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2AC54CC6-C4EF-FAAE-AF24-CF0E1C3B3311}"/>
                    </a:ext>
                  </a:extLst>
                </p14:cNvPr>
                <p14:cNvContentPartPr/>
                <p14:nvPr/>
              </p14:nvContentPartPr>
              <p14:xfrm>
                <a:off x="4158540" y="1062270"/>
                <a:ext cx="1258200" cy="73260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2AC54CC6-C4EF-FAAE-AF24-CF0E1C3B3311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4152418" y="1056153"/>
                  <a:ext cx="1270444" cy="74483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7BE41F70-F076-6434-E7BF-9F05974BB374}"/>
                    </a:ext>
                  </a:extLst>
                </p14:cNvPr>
                <p14:cNvContentPartPr/>
                <p14:nvPr/>
              </p14:nvContentPartPr>
              <p14:xfrm>
                <a:off x="5246460" y="925470"/>
                <a:ext cx="356760" cy="4287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7BE41F70-F076-6434-E7BF-9F05974BB374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5240340" y="919350"/>
                  <a:ext cx="369000" cy="441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327E3EC5-CA45-1D24-FE0A-DAE1F42AE9DE}"/>
                  </a:ext>
                </a:extLst>
              </p14:cNvPr>
              <p14:cNvContentPartPr/>
              <p14:nvPr/>
            </p14:nvContentPartPr>
            <p14:xfrm>
              <a:off x="5875020" y="2650590"/>
              <a:ext cx="384840" cy="493560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327E3EC5-CA45-1D24-FE0A-DAE1F42AE9DE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5868900" y="2644470"/>
                <a:ext cx="397080" cy="50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C6313AC9-F07A-5B7B-89E4-5877E51E3D27}"/>
                  </a:ext>
                </a:extLst>
              </p14:cNvPr>
              <p14:cNvContentPartPr/>
              <p14:nvPr/>
            </p14:nvContentPartPr>
            <p14:xfrm>
              <a:off x="5838660" y="2625390"/>
              <a:ext cx="242640" cy="20952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C6313AC9-F07A-5B7B-89E4-5877E51E3D27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5832540" y="2619270"/>
                <a:ext cx="254880" cy="221760"/>
              </a:xfrm>
              <a:prstGeom prst="rect">
                <a:avLst/>
              </a:prstGeom>
            </p:spPr>
          </p:pic>
        </mc:Fallback>
      </mc:AlternateContent>
      <p:grpSp>
        <p:nvGrpSpPr>
          <p:cNvPr id="50" name="Group 49">
            <a:extLst>
              <a:ext uri="{FF2B5EF4-FFF2-40B4-BE49-F238E27FC236}">
                <a16:creationId xmlns:a16="http://schemas.microsoft.com/office/drawing/2014/main" id="{A699F72C-509F-9BCC-A9A5-B9B3D048755B}"/>
              </a:ext>
            </a:extLst>
          </p:cNvPr>
          <p:cNvGrpSpPr/>
          <p:nvPr/>
        </p:nvGrpSpPr>
        <p:grpSpPr>
          <a:xfrm>
            <a:off x="3748860" y="720270"/>
            <a:ext cx="501840" cy="527760"/>
            <a:chOff x="3748860" y="720270"/>
            <a:chExt cx="501840" cy="527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77266002-C181-44DD-CE6B-CFD1868232EB}"/>
                    </a:ext>
                  </a:extLst>
                </p14:cNvPr>
                <p14:cNvContentPartPr/>
                <p14:nvPr/>
              </p14:nvContentPartPr>
              <p14:xfrm>
                <a:off x="3748860" y="720270"/>
                <a:ext cx="287280" cy="52776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77266002-C181-44DD-CE6B-CFD1868232EB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3742740" y="714150"/>
                  <a:ext cx="299520" cy="54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9D23F486-D198-C8F1-FCCB-860635521F0B}"/>
                    </a:ext>
                  </a:extLst>
                </p14:cNvPr>
                <p14:cNvContentPartPr/>
                <p14:nvPr/>
              </p14:nvContentPartPr>
              <p14:xfrm>
                <a:off x="3760380" y="786870"/>
                <a:ext cx="490320" cy="3600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9D23F486-D198-C8F1-FCCB-860635521F0B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3754260" y="780750"/>
                  <a:ext cx="502560" cy="4824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47" name="Rectangle 46">
            <a:extLst>
              <a:ext uri="{FF2B5EF4-FFF2-40B4-BE49-F238E27FC236}">
                <a16:creationId xmlns:a16="http://schemas.microsoft.com/office/drawing/2014/main" id="{1102C58E-FD30-60A9-C0E4-213FC9D1844D}"/>
              </a:ext>
            </a:extLst>
          </p:cNvPr>
          <p:cNvSpPr/>
          <p:nvPr/>
        </p:nvSpPr>
        <p:spPr>
          <a:xfrm>
            <a:off x="6975137" y="3776850"/>
            <a:ext cx="2355942" cy="172866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04ED8FC6-4ED7-5791-8956-6002FDED1611}"/>
              </a:ext>
            </a:extLst>
          </p:cNvPr>
          <p:cNvSpPr/>
          <p:nvPr/>
        </p:nvSpPr>
        <p:spPr>
          <a:xfrm>
            <a:off x="6681240" y="4541410"/>
            <a:ext cx="1015603" cy="47121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91DBA1C1-AB1A-7D19-3361-6C7AC4A195E2}"/>
              </a:ext>
            </a:extLst>
          </p:cNvPr>
          <p:cNvGrpSpPr/>
          <p:nvPr/>
        </p:nvGrpSpPr>
        <p:grpSpPr>
          <a:xfrm>
            <a:off x="7452000" y="878670"/>
            <a:ext cx="1704240" cy="654840"/>
            <a:chOff x="7452000" y="878670"/>
            <a:chExt cx="1704240" cy="654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7B771DDC-66CA-856B-1393-E6079C343CD4}"/>
                    </a:ext>
                  </a:extLst>
                </p14:cNvPr>
                <p14:cNvContentPartPr/>
                <p14:nvPr/>
              </p14:nvContentPartPr>
              <p14:xfrm>
                <a:off x="7452000" y="878670"/>
                <a:ext cx="1613880" cy="55944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7B771DDC-66CA-856B-1393-E6079C343CD4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7445880" y="872550"/>
                  <a:ext cx="1626120" cy="57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4A0D0F17-7D47-F519-EF1C-B5C97F524CDB}"/>
                    </a:ext>
                  </a:extLst>
                </p14:cNvPr>
                <p14:cNvContentPartPr/>
                <p14:nvPr/>
              </p14:nvContentPartPr>
              <p14:xfrm>
                <a:off x="8922600" y="1325430"/>
                <a:ext cx="233640" cy="20808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4A0D0F17-7D47-F519-EF1C-B5C97F524CDB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8916480" y="1319310"/>
                  <a:ext cx="245880" cy="220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681A17D1-391B-629F-52EB-740D3F47A44C}"/>
              </a:ext>
            </a:extLst>
          </p:cNvPr>
          <p:cNvGrpSpPr/>
          <p:nvPr/>
        </p:nvGrpSpPr>
        <p:grpSpPr>
          <a:xfrm>
            <a:off x="7623720" y="2205630"/>
            <a:ext cx="1097280" cy="948960"/>
            <a:chOff x="7623720" y="2205630"/>
            <a:chExt cx="1097280" cy="948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C01C9456-6A08-4F37-B1CF-16078CE09FE5}"/>
                    </a:ext>
                  </a:extLst>
                </p14:cNvPr>
                <p14:cNvContentPartPr/>
                <p14:nvPr/>
              </p14:nvContentPartPr>
              <p14:xfrm>
                <a:off x="7874280" y="2205630"/>
                <a:ext cx="846720" cy="71928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C01C9456-6A08-4F37-B1CF-16078CE09FE5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7868160" y="2199510"/>
                  <a:ext cx="858960" cy="73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E1E24300-2D7D-EE4F-0F3B-E1C804880319}"/>
                    </a:ext>
                  </a:extLst>
                </p14:cNvPr>
                <p14:cNvContentPartPr/>
                <p14:nvPr/>
              </p14:nvContentPartPr>
              <p14:xfrm>
                <a:off x="7623720" y="2765790"/>
                <a:ext cx="455760" cy="38880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E1E24300-2D7D-EE4F-0F3B-E1C804880319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7617600" y="2759670"/>
                  <a:ext cx="468000" cy="40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8B89A973-877A-837A-7FCB-FBFABF75E169}"/>
                    </a:ext>
                  </a:extLst>
                </p14:cNvPr>
                <p14:cNvContentPartPr/>
                <p14:nvPr/>
              </p14:nvContentPartPr>
              <p14:xfrm>
                <a:off x="7851240" y="2891790"/>
                <a:ext cx="46800" cy="25056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8B89A973-877A-837A-7FCB-FBFABF75E169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7845120" y="2885670"/>
                  <a:ext cx="59040" cy="2628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00044320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69C0765-EDFA-C43A-5CEF-F43E7CE952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diagram of a diagram&#10;&#10;AI-generated content may be incorrect.">
            <a:extLst>
              <a:ext uri="{FF2B5EF4-FFF2-40B4-BE49-F238E27FC236}">
                <a16:creationId xmlns:a16="http://schemas.microsoft.com/office/drawing/2014/main" id="{42137808-4B70-8F68-8C25-09B01C6C887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197" y="643466"/>
            <a:ext cx="10817605" cy="557106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6F21CB6-C530-068F-7FD2-A51118EDC8C7}"/>
              </a:ext>
            </a:extLst>
          </p:cNvPr>
          <p:cNvSpPr txBox="1"/>
          <p:nvPr/>
        </p:nvSpPr>
        <p:spPr>
          <a:xfrm>
            <a:off x="283029" y="250371"/>
            <a:ext cx="75939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  <a:hlinkClick r:id="rId3"/>
              </a:rPr>
              <a:t>https://www.artofcse.com/learning/introduction-to-dynamic-programming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B82AC81-8788-45F0-C9A2-8A1B9FD34C26}"/>
              </a:ext>
            </a:extLst>
          </p:cNvPr>
          <p:cNvSpPr/>
          <p:nvPr/>
        </p:nvSpPr>
        <p:spPr>
          <a:xfrm>
            <a:off x="457200" y="6214532"/>
            <a:ext cx="10817605" cy="3930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86EC883-545F-0AE2-E46B-C07DE6A5DE6B}"/>
              </a:ext>
            </a:extLst>
          </p:cNvPr>
          <p:cNvSpPr/>
          <p:nvPr/>
        </p:nvSpPr>
        <p:spPr>
          <a:xfrm>
            <a:off x="9148860" y="2331990"/>
            <a:ext cx="2355942" cy="309072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D0D3A90B-3273-280F-F130-7FDD31AEDA84}"/>
              </a:ext>
            </a:extLst>
          </p:cNvPr>
          <p:cNvGrpSpPr/>
          <p:nvPr/>
        </p:nvGrpSpPr>
        <p:grpSpPr>
          <a:xfrm>
            <a:off x="296820" y="4770990"/>
            <a:ext cx="962640" cy="955800"/>
            <a:chOff x="296820" y="4770990"/>
            <a:chExt cx="962640" cy="955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1921CDE3-E55A-9CC3-930A-4A4CC572B145}"/>
                    </a:ext>
                  </a:extLst>
                </p14:cNvPr>
                <p14:cNvContentPartPr/>
                <p14:nvPr/>
              </p14:nvContentPartPr>
              <p14:xfrm>
                <a:off x="604620" y="4944150"/>
                <a:ext cx="464040" cy="7826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1921CDE3-E55A-9CC3-930A-4A4CC572B145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98500" y="4938030"/>
                  <a:ext cx="476280" cy="79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B00001A7-425B-F787-2B80-2611C90C92FE}"/>
                    </a:ext>
                  </a:extLst>
                </p14:cNvPr>
                <p14:cNvContentPartPr/>
                <p14:nvPr/>
              </p14:nvContentPartPr>
              <p14:xfrm>
                <a:off x="971460" y="4834350"/>
                <a:ext cx="288000" cy="2923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B00001A7-425B-F787-2B80-2611C90C92FE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965348" y="4828230"/>
                  <a:ext cx="300225" cy="30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A991ADA5-7320-A27D-7AB0-058F09FE26E4}"/>
                    </a:ext>
                  </a:extLst>
                </p14:cNvPr>
                <p14:cNvContentPartPr/>
                <p14:nvPr/>
              </p14:nvContentPartPr>
              <p14:xfrm>
                <a:off x="296820" y="4770990"/>
                <a:ext cx="253440" cy="33732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A991ADA5-7320-A27D-7AB0-058F09FE26E4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90700" y="4764863"/>
                  <a:ext cx="265680" cy="349573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F7A912B5-3DF2-3456-2D8E-C32363673E0C}"/>
                  </a:ext>
                </a:extLst>
              </p14:cNvPr>
              <p14:cNvContentPartPr/>
              <p14:nvPr/>
            </p14:nvContentPartPr>
            <p14:xfrm>
              <a:off x="2478420" y="5149710"/>
              <a:ext cx="402480" cy="7023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F7A912B5-3DF2-3456-2D8E-C32363673E0C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472305" y="5143587"/>
                <a:ext cx="414709" cy="71460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18E68435-DD2B-F290-83C4-B41BDF5335D4}"/>
                  </a:ext>
                </a:extLst>
              </p14:cNvPr>
              <p14:cNvContentPartPr/>
              <p14:nvPr/>
            </p14:nvContentPartPr>
            <p14:xfrm>
              <a:off x="2479860" y="5153670"/>
              <a:ext cx="308880" cy="2088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18E68435-DD2B-F290-83C4-B41BDF5335D4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473740" y="5147550"/>
                <a:ext cx="321120" cy="3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865711CC-1A24-36B5-0FB4-1C86D7EBBD1F}"/>
                  </a:ext>
                </a:extLst>
              </p14:cNvPr>
              <p14:cNvContentPartPr/>
              <p14:nvPr/>
            </p14:nvContentPartPr>
            <p14:xfrm>
              <a:off x="2948580" y="5173470"/>
              <a:ext cx="150840" cy="50652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865711CC-1A24-36B5-0FB4-1C86D7EBBD1F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942460" y="5167350"/>
                <a:ext cx="163080" cy="518760"/>
              </a:xfrm>
              <a:prstGeom prst="rect">
                <a:avLst/>
              </a:prstGeom>
            </p:spPr>
          </p:pic>
        </mc:Fallback>
      </mc:AlternateContent>
      <p:grpSp>
        <p:nvGrpSpPr>
          <p:cNvPr id="11" name="Group 10">
            <a:extLst>
              <a:ext uri="{FF2B5EF4-FFF2-40B4-BE49-F238E27FC236}">
                <a16:creationId xmlns:a16="http://schemas.microsoft.com/office/drawing/2014/main" id="{D7BD00D4-6F25-211E-A371-5FB5D80C5199}"/>
              </a:ext>
            </a:extLst>
          </p:cNvPr>
          <p:cNvGrpSpPr/>
          <p:nvPr/>
        </p:nvGrpSpPr>
        <p:grpSpPr>
          <a:xfrm>
            <a:off x="1485540" y="3542310"/>
            <a:ext cx="710280" cy="938880"/>
            <a:chOff x="1485540" y="3542310"/>
            <a:chExt cx="710280" cy="938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9F3F48C3-4A0F-51A7-3668-D3BE885DC6A3}"/>
                    </a:ext>
                  </a:extLst>
                </p14:cNvPr>
                <p14:cNvContentPartPr/>
                <p14:nvPr/>
              </p14:nvContentPartPr>
              <p14:xfrm>
                <a:off x="1485540" y="3702510"/>
                <a:ext cx="547920" cy="77868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9F3F48C3-4A0F-51A7-3668-D3BE885DC6A3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479420" y="3696390"/>
                  <a:ext cx="560160" cy="79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EADA0679-5F35-8CE4-CBBB-3E04C2113409}"/>
                    </a:ext>
                  </a:extLst>
                </p14:cNvPr>
                <p14:cNvContentPartPr/>
                <p14:nvPr/>
              </p14:nvContentPartPr>
              <p14:xfrm>
                <a:off x="1885860" y="3542310"/>
                <a:ext cx="309960" cy="34020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EADA0679-5F35-8CE4-CBBB-3E04C2113409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879740" y="3536190"/>
                  <a:ext cx="322200" cy="352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AF9388D6-0798-A4A2-68AA-9F19BA1B1C1B}"/>
                  </a:ext>
                </a:extLst>
              </p14:cNvPr>
              <p14:cNvContentPartPr/>
              <p14:nvPr/>
            </p14:nvContentPartPr>
            <p14:xfrm>
              <a:off x="845820" y="3666870"/>
              <a:ext cx="398880" cy="43740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AF9388D6-0798-A4A2-68AA-9F19BA1B1C1B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839700" y="3660750"/>
                <a:ext cx="411120" cy="449640"/>
              </a:xfrm>
              <a:prstGeom prst="rect">
                <a:avLst/>
              </a:prstGeom>
            </p:spPr>
          </p:pic>
        </mc:Fallback>
      </mc:AlternateContent>
      <p:grpSp>
        <p:nvGrpSpPr>
          <p:cNvPr id="25" name="Group 24">
            <a:extLst>
              <a:ext uri="{FF2B5EF4-FFF2-40B4-BE49-F238E27FC236}">
                <a16:creationId xmlns:a16="http://schemas.microsoft.com/office/drawing/2014/main" id="{94464711-79E7-FFD0-B6F0-C8371E87E500}"/>
              </a:ext>
            </a:extLst>
          </p:cNvPr>
          <p:cNvGrpSpPr/>
          <p:nvPr/>
        </p:nvGrpSpPr>
        <p:grpSpPr>
          <a:xfrm>
            <a:off x="3289860" y="3885750"/>
            <a:ext cx="780480" cy="618120"/>
            <a:chOff x="3289860" y="3885750"/>
            <a:chExt cx="780480" cy="618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BD517A73-7E7C-955D-53C0-BBAD743EB985}"/>
                    </a:ext>
                  </a:extLst>
                </p14:cNvPr>
                <p14:cNvContentPartPr/>
                <p14:nvPr/>
              </p14:nvContentPartPr>
              <p14:xfrm>
                <a:off x="3289860" y="3926430"/>
                <a:ext cx="471600" cy="57744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BD517A73-7E7C-955D-53C0-BBAD743EB985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283740" y="3920314"/>
                  <a:ext cx="483840" cy="58967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6AAA791A-4130-5F56-61B8-76D3965E20BC}"/>
                    </a:ext>
                  </a:extLst>
                </p14:cNvPr>
                <p14:cNvContentPartPr/>
                <p14:nvPr/>
              </p14:nvContentPartPr>
              <p14:xfrm>
                <a:off x="3325500" y="3885750"/>
                <a:ext cx="296280" cy="687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6AAA791A-4130-5F56-61B8-76D3965E20BC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319380" y="3879630"/>
                  <a:ext cx="30852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B427B94D-022A-BB61-2B94-27AC70088C07}"/>
                    </a:ext>
                  </a:extLst>
                </p14:cNvPr>
                <p14:cNvContentPartPr/>
                <p14:nvPr/>
              </p14:nvContentPartPr>
              <p14:xfrm>
                <a:off x="3920580" y="4108590"/>
                <a:ext cx="149760" cy="31356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B427B94D-022A-BB61-2B94-27AC70088C07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914475" y="4102470"/>
                  <a:ext cx="161971" cy="325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0201B0CE-C59F-9706-1DC9-86A6752F344B}"/>
                  </a:ext>
                </a:extLst>
              </p14:cNvPr>
              <p14:cNvContentPartPr/>
              <p14:nvPr/>
            </p14:nvContentPartPr>
            <p14:xfrm>
              <a:off x="2478780" y="2262150"/>
              <a:ext cx="720360" cy="88128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0201B0CE-C59F-9706-1DC9-86A6752F344B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2472660" y="2256027"/>
                <a:ext cx="732600" cy="89352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9992959A-1852-6629-1324-4A71D310D04D}"/>
                  </a:ext>
                </a:extLst>
              </p14:cNvPr>
              <p14:cNvContentPartPr/>
              <p14:nvPr/>
            </p14:nvContentPartPr>
            <p14:xfrm>
              <a:off x="3108420" y="2034270"/>
              <a:ext cx="230760" cy="52524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9992959A-1852-6629-1324-4A71D310D04D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3102300" y="2028146"/>
                <a:ext cx="243000" cy="53748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7193ECEA-137B-BFDF-C732-1283C551739C}"/>
                  </a:ext>
                </a:extLst>
              </p14:cNvPr>
              <p14:cNvContentPartPr/>
              <p14:nvPr/>
            </p14:nvContentPartPr>
            <p14:xfrm>
              <a:off x="1942740" y="1964430"/>
              <a:ext cx="362520" cy="65340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7193ECEA-137B-BFDF-C732-1283C551739C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1936620" y="1958307"/>
                <a:ext cx="374760" cy="665647"/>
              </a:xfrm>
              <a:prstGeom prst="rect">
                <a:avLst/>
              </a:prstGeom>
            </p:spPr>
          </p:pic>
        </mc:Fallback>
      </mc:AlternateContent>
      <p:grpSp>
        <p:nvGrpSpPr>
          <p:cNvPr id="29" name="Group 28">
            <a:extLst>
              <a:ext uri="{FF2B5EF4-FFF2-40B4-BE49-F238E27FC236}">
                <a16:creationId xmlns:a16="http://schemas.microsoft.com/office/drawing/2014/main" id="{C6092ED9-309F-1021-C037-5C447EE9B0D0}"/>
              </a:ext>
            </a:extLst>
          </p:cNvPr>
          <p:cNvGrpSpPr/>
          <p:nvPr/>
        </p:nvGrpSpPr>
        <p:grpSpPr>
          <a:xfrm>
            <a:off x="4170780" y="2559870"/>
            <a:ext cx="729720" cy="972720"/>
            <a:chOff x="4170780" y="2559870"/>
            <a:chExt cx="729720" cy="972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7892177E-3797-DA69-156A-F084203525EE}"/>
                    </a:ext>
                  </a:extLst>
                </p14:cNvPr>
                <p14:cNvContentPartPr/>
                <p14:nvPr/>
              </p14:nvContentPartPr>
              <p14:xfrm>
                <a:off x="4170780" y="2559870"/>
                <a:ext cx="676440" cy="88524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7892177E-3797-DA69-156A-F084203525EE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164663" y="2553750"/>
                  <a:ext cx="688673" cy="89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FB1B54E7-0B5B-E67B-7299-F02F10F09F4E}"/>
                    </a:ext>
                  </a:extLst>
                </p14:cNvPr>
                <p14:cNvContentPartPr/>
                <p14:nvPr/>
              </p14:nvContentPartPr>
              <p14:xfrm>
                <a:off x="4652100" y="3177270"/>
                <a:ext cx="248400" cy="35532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FB1B54E7-0B5B-E67B-7299-F02F10F09F4E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645980" y="3171150"/>
                  <a:ext cx="260640" cy="367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BE3BC0F5-CFCB-7F73-05DA-6404AA189DE4}"/>
                  </a:ext>
                </a:extLst>
              </p14:cNvPr>
              <p14:cNvContentPartPr/>
              <p14:nvPr/>
            </p14:nvContentPartPr>
            <p14:xfrm>
              <a:off x="4318740" y="3760110"/>
              <a:ext cx="504720" cy="4424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BE3BC0F5-CFCB-7F73-05DA-6404AA189DE4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4312620" y="3753990"/>
                <a:ext cx="516960" cy="45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62F4C955-F5F8-0795-F4F7-551291F9FBA4}"/>
                  </a:ext>
                </a:extLst>
              </p14:cNvPr>
              <p14:cNvContentPartPr/>
              <p14:nvPr/>
            </p14:nvContentPartPr>
            <p14:xfrm>
              <a:off x="4263300" y="4150350"/>
              <a:ext cx="150480" cy="11196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62F4C955-F5F8-0795-F4F7-551291F9FBA4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4257180" y="4144250"/>
                <a:ext cx="162720" cy="12416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83CB9E60-3BF8-C8C6-F110-2F1623F764E7}"/>
                  </a:ext>
                </a:extLst>
              </p14:cNvPr>
              <p14:cNvContentPartPr/>
              <p14:nvPr/>
            </p14:nvContentPartPr>
            <p14:xfrm>
              <a:off x="4732020" y="3988350"/>
              <a:ext cx="378720" cy="43560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83CB9E60-3BF8-C8C6-F110-2F1623F764E7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4725900" y="3982230"/>
                <a:ext cx="390960" cy="44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F55F04B9-65C2-EF44-804B-3C16A0A8822B}"/>
                  </a:ext>
                </a:extLst>
              </p14:cNvPr>
              <p14:cNvContentPartPr/>
              <p14:nvPr/>
            </p14:nvContentPartPr>
            <p14:xfrm>
              <a:off x="5052060" y="3977550"/>
              <a:ext cx="131760" cy="15840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F55F04B9-65C2-EF44-804B-3C16A0A8822B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5045940" y="3971430"/>
                <a:ext cx="144000" cy="17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3C5281AF-A6FA-DEA5-C332-391CB476D64B}"/>
                  </a:ext>
                </a:extLst>
              </p14:cNvPr>
              <p14:cNvContentPartPr/>
              <p14:nvPr/>
            </p14:nvContentPartPr>
            <p14:xfrm>
              <a:off x="5176980" y="4332510"/>
              <a:ext cx="150120" cy="34092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3C5281AF-A6FA-DEA5-C332-391CB476D64B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5170860" y="4326390"/>
                <a:ext cx="162360" cy="353160"/>
              </a:xfrm>
              <a:prstGeom prst="rect">
                <a:avLst/>
              </a:prstGeom>
            </p:spPr>
          </p:pic>
        </mc:Fallback>
      </mc:AlternateContent>
      <p:grpSp>
        <p:nvGrpSpPr>
          <p:cNvPr id="39" name="Group 38">
            <a:extLst>
              <a:ext uri="{FF2B5EF4-FFF2-40B4-BE49-F238E27FC236}">
                <a16:creationId xmlns:a16="http://schemas.microsoft.com/office/drawing/2014/main" id="{E88E0CEA-A6E2-9230-7583-E755688C1897}"/>
              </a:ext>
            </a:extLst>
          </p:cNvPr>
          <p:cNvGrpSpPr/>
          <p:nvPr/>
        </p:nvGrpSpPr>
        <p:grpSpPr>
          <a:xfrm>
            <a:off x="5600700" y="3759030"/>
            <a:ext cx="858240" cy="676080"/>
            <a:chOff x="5600700" y="3759030"/>
            <a:chExt cx="858240" cy="676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4E89E38E-A30F-022A-429D-7F292E343BD0}"/>
                    </a:ext>
                  </a:extLst>
                </p14:cNvPr>
                <p14:cNvContentPartPr/>
                <p14:nvPr/>
              </p14:nvContentPartPr>
              <p14:xfrm>
                <a:off x="5600700" y="3783150"/>
                <a:ext cx="329400" cy="44676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4E89E38E-A30F-022A-429D-7F292E343BD0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5594580" y="3777030"/>
                  <a:ext cx="341640" cy="45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E96D196D-14C4-A94D-8689-E2564877CE11}"/>
                    </a:ext>
                  </a:extLst>
                </p14:cNvPr>
                <p14:cNvContentPartPr/>
                <p14:nvPr/>
              </p14:nvContentPartPr>
              <p14:xfrm>
                <a:off x="5852340" y="4173030"/>
                <a:ext cx="127440" cy="19152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E96D196D-14C4-A94D-8689-E2564877CE11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846237" y="4166898"/>
                  <a:ext cx="139646" cy="20378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A23B44AB-7898-F598-0D07-9AD36AA9844F}"/>
                    </a:ext>
                  </a:extLst>
                </p14:cNvPr>
                <p14:cNvContentPartPr/>
                <p14:nvPr/>
              </p14:nvContentPartPr>
              <p14:xfrm>
                <a:off x="6146460" y="3831750"/>
                <a:ext cx="220680" cy="60336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A23B44AB-7898-F598-0D07-9AD36AA9844F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140350" y="3825630"/>
                  <a:ext cx="232900" cy="61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849CFD70-DE22-3DF6-364D-96C9A8A40F95}"/>
                    </a:ext>
                  </a:extLst>
                </p14:cNvPr>
                <p14:cNvContentPartPr/>
                <p14:nvPr/>
              </p14:nvContentPartPr>
              <p14:xfrm>
                <a:off x="6160860" y="3759030"/>
                <a:ext cx="298080" cy="3564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849CFD70-DE22-3DF6-364D-96C9A8A40F95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6154740" y="3752848"/>
                  <a:ext cx="310320" cy="48005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51395762-C5BE-57FE-B395-C0D2AD82D916}"/>
                  </a:ext>
                </a:extLst>
              </p14:cNvPr>
              <p14:cNvContentPartPr/>
              <p14:nvPr/>
            </p14:nvContentPartPr>
            <p14:xfrm>
              <a:off x="6617340" y="3987630"/>
              <a:ext cx="127800" cy="43488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51395762-C5BE-57FE-B395-C0D2AD82D916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6611237" y="3981510"/>
                <a:ext cx="140006" cy="447120"/>
              </a:xfrm>
              <a:prstGeom prst="rect">
                <a:avLst/>
              </a:prstGeom>
            </p:spPr>
          </p:pic>
        </mc:Fallback>
      </mc:AlternateContent>
      <p:grpSp>
        <p:nvGrpSpPr>
          <p:cNvPr id="42" name="Group 41">
            <a:extLst>
              <a:ext uri="{FF2B5EF4-FFF2-40B4-BE49-F238E27FC236}">
                <a16:creationId xmlns:a16="http://schemas.microsoft.com/office/drawing/2014/main" id="{A8D0733D-C9FC-33D8-1641-C9EA6EAF36D8}"/>
              </a:ext>
            </a:extLst>
          </p:cNvPr>
          <p:cNvGrpSpPr/>
          <p:nvPr/>
        </p:nvGrpSpPr>
        <p:grpSpPr>
          <a:xfrm>
            <a:off x="5007060" y="2331990"/>
            <a:ext cx="1198440" cy="983160"/>
            <a:chOff x="5007060" y="2331990"/>
            <a:chExt cx="1198440" cy="983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EE0A0942-2E7F-1E7C-46A0-1EB8C76831A3}"/>
                    </a:ext>
                  </a:extLst>
                </p14:cNvPr>
                <p14:cNvContentPartPr/>
                <p14:nvPr/>
              </p14:nvContentPartPr>
              <p14:xfrm>
                <a:off x="5007060" y="2420190"/>
                <a:ext cx="674640" cy="8949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EE0A0942-2E7F-1E7C-46A0-1EB8C76831A3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5000940" y="2414070"/>
                  <a:ext cx="686880" cy="90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F3D964B1-8975-B9AD-6117-E496974E0678}"/>
                    </a:ext>
                  </a:extLst>
                </p14:cNvPr>
                <p14:cNvContentPartPr/>
                <p14:nvPr/>
              </p14:nvContentPartPr>
              <p14:xfrm>
                <a:off x="5074740" y="2331990"/>
                <a:ext cx="410760" cy="12600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F3D964B1-8975-B9AD-6117-E496974E0678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068620" y="2325870"/>
                  <a:ext cx="42300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360AE1A0-8B2B-42EB-E4F6-A80946742D8C}"/>
                    </a:ext>
                  </a:extLst>
                </p14:cNvPr>
                <p14:cNvContentPartPr/>
                <p14:nvPr/>
              </p14:nvContentPartPr>
              <p14:xfrm>
                <a:off x="5863140" y="2673270"/>
                <a:ext cx="342360" cy="41580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360AE1A0-8B2B-42EB-E4F6-A80946742D8C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5857020" y="2667150"/>
                  <a:ext cx="354600" cy="428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BCF23A93-AFB0-4D8E-A7C8-1F84954B8F20}"/>
              </a:ext>
            </a:extLst>
          </p:cNvPr>
          <p:cNvGrpSpPr/>
          <p:nvPr/>
        </p:nvGrpSpPr>
        <p:grpSpPr>
          <a:xfrm>
            <a:off x="4158540" y="925470"/>
            <a:ext cx="1444680" cy="869400"/>
            <a:chOff x="4158540" y="925470"/>
            <a:chExt cx="1444680" cy="869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65BB190C-FF32-1240-3436-1032DFD62D89}"/>
                    </a:ext>
                  </a:extLst>
                </p14:cNvPr>
                <p14:cNvContentPartPr/>
                <p14:nvPr/>
              </p14:nvContentPartPr>
              <p14:xfrm>
                <a:off x="4158540" y="1062270"/>
                <a:ext cx="1258200" cy="73260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65BB190C-FF32-1240-3436-1032DFD62D89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4152418" y="1056153"/>
                  <a:ext cx="1270444" cy="74483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55BB9D5E-3CE9-CCFE-9F81-2B9435BB40EB}"/>
                    </a:ext>
                  </a:extLst>
                </p14:cNvPr>
                <p14:cNvContentPartPr/>
                <p14:nvPr/>
              </p14:nvContentPartPr>
              <p14:xfrm>
                <a:off x="5246460" y="925470"/>
                <a:ext cx="356760" cy="4287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55BB9D5E-3CE9-CCFE-9F81-2B9435BB40EB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5240340" y="919350"/>
                  <a:ext cx="369000" cy="441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313E489F-457B-526E-5A37-00130209DBB8}"/>
                  </a:ext>
                </a:extLst>
              </p14:cNvPr>
              <p14:cNvContentPartPr/>
              <p14:nvPr/>
            </p14:nvContentPartPr>
            <p14:xfrm>
              <a:off x="5875020" y="2650590"/>
              <a:ext cx="384840" cy="493560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313E489F-457B-526E-5A37-00130209DBB8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5868900" y="2644470"/>
                <a:ext cx="397080" cy="50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A384999F-460C-2C5D-BFCC-D89A178F9FEA}"/>
                  </a:ext>
                </a:extLst>
              </p14:cNvPr>
              <p14:cNvContentPartPr/>
              <p14:nvPr/>
            </p14:nvContentPartPr>
            <p14:xfrm>
              <a:off x="5838660" y="2625390"/>
              <a:ext cx="242640" cy="20952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A384999F-460C-2C5D-BFCC-D89A178F9FEA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5832540" y="2619270"/>
                <a:ext cx="254880" cy="221760"/>
              </a:xfrm>
              <a:prstGeom prst="rect">
                <a:avLst/>
              </a:prstGeom>
            </p:spPr>
          </p:pic>
        </mc:Fallback>
      </mc:AlternateContent>
      <p:grpSp>
        <p:nvGrpSpPr>
          <p:cNvPr id="50" name="Group 49">
            <a:extLst>
              <a:ext uri="{FF2B5EF4-FFF2-40B4-BE49-F238E27FC236}">
                <a16:creationId xmlns:a16="http://schemas.microsoft.com/office/drawing/2014/main" id="{365442FC-0C24-E2B2-EA97-AB8D1AEEE4BD}"/>
              </a:ext>
            </a:extLst>
          </p:cNvPr>
          <p:cNvGrpSpPr/>
          <p:nvPr/>
        </p:nvGrpSpPr>
        <p:grpSpPr>
          <a:xfrm>
            <a:off x="3748860" y="720270"/>
            <a:ext cx="501840" cy="527760"/>
            <a:chOff x="3748860" y="720270"/>
            <a:chExt cx="501840" cy="527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EA3794FA-0711-99A1-D32C-3E5E2F14BD6B}"/>
                    </a:ext>
                  </a:extLst>
                </p14:cNvPr>
                <p14:cNvContentPartPr/>
                <p14:nvPr/>
              </p14:nvContentPartPr>
              <p14:xfrm>
                <a:off x="3748860" y="720270"/>
                <a:ext cx="287280" cy="52776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EA3794FA-0711-99A1-D32C-3E5E2F14BD6B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3742740" y="714150"/>
                  <a:ext cx="299520" cy="54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006D38BA-42B9-83F3-B066-8543A99F7C3C}"/>
                    </a:ext>
                  </a:extLst>
                </p14:cNvPr>
                <p14:cNvContentPartPr/>
                <p14:nvPr/>
              </p14:nvContentPartPr>
              <p14:xfrm>
                <a:off x="3760380" y="786870"/>
                <a:ext cx="490320" cy="3600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006D38BA-42B9-83F3-B066-8543A99F7C3C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3754260" y="780750"/>
                  <a:ext cx="502560" cy="4824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47" name="Rectangle 46">
            <a:extLst>
              <a:ext uri="{FF2B5EF4-FFF2-40B4-BE49-F238E27FC236}">
                <a16:creationId xmlns:a16="http://schemas.microsoft.com/office/drawing/2014/main" id="{C723181F-B916-031D-D7E9-1761027EDA19}"/>
              </a:ext>
            </a:extLst>
          </p:cNvPr>
          <p:cNvSpPr/>
          <p:nvPr/>
        </p:nvSpPr>
        <p:spPr>
          <a:xfrm>
            <a:off x="7796339" y="3776850"/>
            <a:ext cx="1534739" cy="172866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613A3EFA-766C-19D6-314E-3A9CA23DD39C}"/>
              </a:ext>
            </a:extLst>
          </p:cNvPr>
          <p:cNvGrpSpPr/>
          <p:nvPr/>
        </p:nvGrpSpPr>
        <p:grpSpPr>
          <a:xfrm>
            <a:off x="7452000" y="878670"/>
            <a:ext cx="1704240" cy="654840"/>
            <a:chOff x="7452000" y="878670"/>
            <a:chExt cx="1704240" cy="654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E7541C77-EFFA-79CD-6AA3-257FA614527F}"/>
                    </a:ext>
                  </a:extLst>
                </p14:cNvPr>
                <p14:cNvContentPartPr/>
                <p14:nvPr/>
              </p14:nvContentPartPr>
              <p14:xfrm>
                <a:off x="7452000" y="878670"/>
                <a:ext cx="1613880" cy="55944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E7541C77-EFFA-79CD-6AA3-257FA614527F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7445880" y="872546"/>
                  <a:ext cx="1626120" cy="57168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212A1AE0-352B-4AD0-B3CD-9F224E61EFF8}"/>
                    </a:ext>
                  </a:extLst>
                </p14:cNvPr>
                <p14:cNvContentPartPr/>
                <p14:nvPr/>
              </p14:nvContentPartPr>
              <p14:xfrm>
                <a:off x="8922600" y="1325430"/>
                <a:ext cx="233640" cy="20808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212A1AE0-352B-4AD0-B3CD-9F224E61EFF8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8916471" y="1319310"/>
                  <a:ext cx="245899" cy="220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81EBBD61-F848-9B68-18F1-905B83A38BA5}"/>
              </a:ext>
            </a:extLst>
          </p:cNvPr>
          <p:cNvGrpSpPr/>
          <p:nvPr/>
        </p:nvGrpSpPr>
        <p:grpSpPr>
          <a:xfrm>
            <a:off x="7623720" y="2205630"/>
            <a:ext cx="1097280" cy="948960"/>
            <a:chOff x="7623720" y="2205630"/>
            <a:chExt cx="1097280" cy="948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B4971D94-CBEF-BA07-C679-2CDC69B8E4BE}"/>
                    </a:ext>
                  </a:extLst>
                </p14:cNvPr>
                <p14:cNvContentPartPr/>
                <p14:nvPr/>
              </p14:nvContentPartPr>
              <p14:xfrm>
                <a:off x="7874280" y="2205630"/>
                <a:ext cx="846720" cy="71928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B4971D94-CBEF-BA07-C679-2CDC69B8E4BE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7868160" y="2199513"/>
                  <a:ext cx="858960" cy="73151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344BF03C-C7E2-E693-7647-BD59327429DB}"/>
                    </a:ext>
                  </a:extLst>
                </p14:cNvPr>
                <p14:cNvContentPartPr/>
                <p14:nvPr/>
              </p14:nvContentPartPr>
              <p14:xfrm>
                <a:off x="7623720" y="2765790"/>
                <a:ext cx="455760" cy="38880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344BF03C-C7E2-E693-7647-BD59327429DB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7617605" y="2759670"/>
                  <a:ext cx="467990" cy="40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7CF07F7E-D9B7-C889-D64F-3C4B4395F310}"/>
                    </a:ext>
                  </a:extLst>
                </p14:cNvPr>
                <p14:cNvContentPartPr/>
                <p14:nvPr/>
              </p14:nvContentPartPr>
              <p14:xfrm>
                <a:off x="7851240" y="2891790"/>
                <a:ext cx="46800" cy="25056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7CF07F7E-D9B7-C889-D64F-3C4B4395F310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7845120" y="2885670"/>
                  <a:ext cx="59040" cy="262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330F83AF-2C27-EEB1-1BE3-346519D1B92D}"/>
              </a:ext>
            </a:extLst>
          </p:cNvPr>
          <p:cNvGrpSpPr/>
          <p:nvPr/>
        </p:nvGrpSpPr>
        <p:grpSpPr>
          <a:xfrm>
            <a:off x="6960600" y="3748590"/>
            <a:ext cx="457200" cy="525960"/>
            <a:chOff x="6960600" y="3748590"/>
            <a:chExt cx="457200" cy="525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6D17258E-E860-6140-7966-94D5871BFC85}"/>
                    </a:ext>
                  </a:extLst>
                </p14:cNvPr>
                <p14:cNvContentPartPr/>
                <p14:nvPr/>
              </p14:nvContentPartPr>
              <p14:xfrm>
                <a:off x="7067160" y="3748590"/>
                <a:ext cx="350640" cy="41436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6D17258E-E860-6140-7966-94D5871BFC85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7061040" y="3742470"/>
                  <a:ext cx="362880" cy="42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78B05545-0A0C-3094-7F80-BCD091F874EF}"/>
                    </a:ext>
                  </a:extLst>
                </p14:cNvPr>
                <p14:cNvContentPartPr/>
                <p14:nvPr/>
              </p14:nvContentPartPr>
              <p14:xfrm>
                <a:off x="6960600" y="4091670"/>
                <a:ext cx="229680" cy="18288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78B05545-0A0C-3094-7F80-BCD091F874EF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6954480" y="4085550"/>
                  <a:ext cx="241920" cy="1951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77884829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948753-2B7D-C33B-41DE-FCA9DA921D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diagram of a diagram&#10;&#10;AI-generated content may be incorrect.">
            <a:extLst>
              <a:ext uri="{FF2B5EF4-FFF2-40B4-BE49-F238E27FC236}">
                <a16:creationId xmlns:a16="http://schemas.microsoft.com/office/drawing/2014/main" id="{C72B8CB8-F93F-23E6-4BB3-EE5D481F68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197" y="643466"/>
            <a:ext cx="10817605" cy="557106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942E1B0-467E-9F7B-E37F-B94DDB88DF62}"/>
              </a:ext>
            </a:extLst>
          </p:cNvPr>
          <p:cNvSpPr txBox="1"/>
          <p:nvPr/>
        </p:nvSpPr>
        <p:spPr>
          <a:xfrm>
            <a:off x="283029" y="250371"/>
            <a:ext cx="75939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  <a:hlinkClick r:id="rId3"/>
              </a:rPr>
              <a:t>https://www.artofcse.com/learning/introduction-to-dynamic-programming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FAAC4C9-B841-08E4-C4AB-FE485265D794}"/>
              </a:ext>
            </a:extLst>
          </p:cNvPr>
          <p:cNvSpPr/>
          <p:nvPr/>
        </p:nvSpPr>
        <p:spPr>
          <a:xfrm>
            <a:off x="457200" y="6214532"/>
            <a:ext cx="10817605" cy="3930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E0F1605-53C4-296E-3AB8-FB000AA5E7D1}"/>
              </a:ext>
            </a:extLst>
          </p:cNvPr>
          <p:cNvSpPr/>
          <p:nvPr/>
        </p:nvSpPr>
        <p:spPr>
          <a:xfrm>
            <a:off x="9148860" y="2331990"/>
            <a:ext cx="2355942" cy="309072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98C669C2-5A6A-0109-B6C7-AAA4770D1EA7}"/>
              </a:ext>
            </a:extLst>
          </p:cNvPr>
          <p:cNvGrpSpPr/>
          <p:nvPr/>
        </p:nvGrpSpPr>
        <p:grpSpPr>
          <a:xfrm>
            <a:off x="296820" y="4770990"/>
            <a:ext cx="962640" cy="955800"/>
            <a:chOff x="296820" y="4770990"/>
            <a:chExt cx="962640" cy="955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544A5BC6-6D8F-0165-2D41-56AB4E553A53}"/>
                    </a:ext>
                  </a:extLst>
                </p14:cNvPr>
                <p14:cNvContentPartPr/>
                <p14:nvPr/>
              </p14:nvContentPartPr>
              <p14:xfrm>
                <a:off x="604620" y="4944150"/>
                <a:ext cx="464040" cy="7826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544A5BC6-6D8F-0165-2D41-56AB4E553A53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98500" y="4938030"/>
                  <a:ext cx="476280" cy="79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BCAA4F95-33D6-1388-D6F6-99BDC6AD8644}"/>
                    </a:ext>
                  </a:extLst>
                </p14:cNvPr>
                <p14:cNvContentPartPr/>
                <p14:nvPr/>
              </p14:nvContentPartPr>
              <p14:xfrm>
                <a:off x="971460" y="4834350"/>
                <a:ext cx="288000" cy="2923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BCAA4F95-33D6-1388-D6F6-99BDC6AD8644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965348" y="4828230"/>
                  <a:ext cx="300225" cy="30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4FE767FF-E53E-548D-6D83-B8EA4A324C65}"/>
                    </a:ext>
                  </a:extLst>
                </p14:cNvPr>
                <p14:cNvContentPartPr/>
                <p14:nvPr/>
              </p14:nvContentPartPr>
              <p14:xfrm>
                <a:off x="296820" y="4770990"/>
                <a:ext cx="253440" cy="33732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4FE767FF-E53E-548D-6D83-B8EA4A324C65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90700" y="4764863"/>
                  <a:ext cx="265680" cy="349573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6F802EDA-22A8-6068-AB5D-82B87C22DB25}"/>
                  </a:ext>
                </a:extLst>
              </p14:cNvPr>
              <p14:cNvContentPartPr/>
              <p14:nvPr/>
            </p14:nvContentPartPr>
            <p14:xfrm>
              <a:off x="2478420" y="5149710"/>
              <a:ext cx="402480" cy="7023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6F802EDA-22A8-6068-AB5D-82B87C22DB25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472305" y="5143587"/>
                <a:ext cx="414709" cy="71460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2F88DDAA-0E12-01A6-28B1-3F20ADE70841}"/>
                  </a:ext>
                </a:extLst>
              </p14:cNvPr>
              <p14:cNvContentPartPr/>
              <p14:nvPr/>
            </p14:nvContentPartPr>
            <p14:xfrm>
              <a:off x="2479860" y="5153670"/>
              <a:ext cx="308880" cy="2088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2F88DDAA-0E12-01A6-28B1-3F20ADE70841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473740" y="5147550"/>
                <a:ext cx="321120" cy="3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18DA99FE-3621-B371-06EB-302E5E41D1D8}"/>
                  </a:ext>
                </a:extLst>
              </p14:cNvPr>
              <p14:cNvContentPartPr/>
              <p14:nvPr/>
            </p14:nvContentPartPr>
            <p14:xfrm>
              <a:off x="2948580" y="5173470"/>
              <a:ext cx="150840" cy="50652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18DA99FE-3621-B371-06EB-302E5E41D1D8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942460" y="5167350"/>
                <a:ext cx="163080" cy="518760"/>
              </a:xfrm>
              <a:prstGeom prst="rect">
                <a:avLst/>
              </a:prstGeom>
            </p:spPr>
          </p:pic>
        </mc:Fallback>
      </mc:AlternateContent>
      <p:grpSp>
        <p:nvGrpSpPr>
          <p:cNvPr id="11" name="Group 10">
            <a:extLst>
              <a:ext uri="{FF2B5EF4-FFF2-40B4-BE49-F238E27FC236}">
                <a16:creationId xmlns:a16="http://schemas.microsoft.com/office/drawing/2014/main" id="{7037F986-55F7-9B44-A193-DB2A45E82F32}"/>
              </a:ext>
            </a:extLst>
          </p:cNvPr>
          <p:cNvGrpSpPr/>
          <p:nvPr/>
        </p:nvGrpSpPr>
        <p:grpSpPr>
          <a:xfrm>
            <a:off x="1485540" y="3542310"/>
            <a:ext cx="710280" cy="938880"/>
            <a:chOff x="1485540" y="3542310"/>
            <a:chExt cx="710280" cy="938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79DC9D85-A1FA-780B-6FF6-96ADED5D7538}"/>
                    </a:ext>
                  </a:extLst>
                </p14:cNvPr>
                <p14:cNvContentPartPr/>
                <p14:nvPr/>
              </p14:nvContentPartPr>
              <p14:xfrm>
                <a:off x="1485540" y="3702510"/>
                <a:ext cx="547920" cy="77868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79DC9D85-A1FA-780B-6FF6-96ADED5D7538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479420" y="3696390"/>
                  <a:ext cx="560160" cy="79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3153443D-947E-8AD1-7145-7FAE368261A0}"/>
                    </a:ext>
                  </a:extLst>
                </p14:cNvPr>
                <p14:cNvContentPartPr/>
                <p14:nvPr/>
              </p14:nvContentPartPr>
              <p14:xfrm>
                <a:off x="1885860" y="3542310"/>
                <a:ext cx="309960" cy="34020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3153443D-947E-8AD1-7145-7FAE368261A0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879740" y="3536190"/>
                  <a:ext cx="322200" cy="352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286D3599-09CC-68F4-858E-24B20E38C777}"/>
                  </a:ext>
                </a:extLst>
              </p14:cNvPr>
              <p14:cNvContentPartPr/>
              <p14:nvPr/>
            </p14:nvContentPartPr>
            <p14:xfrm>
              <a:off x="845820" y="3666870"/>
              <a:ext cx="398880" cy="43740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286D3599-09CC-68F4-858E-24B20E38C777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839700" y="3660750"/>
                <a:ext cx="411120" cy="449640"/>
              </a:xfrm>
              <a:prstGeom prst="rect">
                <a:avLst/>
              </a:prstGeom>
            </p:spPr>
          </p:pic>
        </mc:Fallback>
      </mc:AlternateContent>
      <p:grpSp>
        <p:nvGrpSpPr>
          <p:cNvPr id="25" name="Group 24">
            <a:extLst>
              <a:ext uri="{FF2B5EF4-FFF2-40B4-BE49-F238E27FC236}">
                <a16:creationId xmlns:a16="http://schemas.microsoft.com/office/drawing/2014/main" id="{1BB8661D-3B37-949B-B271-135B2781470D}"/>
              </a:ext>
            </a:extLst>
          </p:cNvPr>
          <p:cNvGrpSpPr/>
          <p:nvPr/>
        </p:nvGrpSpPr>
        <p:grpSpPr>
          <a:xfrm>
            <a:off x="3289860" y="3885750"/>
            <a:ext cx="780480" cy="618120"/>
            <a:chOff x="3289860" y="3885750"/>
            <a:chExt cx="780480" cy="618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8E1E4516-5A83-3DDD-7F3A-EFA4D66A0819}"/>
                    </a:ext>
                  </a:extLst>
                </p14:cNvPr>
                <p14:cNvContentPartPr/>
                <p14:nvPr/>
              </p14:nvContentPartPr>
              <p14:xfrm>
                <a:off x="3289860" y="3926430"/>
                <a:ext cx="471600" cy="57744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8E1E4516-5A83-3DDD-7F3A-EFA4D66A0819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283740" y="3920314"/>
                  <a:ext cx="483840" cy="58967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EA28DE45-0B4A-8FF5-CAB8-F5594692169E}"/>
                    </a:ext>
                  </a:extLst>
                </p14:cNvPr>
                <p14:cNvContentPartPr/>
                <p14:nvPr/>
              </p14:nvContentPartPr>
              <p14:xfrm>
                <a:off x="3325500" y="3885750"/>
                <a:ext cx="296280" cy="687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EA28DE45-0B4A-8FF5-CAB8-F5594692169E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319380" y="3879630"/>
                  <a:ext cx="30852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8D0279FF-D20F-A896-3C87-E75DF561FC1B}"/>
                    </a:ext>
                  </a:extLst>
                </p14:cNvPr>
                <p14:cNvContentPartPr/>
                <p14:nvPr/>
              </p14:nvContentPartPr>
              <p14:xfrm>
                <a:off x="3920580" y="4108590"/>
                <a:ext cx="149760" cy="31356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8D0279FF-D20F-A896-3C87-E75DF561FC1B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914475" y="4102470"/>
                  <a:ext cx="161971" cy="325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21F9E905-4510-7064-6804-62D47961BFE3}"/>
                  </a:ext>
                </a:extLst>
              </p14:cNvPr>
              <p14:cNvContentPartPr/>
              <p14:nvPr/>
            </p14:nvContentPartPr>
            <p14:xfrm>
              <a:off x="2478780" y="2262150"/>
              <a:ext cx="720360" cy="88128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21F9E905-4510-7064-6804-62D47961BFE3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2472660" y="2256027"/>
                <a:ext cx="732600" cy="89352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D6EA92D9-C215-83F1-E2D0-697191C19519}"/>
                  </a:ext>
                </a:extLst>
              </p14:cNvPr>
              <p14:cNvContentPartPr/>
              <p14:nvPr/>
            </p14:nvContentPartPr>
            <p14:xfrm>
              <a:off x="3108420" y="2034270"/>
              <a:ext cx="230760" cy="52524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D6EA92D9-C215-83F1-E2D0-697191C19519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3102300" y="2028146"/>
                <a:ext cx="243000" cy="53748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006C2C13-1261-B669-967B-624AC8A28629}"/>
                  </a:ext>
                </a:extLst>
              </p14:cNvPr>
              <p14:cNvContentPartPr/>
              <p14:nvPr/>
            </p14:nvContentPartPr>
            <p14:xfrm>
              <a:off x="1942740" y="1964430"/>
              <a:ext cx="362520" cy="65340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006C2C13-1261-B669-967B-624AC8A28629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1936620" y="1958307"/>
                <a:ext cx="374760" cy="665647"/>
              </a:xfrm>
              <a:prstGeom prst="rect">
                <a:avLst/>
              </a:prstGeom>
            </p:spPr>
          </p:pic>
        </mc:Fallback>
      </mc:AlternateContent>
      <p:grpSp>
        <p:nvGrpSpPr>
          <p:cNvPr id="29" name="Group 28">
            <a:extLst>
              <a:ext uri="{FF2B5EF4-FFF2-40B4-BE49-F238E27FC236}">
                <a16:creationId xmlns:a16="http://schemas.microsoft.com/office/drawing/2014/main" id="{BC4D637C-2C27-2739-3707-1CED2C2197F0}"/>
              </a:ext>
            </a:extLst>
          </p:cNvPr>
          <p:cNvGrpSpPr/>
          <p:nvPr/>
        </p:nvGrpSpPr>
        <p:grpSpPr>
          <a:xfrm>
            <a:off x="4170780" y="2559870"/>
            <a:ext cx="729720" cy="972720"/>
            <a:chOff x="4170780" y="2559870"/>
            <a:chExt cx="729720" cy="972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028E3298-5475-248E-D419-101A657CA27F}"/>
                    </a:ext>
                  </a:extLst>
                </p14:cNvPr>
                <p14:cNvContentPartPr/>
                <p14:nvPr/>
              </p14:nvContentPartPr>
              <p14:xfrm>
                <a:off x="4170780" y="2559870"/>
                <a:ext cx="676440" cy="88524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028E3298-5475-248E-D419-101A657CA27F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164663" y="2553750"/>
                  <a:ext cx="688673" cy="89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F10358FD-4829-9105-CF27-22F2F0089560}"/>
                    </a:ext>
                  </a:extLst>
                </p14:cNvPr>
                <p14:cNvContentPartPr/>
                <p14:nvPr/>
              </p14:nvContentPartPr>
              <p14:xfrm>
                <a:off x="4652100" y="3177270"/>
                <a:ext cx="248400" cy="35532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F10358FD-4829-9105-CF27-22F2F0089560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645980" y="3171150"/>
                  <a:ext cx="260640" cy="367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42B44A4C-DB1A-BC54-5C05-866CF65027FD}"/>
                  </a:ext>
                </a:extLst>
              </p14:cNvPr>
              <p14:cNvContentPartPr/>
              <p14:nvPr/>
            </p14:nvContentPartPr>
            <p14:xfrm>
              <a:off x="4318740" y="3760110"/>
              <a:ext cx="504720" cy="4424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42B44A4C-DB1A-BC54-5C05-866CF65027FD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4312620" y="3753990"/>
                <a:ext cx="516960" cy="45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43AEE741-67EB-3080-6919-94160F1C179E}"/>
                  </a:ext>
                </a:extLst>
              </p14:cNvPr>
              <p14:cNvContentPartPr/>
              <p14:nvPr/>
            </p14:nvContentPartPr>
            <p14:xfrm>
              <a:off x="4263300" y="4150350"/>
              <a:ext cx="150480" cy="11196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43AEE741-67EB-3080-6919-94160F1C179E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4257180" y="4144250"/>
                <a:ext cx="162720" cy="12416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EEB7D917-DCCB-4560-0BF9-6DBCCE470E67}"/>
                  </a:ext>
                </a:extLst>
              </p14:cNvPr>
              <p14:cNvContentPartPr/>
              <p14:nvPr/>
            </p14:nvContentPartPr>
            <p14:xfrm>
              <a:off x="4732020" y="3988350"/>
              <a:ext cx="378720" cy="43560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EEB7D917-DCCB-4560-0BF9-6DBCCE470E67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4725900" y="3982230"/>
                <a:ext cx="390960" cy="44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1254A54B-A02D-8B6C-9974-25C40DD19C56}"/>
                  </a:ext>
                </a:extLst>
              </p14:cNvPr>
              <p14:cNvContentPartPr/>
              <p14:nvPr/>
            </p14:nvContentPartPr>
            <p14:xfrm>
              <a:off x="5052060" y="3977550"/>
              <a:ext cx="131760" cy="15840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1254A54B-A02D-8B6C-9974-25C40DD19C56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5045940" y="3971430"/>
                <a:ext cx="144000" cy="17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B9A5F8B6-0F04-FF21-485C-E8A380F6C0E4}"/>
                  </a:ext>
                </a:extLst>
              </p14:cNvPr>
              <p14:cNvContentPartPr/>
              <p14:nvPr/>
            </p14:nvContentPartPr>
            <p14:xfrm>
              <a:off x="5176980" y="4332510"/>
              <a:ext cx="150120" cy="34092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B9A5F8B6-0F04-FF21-485C-E8A380F6C0E4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5170860" y="4326390"/>
                <a:ext cx="162360" cy="353160"/>
              </a:xfrm>
              <a:prstGeom prst="rect">
                <a:avLst/>
              </a:prstGeom>
            </p:spPr>
          </p:pic>
        </mc:Fallback>
      </mc:AlternateContent>
      <p:grpSp>
        <p:nvGrpSpPr>
          <p:cNvPr id="39" name="Group 38">
            <a:extLst>
              <a:ext uri="{FF2B5EF4-FFF2-40B4-BE49-F238E27FC236}">
                <a16:creationId xmlns:a16="http://schemas.microsoft.com/office/drawing/2014/main" id="{4189F211-D546-0665-E812-AEFAC5634F80}"/>
              </a:ext>
            </a:extLst>
          </p:cNvPr>
          <p:cNvGrpSpPr/>
          <p:nvPr/>
        </p:nvGrpSpPr>
        <p:grpSpPr>
          <a:xfrm>
            <a:off x="5600700" y="3759030"/>
            <a:ext cx="858240" cy="676080"/>
            <a:chOff x="5600700" y="3759030"/>
            <a:chExt cx="858240" cy="676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C886EA4E-24DD-C8FD-B157-D243DAA6814D}"/>
                    </a:ext>
                  </a:extLst>
                </p14:cNvPr>
                <p14:cNvContentPartPr/>
                <p14:nvPr/>
              </p14:nvContentPartPr>
              <p14:xfrm>
                <a:off x="5600700" y="3783150"/>
                <a:ext cx="329400" cy="44676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C886EA4E-24DD-C8FD-B157-D243DAA6814D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5594580" y="3777030"/>
                  <a:ext cx="341640" cy="45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82D2C9F0-1A2F-043F-FBFF-CE7ABC00DD1A}"/>
                    </a:ext>
                  </a:extLst>
                </p14:cNvPr>
                <p14:cNvContentPartPr/>
                <p14:nvPr/>
              </p14:nvContentPartPr>
              <p14:xfrm>
                <a:off x="5852340" y="4173030"/>
                <a:ext cx="127440" cy="19152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82D2C9F0-1A2F-043F-FBFF-CE7ABC00DD1A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846237" y="4166898"/>
                  <a:ext cx="139646" cy="20378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727CE494-C15A-D028-BAA2-641A3F005AFE}"/>
                    </a:ext>
                  </a:extLst>
                </p14:cNvPr>
                <p14:cNvContentPartPr/>
                <p14:nvPr/>
              </p14:nvContentPartPr>
              <p14:xfrm>
                <a:off x="6146460" y="3831750"/>
                <a:ext cx="220680" cy="60336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727CE494-C15A-D028-BAA2-641A3F005AFE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140350" y="3825630"/>
                  <a:ext cx="232900" cy="61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1DBC4E72-43CE-6177-AA5C-72B0339EF888}"/>
                    </a:ext>
                  </a:extLst>
                </p14:cNvPr>
                <p14:cNvContentPartPr/>
                <p14:nvPr/>
              </p14:nvContentPartPr>
              <p14:xfrm>
                <a:off x="6160860" y="3759030"/>
                <a:ext cx="298080" cy="3564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1DBC4E72-43CE-6177-AA5C-72B0339EF888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6154740" y="3752848"/>
                  <a:ext cx="310320" cy="48005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E48230F0-FFFE-31C3-D907-422565F4C86C}"/>
                  </a:ext>
                </a:extLst>
              </p14:cNvPr>
              <p14:cNvContentPartPr/>
              <p14:nvPr/>
            </p14:nvContentPartPr>
            <p14:xfrm>
              <a:off x="6617340" y="3987630"/>
              <a:ext cx="127800" cy="43488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E48230F0-FFFE-31C3-D907-422565F4C86C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6611237" y="3981510"/>
                <a:ext cx="140006" cy="447120"/>
              </a:xfrm>
              <a:prstGeom prst="rect">
                <a:avLst/>
              </a:prstGeom>
            </p:spPr>
          </p:pic>
        </mc:Fallback>
      </mc:AlternateContent>
      <p:grpSp>
        <p:nvGrpSpPr>
          <p:cNvPr id="42" name="Group 41">
            <a:extLst>
              <a:ext uri="{FF2B5EF4-FFF2-40B4-BE49-F238E27FC236}">
                <a16:creationId xmlns:a16="http://schemas.microsoft.com/office/drawing/2014/main" id="{915F1A18-6C25-A325-AA34-6E9F3533A01E}"/>
              </a:ext>
            </a:extLst>
          </p:cNvPr>
          <p:cNvGrpSpPr/>
          <p:nvPr/>
        </p:nvGrpSpPr>
        <p:grpSpPr>
          <a:xfrm>
            <a:off x="5007060" y="2331990"/>
            <a:ext cx="1198440" cy="983160"/>
            <a:chOff x="5007060" y="2331990"/>
            <a:chExt cx="1198440" cy="983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9AC17F1B-0F12-9EBA-BD94-E9577363888E}"/>
                    </a:ext>
                  </a:extLst>
                </p14:cNvPr>
                <p14:cNvContentPartPr/>
                <p14:nvPr/>
              </p14:nvContentPartPr>
              <p14:xfrm>
                <a:off x="5007060" y="2420190"/>
                <a:ext cx="674640" cy="8949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9AC17F1B-0F12-9EBA-BD94-E9577363888E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5000940" y="2414070"/>
                  <a:ext cx="686880" cy="90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1CC0F215-216E-E448-4CB3-42B621E18C0E}"/>
                    </a:ext>
                  </a:extLst>
                </p14:cNvPr>
                <p14:cNvContentPartPr/>
                <p14:nvPr/>
              </p14:nvContentPartPr>
              <p14:xfrm>
                <a:off x="5074740" y="2331990"/>
                <a:ext cx="410760" cy="12600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1CC0F215-216E-E448-4CB3-42B621E18C0E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068620" y="2325870"/>
                  <a:ext cx="42300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47CE50AA-D275-328B-2A95-AC07C6DF9DC4}"/>
                    </a:ext>
                  </a:extLst>
                </p14:cNvPr>
                <p14:cNvContentPartPr/>
                <p14:nvPr/>
              </p14:nvContentPartPr>
              <p14:xfrm>
                <a:off x="5863140" y="2673270"/>
                <a:ext cx="342360" cy="41580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47CE50AA-D275-328B-2A95-AC07C6DF9DC4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5857020" y="2667150"/>
                  <a:ext cx="354600" cy="428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15643243-CE40-FEA7-DF98-C374E6215219}"/>
              </a:ext>
            </a:extLst>
          </p:cNvPr>
          <p:cNvGrpSpPr/>
          <p:nvPr/>
        </p:nvGrpSpPr>
        <p:grpSpPr>
          <a:xfrm>
            <a:off x="4158540" y="925470"/>
            <a:ext cx="1444680" cy="869400"/>
            <a:chOff x="4158540" y="925470"/>
            <a:chExt cx="1444680" cy="869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2C9400BE-9806-BB10-75B5-BD51B9C2A0DE}"/>
                    </a:ext>
                  </a:extLst>
                </p14:cNvPr>
                <p14:cNvContentPartPr/>
                <p14:nvPr/>
              </p14:nvContentPartPr>
              <p14:xfrm>
                <a:off x="4158540" y="1062270"/>
                <a:ext cx="1258200" cy="73260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2C9400BE-9806-BB10-75B5-BD51B9C2A0DE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4152418" y="1056153"/>
                  <a:ext cx="1270444" cy="74483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F9E16C62-C62F-7F0F-BC42-5BC4B347D559}"/>
                    </a:ext>
                  </a:extLst>
                </p14:cNvPr>
                <p14:cNvContentPartPr/>
                <p14:nvPr/>
              </p14:nvContentPartPr>
              <p14:xfrm>
                <a:off x="5246460" y="925470"/>
                <a:ext cx="356760" cy="4287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F9E16C62-C62F-7F0F-BC42-5BC4B347D559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5240340" y="919350"/>
                  <a:ext cx="369000" cy="441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A7AABD9F-A5E8-6376-F768-6B2F3CC79EB2}"/>
                  </a:ext>
                </a:extLst>
              </p14:cNvPr>
              <p14:cNvContentPartPr/>
              <p14:nvPr/>
            </p14:nvContentPartPr>
            <p14:xfrm>
              <a:off x="5875020" y="2650590"/>
              <a:ext cx="384840" cy="493560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A7AABD9F-A5E8-6376-F768-6B2F3CC79EB2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5868900" y="2644470"/>
                <a:ext cx="397080" cy="50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C0F12861-2993-BF44-2F24-1EBEC8A5C93B}"/>
                  </a:ext>
                </a:extLst>
              </p14:cNvPr>
              <p14:cNvContentPartPr/>
              <p14:nvPr/>
            </p14:nvContentPartPr>
            <p14:xfrm>
              <a:off x="5838660" y="2625390"/>
              <a:ext cx="242640" cy="20952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C0F12861-2993-BF44-2F24-1EBEC8A5C93B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5832540" y="2619270"/>
                <a:ext cx="254880" cy="221760"/>
              </a:xfrm>
              <a:prstGeom prst="rect">
                <a:avLst/>
              </a:prstGeom>
            </p:spPr>
          </p:pic>
        </mc:Fallback>
      </mc:AlternateContent>
      <p:grpSp>
        <p:nvGrpSpPr>
          <p:cNvPr id="50" name="Group 49">
            <a:extLst>
              <a:ext uri="{FF2B5EF4-FFF2-40B4-BE49-F238E27FC236}">
                <a16:creationId xmlns:a16="http://schemas.microsoft.com/office/drawing/2014/main" id="{5C92A66E-0B60-535D-7DD3-61CE6AE4EC7A}"/>
              </a:ext>
            </a:extLst>
          </p:cNvPr>
          <p:cNvGrpSpPr/>
          <p:nvPr/>
        </p:nvGrpSpPr>
        <p:grpSpPr>
          <a:xfrm>
            <a:off x="3748860" y="720270"/>
            <a:ext cx="501840" cy="527760"/>
            <a:chOff x="3748860" y="720270"/>
            <a:chExt cx="501840" cy="527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034A5A60-815C-D5D2-1194-2CDAAD8C11A4}"/>
                    </a:ext>
                  </a:extLst>
                </p14:cNvPr>
                <p14:cNvContentPartPr/>
                <p14:nvPr/>
              </p14:nvContentPartPr>
              <p14:xfrm>
                <a:off x="3748860" y="720270"/>
                <a:ext cx="287280" cy="52776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034A5A60-815C-D5D2-1194-2CDAAD8C11A4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3742740" y="714150"/>
                  <a:ext cx="299520" cy="54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ED29F608-DA4B-86E7-4F38-BE5656901914}"/>
                    </a:ext>
                  </a:extLst>
                </p14:cNvPr>
                <p14:cNvContentPartPr/>
                <p14:nvPr/>
              </p14:nvContentPartPr>
              <p14:xfrm>
                <a:off x="3760380" y="786870"/>
                <a:ext cx="490320" cy="3600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ED29F608-DA4B-86E7-4F38-BE5656901914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3754260" y="780750"/>
                  <a:ext cx="502560" cy="4824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47" name="Rectangle 46">
            <a:extLst>
              <a:ext uri="{FF2B5EF4-FFF2-40B4-BE49-F238E27FC236}">
                <a16:creationId xmlns:a16="http://schemas.microsoft.com/office/drawing/2014/main" id="{9BD44132-5F7A-56AD-E66A-C4597427742F}"/>
              </a:ext>
            </a:extLst>
          </p:cNvPr>
          <p:cNvSpPr/>
          <p:nvPr/>
        </p:nvSpPr>
        <p:spPr>
          <a:xfrm>
            <a:off x="7796339" y="3776850"/>
            <a:ext cx="1534739" cy="172866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052017D7-91FD-3953-30A6-A654BCAE1C6B}"/>
              </a:ext>
            </a:extLst>
          </p:cNvPr>
          <p:cNvGrpSpPr/>
          <p:nvPr/>
        </p:nvGrpSpPr>
        <p:grpSpPr>
          <a:xfrm>
            <a:off x="7452000" y="878670"/>
            <a:ext cx="1704240" cy="654840"/>
            <a:chOff x="7452000" y="878670"/>
            <a:chExt cx="1704240" cy="654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A3FC85DE-92A5-5E09-DC6E-539266066375}"/>
                    </a:ext>
                  </a:extLst>
                </p14:cNvPr>
                <p14:cNvContentPartPr/>
                <p14:nvPr/>
              </p14:nvContentPartPr>
              <p14:xfrm>
                <a:off x="7452000" y="878670"/>
                <a:ext cx="1613880" cy="55944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A3FC85DE-92A5-5E09-DC6E-539266066375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7445880" y="872546"/>
                  <a:ext cx="1626120" cy="57168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80309F6C-7101-49D7-186B-574E3FDA1E1C}"/>
                    </a:ext>
                  </a:extLst>
                </p14:cNvPr>
                <p14:cNvContentPartPr/>
                <p14:nvPr/>
              </p14:nvContentPartPr>
              <p14:xfrm>
                <a:off x="8922600" y="1325430"/>
                <a:ext cx="233640" cy="20808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80309F6C-7101-49D7-186B-574E3FDA1E1C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8916471" y="1319310"/>
                  <a:ext cx="245899" cy="220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F038310C-7132-6C76-512C-3DDB773B0A1F}"/>
              </a:ext>
            </a:extLst>
          </p:cNvPr>
          <p:cNvGrpSpPr/>
          <p:nvPr/>
        </p:nvGrpSpPr>
        <p:grpSpPr>
          <a:xfrm>
            <a:off x="7623720" y="2205630"/>
            <a:ext cx="1097280" cy="948960"/>
            <a:chOff x="7623720" y="2205630"/>
            <a:chExt cx="1097280" cy="948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2F8D8642-D2D8-990D-96BB-EC53B84C867A}"/>
                    </a:ext>
                  </a:extLst>
                </p14:cNvPr>
                <p14:cNvContentPartPr/>
                <p14:nvPr/>
              </p14:nvContentPartPr>
              <p14:xfrm>
                <a:off x="7874280" y="2205630"/>
                <a:ext cx="846720" cy="71928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2F8D8642-D2D8-990D-96BB-EC53B84C867A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7868160" y="2199513"/>
                  <a:ext cx="858960" cy="73151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222B07FB-57A1-40CB-92BF-9A4FCCC93DE1}"/>
                    </a:ext>
                  </a:extLst>
                </p14:cNvPr>
                <p14:cNvContentPartPr/>
                <p14:nvPr/>
              </p14:nvContentPartPr>
              <p14:xfrm>
                <a:off x="7623720" y="2765790"/>
                <a:ext cx="455760" cy="38880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222B07FB-57A1-40CB-92BF-9A4FCCC93DE1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7617605" y="2759670"/>
                  <a:ext cx="467990" cy="40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C2B1600E-0655-1414-F0C5-D8270069AF73}"/>
                    </a:ext>
                  </a:extLst>
                </p14:cNvPr>
                <p14:cNvContentPartPr/>
                <p14:nvPr/>
              </p14:nvContentPartPr>
              <p14:xfrm>
                <a:off x="7851240" y="2891790"/>
                <a:ext cx="46800" cy="25056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C2B1600E-0655-1414-F0C5-D8270069AF73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7845120" y="2885670"/>
                  <a:ext cx="59040" cy="262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AAED3D4B-B090-0B2A-9964-D33154130E24}"/>
              </a:ext>
            </a:extLst>
          </p:cNvPr>
          <p:cNvGrpSpPr/>
          <p:nvPr/>
        </p:nvGrpSpPr>
        <p:grpSpPr>
          <a:xfrm>
            <a:off x="6960600" y="3748590"/>
            <a:ext cx="457200" cy="525960"/>
            <a:chOff x="6960600" y="3748590"/>
            <a:chExt cx="457200" cy="525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05A5767E-1E0E-163D-4205-034A8CD70938}"/>
                    </a:ext>
                  </a:extLst>
                </p14:cNvPr>
                <p14:cNvContentPartPr/>
                <p14:nvPr/>
              </p14:nvContentPartPr>
              <p14:xfrm>
                <a:off x="7067160" y="3748590"/>
                <a:ext cx="350640" cy="41436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05A5767E-1E0E-163D-4205-034A8CD70938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7061040" y="3742470"/>
                  <a:ext cx="362880" cy="42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CABA0B28-A18E-8EE3-4D23-D90EE6B1004F}"/>
                    </a:ext>
                  </a:extLst>
                </p14:cNvPr>
                <p14:cNvContentPartPr/>
                <p14:nvPr/>
              </p14:nvContentPartPr>
              <p14:xfrm>
                <a:off x="6960600" y="4091670"/>
                <a:ext cx="229680" cy="18288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CABA0B28-A18E-8EE3-4D23-D90EE6B1004F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6954470" y="4085550"/>
                  <a:ext cx="241939" cy="195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70ACF785-8561-2933-1136-E0F89DF45700}"/>
              </a:ext>
            </a:extLst>
          </p:cNvPr>
          <p:cNvGrpSpPr/>
          <p:nvPr/>
        </p:nvGrpSpPr>
        <p:grpSpPr>
          <a:xfrm>
            <a:off x="7349400" y="3977550"/>
            <a:ext cx="659520" cy="655200"/>
            <a:chOff x="7349400" y="3977550"/>
            <a:chExt cx="659520" cy="655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B5E92E9D-A438-2877-C22D-52083D0DC62A}"/>
                    </a:ext>
                  </a:extLst>
                </p14:cNvPr>
                <p14:cNvContentPartPr/>
                <p14:nvPr/>
              </p14:nvContentPartPr>
              <p14:xfrm>
                <a:off x="7349400" y="3997350"/>
                <a:ext cx="333360" cy="46080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B5E92E9D-A438-2877-C22D-52083D0DC62A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7343280" y="3991230"/>
                  <a:ext cx="345600" cy="47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494D8363-87EB-09F9-9BE9-CA4CD0E0F9E7}"/>
                    </a:ext>
                  </a:extLst>
                </p14:cNvPr>
                <p14:cNvContentPartPr/>
                <p14:nvPr/>
              </p14:nvContentPartPr>
              <p14:xfrm>
                <a:off x="7635240" y="3977550"/>
                <a:ext cx="232920" cy="14112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494D8363-87EB-09F9-9BE9-CA4CD0E0F9E7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7629120" y="3971430"/>
                  <a:ext cx="24516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2F5026AB-C766-546A-09B9-BAD497D7C2DC}"/>
                    </a:ext>
                  </a:extLst>
                </p14:cNvPr>
                <p14:cNvContentPartPr/>
                <p14:nvPr/>
              </p14:nvContentPartPr>
              <p14:xfrm>
                <a:off x="7749360" y="4238550"/>
                <a:ext cx="259560" cy="39420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2F5026AB-C766-546A-09B9-BAD497D7C2DC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7743240" y="4232430"/>
                  <a:ext cx="271800" cy="4064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24448071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472B61-BF51-3588-4DB9-185C5C9725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diagram of a diagram&#10;&#10;AI-generated content may be incorrect.">
            <a:extLst>
              <a:ext uri="{FF2B5EF4-FFF2-40B4-BE49-F238E27FC236}">
                <a16:creationId xmlns:a16="http://schemas.microsoft.com/office/drawing/2014/main" id="{8AF39832-2CFB-3A62-5179-8A1EC7D6DF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197" y="643466"/>
            <a:ext cx="10817605" cy="557106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FDA850F-87D2-1464-3B33-76D52B61BBCB}"/>
              </a:ext>
            </a:extLst>
          </p:cNvPr>
          <p:cNvSpPr txBox="1"/>
          <p:nvPr/>
        </p:nvSpPr>
        <p:spPr>
          <a:xfrm>
            <a:off x="283029" y="250371"/>
            <a:ext cx="75939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  <a:hlinkClick r:id="rId3"/>
              </a:rPr>
              <a:t>https://www.artofcse.com/learning/introduction-to-dynamic-programming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0769C4C-5BF8-2203-BC28-3EBD57CADABA}"/>
              </a:ext>
            </a:extLst>
          </p:cNvPr>
          <p:cNvSpPr/>
          <p:nvPr/>
        </p:nvSpPr>
        <p:spPr>
          <a:xfrm>
            <a:off x="457200" y="6214532"/>
            <a:ext cx="10817605" cy="3930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33D3133-4AF5-FD14-0BD8-72F6856B7474}"/>
              </a:ext>
            </a:extLst>
          </p:cNvPr>
          <p:cNvSpPr/>
          <p:nvPr/>
        </p:nvSpPr>
        <p:spPr>
          <a:xfrm>
            <a:off x="9148860" y="2331990"/>
            <a:ext cx="2355942" cy="309072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380962D0-EBD3-2EA4-B63D-58A8E00E05CB}"/>
              </a:ext>
            </a:extLst>
          </p:cNvPr>
          <p:cNvGrpSpPr/>
          <p:nvPr/>
        </p:nvGrpSpPr>
        <p:grpSpPr>
          <a:xfrm>
            <a:off x="296820" y="4770990"/>
            <a:ext cx="962640" cy="955800"/>
            <a:chOff x="296820" y="4770990"/>
            <a:chExt cx="962640" cy="955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F2BFC146-F627-EC45-5C72-20E3994F9D5C}"/>
                    </a:ext>
                  </a:extLst>
                </p14:cNvPr>
                <p14:cNvContentPartPr/>
                <p14:nvPr/>
              </p14:nvContentPartPr>
              <p14:xfrm>
                <a:off x="604620" y="4944150"/>
                <a:ext cx="464040" cy="7826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F2BFC146-F627-EC45-5C72-20E3994F9D5C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98500" y="4938030"/>
                  <a:ext cx="476280" cy="79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360FF8CA-9B5E-DDB3-A204-9FE14328EC39}"/>
                    </a:ext>
                  </a:extLst>
                </p14:cNvPr>
                <p14:cNvContentPartPr/>
                <p14:nvPr/>
              </p14:nvContentPartPr>
              <p14:xfrm>
                <a:off x="971460" y="4834350"/>
                <a:ext cx="288000" cy="2923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360FF8CA-9B5E-DDB3-A204-9FE14328EC39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965348" y="4828230"/>
                  <a:ext cx="300225" cy="30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367A8080-CF60-76F8-B6FA-BCF158877B1A}"/>
                    </a:ext>
                  </a:extLst>
                </p14:cNvPr>
                <p14:cNvContentPartPr/>
                <p14:nvPr/>
              </p14:nvContentPartPr>
              <p14:xfrm>
                <a:off x="296820" y="4770990"/>
                <a:ext cx="253440" cy="33732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367A8080-CF60-76F8-B6FA-BCF158877B1A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90700" y="4764863"/>
                  <a:ext cx="265680" cy="349573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878DE7C5-6685-66F1-220C-88A19679F275}"/>
                  </a:ext>
                </a:extLst>
              </p14:cNvPr>
              <p14:cNvContentPartPr/>
              <p14:nvPr/>
            </p14:nvContentPartPr>
            <p14:xfrm>
              <a:off x="2478420" y="5149710"/>
              <a:ext cx="402480" cy="7023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878DE7C5-6685-66F1-220C-88A19679F275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472305" y="5143587"/>
                <a:ext cx="414709" cy="71460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798FFB5B-1B40-39A9-7A27-D2D65B0A4BF5}"/>
                  </a:ext>
                </a:extLst>
              </p14:cNvPr>
              <p14:cNvContentPartPr/>
              <p14:nvPr/>
            </p14:nvContentPartPr>
            <p14:xfrm>
              <a:off x="2479860" y="5153670"/>
              <a:ext cx="308880" cy="2088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798FFB5B-1B40-39A9-7A27-D2D65B0A4BF5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473740" y="5147550"/>
                <a:ext cx="321120" cy="3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4E280C7A-CE17-B43A-8663-C920AE853E13}"/>
                  </a:ext>
                </a:extLst>
              </p14:cNvPr>
              <p14:cNvContentPartPr/>
              <p14:nvPr/>
            </p14:nvContentPartPr>
            <p14:xfrm>
              <a:off x="2948580" y="5173470"/>
              <a:ext cx="150840" cy="50652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4E280C7A-CE17-B43A-8663-C920AE853E13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942460" y="5167350"/>
                <a:ext cx="163080" cy="518760"/>
              </a:xfrm>
              <a:prstGeom prst="rect">
                <a:avLst/>
              </a:prstGeom>
            </p:spPr>
          </p:pic>
        </mc:Fallback>
      </mc:AlternateContent>
      <p:grpSp>
        <p:nvGrpSpPr>
          <p:cNvPr id="11" name="Group 10">
            <a:extLst>
              <a:ext uri="{FF2B5EF4-FFF2-40B4-BE49-F238E27FC236}">
                <a16:creationId xmlns:a16="http://schemas.microsoft.com/office/drawing/2014/main" id="{0D85D9DA-74CE-8205-A781-95121A3005E4}"/>
              </a:ext>
            </a:extLst>
          </p:cNvPr>
          <p:cNvGrpSpPr/>
          <p:nvPr/>
        </p:nvGrpSpPr>
        <p:grpSpPr>
          <a:xfrm>
            <a:off x="1485540" y="3542310"/>
            <a:ext cx="710280" cy="938880"/>
            <a:chOff x="1485540" y="3542310"/>
            <a:chExt cx="710280" cy="938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81D8BD2A-6E2B-4BB6-2EE7-6D43F9BB3020}"/>
                    </a:ext>
                  </a:extLst>
                </p14:cNvPr>
                <p14:cNvContentPartPr/>
                <p14:nvPr/>
              </p14:nvContentPartPr>
              <p14:xfrm>
                <a:off x="1485540" y="3702510"/>
                <a:ext cx="547920" cy="77868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81D8BD2A-6E2B-4BB6-2EE7-6D43F9BB3020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479420" y="3696390"/>
                  <a:ext cx="560160" cy="79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F9BE2AB6-0820-26D9-7F65-EC4B7A4AD350}"/>
                    </a:ext>
                  </a:extLst>
                </p14:cNvPr>
                <p14:cNvContentPartPr/>
                <p14:nvPr/>
              </p14:nvContentPartPr>
              <p14:xfrm>
                <a:off x="1885860" y="3542310"/>
                <a:ext cx="309960" cy="34020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F9BE2AB6-0820-26D9-7F65-EC4B7A4AD350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879740" y="3536190"/>
                  <a:ext cx="322200" cy="352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37CBD362-6D76-7534-6B8D-0220AB9F2CFD}"/>
                  </a:ext>
                </a:extLst>
              </p14:cNvPr>
              <p14:cNvContentPartPr/>
              <p14:nvPr/>
            </p14:nvContentPartPr>
            <p14:xfrm>
              <a:off x="845820" y="3666870"/>
              <a:ext cx="398880" cy="43740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37CBD362-6D76-7534-6B8D-0220AB9F2CFD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839700" y="3660750"/>
                <a:ext cx="411120" cy="449640"/>
              </a:xfrm>
              <a:prstGeom prst="rect">
                <a:avLst/>
              </a:prstGeom>
            </p:spPr>
          </p:pic>
        </mc:Fallback>
      </mc:AlternateContent>
      <p:grpSp>
        <p:nvGrpSpPr>
          <p:cNvPr id="25" name="Group 24">
            <a:extLst>
              <a:ext uri="{FF2B5EF4-FFF2-40B4-BE49-F238E27FC236}">
                <a16:creationId xmlns:a16="http://schemas.microsoft.com/office/drawing/2014/main" id="{E929A00D-6AF0-2855-C085-8680D24BC346}"/>
              </a:ext>
            </a:extLst>
          </p:cNvPr>
          <p:cNvGrpSpPr/>
          <p:nvPr/>
        </p:nvGrpSpPr>
        <p:grpSpPr>
          <a:xfrm>
            <a:off x="3289860" y="3885750"/>
            <a:ext cx="780480" cy="618120"/>
            <a:chOff x="3289860" y="3885750"/>
            <a:chExt cx="780480" cy="618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DC66E561-6CAE-6EF3-2BEF-6968ED56FA24}"/>
                    </a:ext>
                  </a:extLst>
                </p14:cNvPr>
                <p14:cNvContentPartPr/>
                <p14:nvPr/>
              </p14:nvContentPartPr>
              <p14:xfrm>
                <a:off x="3289860" y="3926430"/>
                <a:ext cx="471600" cy="57744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DC66E561-6CAE-6EF3-2BEF-6968ED56FA24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283740" y="3920314"/>
                  <a:ext cx="483840" cy="58967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38FA6658-C91C-FEA2-CE16-F35FC0BC1D16}"/>
                    </a:ext>
                  </a:extLst>
                </p14:cNvPr>
                <p14:cNvContentPartPr/>
                <p14:nvPr/>
              </p14:nvContentPartPr>
              <p14:xfrm>
                <a:off x="3325500" y="3885750"/>
                <a:ext cx="296280" cy="687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38FA6658-C91C-FEA2-CE16-F35FC0BC1D16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319380" y="3879630"/>
                  <a:ext cx="30852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E2F62DB3-791A-44F3-93B2-170335B3EC59}"/>
                    </a:ext>
                  </a:extLst>
                </p14:cNvPr>
                <p14:cNvContentPartPr/>
                <p14:nvPr/>
              </p14:nvContentPartPr>
              <p14:xfrm>
                <a:off x="3920580" y="4108590"/>
                <a:ext cx="149760" cy="31356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E2F62DB3-791A-44F3-93B2-170335B3EC59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914475" y="4102470"/>
                  <a:ext cx="161971" cy="325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B9F0244D-1147-CC9D-E086-F71FCEB94A69}"/>
                  </a:ext>
                </a:extLst>
              </p14:cNvPr>
              <p14:cNvContentPartPr/>
              <p14:nvPr/>
            </p14:nvContentPartPr>
            <p14:xfrm>
              <a:off x="2478780" y="2262150"/>
              <a:ext cx="720360" cy="88128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B9F0244D-1147-CC9D-E086-F71FCEB94A69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2472660" y="2256027"/>
                <a:ext cx="732600" cy="89352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052CBA59-3EF4-744C-71FC-2855450A2003}"/>
                  </a:ext>
                </a:extLst>
              </p14:cNvPr>
              <p14:cNvContentPartPr/>
              <p14:nvPr/>
            </p14:nvContentPartPr>
            <p14:xfrm>
              <a:off x="3108420" y="2034270"/>
              <a:ext cx="230760" cy="52524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052CBA59-3EF4-744C-71FC-2855450A2003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3102300" y="2028146"/>
                <a:ext cx="243000" cy="53748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5D603D7D-4C1D-075A-D353-2DEDFE8C7172}"/>
                  </a:ext>
                </a:extLst>
              </p14:cNvPr>
              <p14:cNvContentPartPr/>
              <p14:nvPr/>
            </p14:nvContentPartPr>
            <p14:xfrm>
              <a:off x="1942740" y="1964430"/>
              <a:ext cx="362520" cy="65340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5D603D7D-4C1D-075A-D353-2DEDFE8C7172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1936620" y="1958307"/>
                <a:ext cx="374760" cy="665647"/>
              </a:xfrm>
              <a:prstGeom prst="rect">
                <a:avLst/>
              </a:prstGeom>
            </p:spPr>
          </p:pic>
        </mc:Fallback>
      </mc:AlternateContent>
      <p:grpSp>
        <p:nvGrpSpPr>
          <p:cNvPr id="29" name="Group 28">
            <a:extLst>
              <a:ext uri="{FF2B5EF4-FFF2-40B4-BE49-F238E27FC236}">
                <a16:creationId xmlns:a16="http://schemas.microsoft.com/office/drawing/2014/main" id="{25C93436-04EA-5D7B-1E90-5BF6B026A981}"/>
              </a:ext>
            </a:extLst>
          </p:cNvPr>
          <p:cNvGrpSpPr/>
          <p:nvPr/>
        </p:nvGrpSpPr>
        <p:grpSpPr>
          <a:xfrm>
            <a:off x="4170780" y="2559870"/>
            <a:ext cx="729720" cy="972720"/>
            <a:chOff x="4170780" y="2559870"/>
            <a:chExt cx="729720" cy="972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F5010441-4EFC-6308-613C-C8DFC5455A75}"/>
                    </a:ext>
                  </a:extLst>
                </p14:cNvPr>
                <p14:cNvContentPartPr/>
                <p14:nvPr/>
              </p14:nvContentPartPr>
              <p14:xfrm>
                <a:off x="4170780" y="2559870"/>
                <a:ext cx="676440" cy="88524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F5010441-4EFC-6308-613C-C8DFC5455A75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164663" y="2553750"/>
                  <a:ext cx="688673" cy="89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116062D0-ECF5-751B-FA3B-F915F5CE3A42}"/>
                    </a:ext>
                  </a:extLst>
                </p14:cNvPr>
                <p14:cNvContentPartPr/>
                <p14:nvPr/>
              </p14:nvContentPartPr>
              <p14:xfrm>
                <a:off x="4652100" y="3177270"/>
                <a:ext cx="248400" cy="35532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116062D0-ECF5-751B-FA3B-F915F5CE3A42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645980" y="3171150"/>
                  <a:ext cx="260640" cy="367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F97FFDD6-4644-573F-B7DD-4C4BC2895FA7}"/>
                  </a:ext>
                </a:extLst>
              </p14:cNvPr>
              <p14:cNvContentPartPr/>
              <p14:nvPr/>
            </p14:nvContentPartPr>
            <p14:xfrm>
              <a:off x="4318740" y="3760110"/>
              <a:ext cx="504720" cy="4424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F97FFDD6-4644-573F-B7DD-4C4BC2895FA7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4312620" y="3753990"/>
                <a:ext cx="516960" cy="45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3DDB4BA9-F63E-40DF-5A57-AA16204BFF65}"/>
                  </a:ext>
                </a:extLst>
              </p14:cNvPr>
              <p14:cNvContentPartPr/>
              <p14:nvPr/>
            </p14:nvContentPartPr>
            <p14:xfrm>
              <a:off x="4263300" y="4150350"/>
              <a:ext cx="150480" cy="11196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3DDB4BA9-F63E-40DF-5A57-AA16204BFF65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4257180" y="4144250"/>
                <a:ext cx="162720" cy="12416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F51C2C85-DDBD-8A0F-8F39-9B6C54937E80}"/>
                  </a:ext>
                </a:extLst>
              </p14:cNvPr>
              <p14:cNvContentPartPr/>
              <p14:nvPr/>
            </p14:nvContentPartPr>
            <p14:xfrm>
              <a:off x="4732020" y="3988350"/>
              <a:ext cx="378720" cy="43560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F51C2C85-DDBD-8A0F-8F39-9B6C54937E80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4725900" y="3982230"/>
                <a:ext cx="390960" cy="44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08AC03C2-AE1C-101F-B1B2-AF53D4C0EB9A}"/>
                  </a:ext>
                </a:extLst>
              </p14:cNvPr>
              <p14:cNvContentPartPr/>
              <p14:nvPr/>
            </p14:nvContentPartPr>
            <p14:xfrm>
              <a:off x="5052060" y="3977550"/>
              <a:ext cx="131760" cy="15840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08AC03C2-AE1C-101F-B1B2-AF53D4C0EB9A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5045940" y="3971430"/>
                <a:ext cx="144000" cy="17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57CB72F3-3EDE-2D18-EE44-87BE96553C46}"/>
                  </a:ext>
                </a:extLst>
              </p14:cNvPr>
              <p14:cNvContentPartPr/>
              <p14:nvPr/>
            </p14:nvContentPartPr>
            <p14:xfrm>
              <a:off x="5176980" y="4332510"/>
              <a:ext cx="150120" cy="34092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57CB72F3-3EDE-2D18-EE44-87BE96553C46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5170860" y="4326390"/>
                <a:ext cx="162360" cy="353160"/>
              </a:xfrm>
              <a:prstGeom prst="rect">
                <a:avLst/>
              </a:prstGeom>
            </p:spPr>
          </p:pic>
        </mc:Fallback>
      </mc:AlternateContent>
      <p:grpSp>
        <p:nvGrpSpPr>
          <p:cNvPr id="39" name="Group 38">
            <a:extLst>
              <a:ext uri="{FF2B5EF4-FFF2-40B4-BE49-F238E27FC236}">
                <a16:creationId xmlns:a16="http://schemas.microsoft.com/office/drawing/2014/main" id="{1E056A94-725A-EA29-7B77-B2F5512E2488}"/>
              </a:ext>
            </a:extLst>
          </p:cNvPr>
          <p:cNvGrpSpPr/>
          <p:nvPr/>
        </p:nvGrpSpPr>
        <p:grpSpPr>
          <a:xfrm>
            <a:off x="5600700" y="3759030"/>
            <a:ext cx="858240" cy="676080"/>
            <a:chOff x="5600700" y="3759030"/>
            <a:chExt cx="858240" cy="676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4FD9BF20-4A5A-1EAF-8922-F8D18F330F8C}"/>
                    </a:ext>
                  </a:extLst>
                </p14:cNvPr>
                <p14:cNvContentPartPr/>
                <p14:nvPr/>
              </p14:nvContentPartPr>
              <p14:xfrm>
                <a:off x="5600700" y="3783150"/>
                <a:ext cx="329400" cy="44676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4FD9BF20-4A5A-1EAF-8922-F8D18F330F8C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5594580" y="3777030"/>
                  <a:ext cx="341640" cy="45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EAB8FD98-2CA8-9F1A-0C96-15FB1F9DFDB0}"/>
                    </a:ext>
                  </a:extLst>
                </p14:cNvPr>
                <p14:cNvContentPartPr/>
                <p14:nvPr/>
              </p14:nvContentPartPr>
              <p14:xfrm>
                <a:off x="5852340" y="4173030"/>
                <a:ext cx="127440" cy="19152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EAB8FD98-2CA8-9F1A-0C96-15FB1F9DFDB0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846237" y="4166898"/>
                  <a:ext cx="139646" cy="20378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A3D3CB66-C8C6-07BE-C0CC-F3426EB601D8}"/>
                    </a:ext>
                  </a:extLst>
                </p14:cNvPr>
                <p14:cNvContentPartPr/>
                <p14:nvPr/>
              </p14:nvContentPartPr>
              <p14:xfrm>
                <a:off x="6146460" y="3831750"/>
                <a:ext cx="220680" cy="60336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A3D3CB66-C8C6-07BE-C0CC-F3426EB601D8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140350" y="3825630"/>
                  <a:ext cx="232900" cy="61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79532D80-E8D8-6575-E37A-32FFE442D105}"/>
                    </a:ext>
                  </a:extLst>
                </p14:cNvPr>
                <p14:cNvContentPartPr/>
                <p14:nvPr/>
              </p14:nvContentPartPr>
              <p14:xfrm>
                <a:off x="6160860" y="3759030"/>
                <a:ext cx="298080" cy="3564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79532D80-E8D8-6575-E37A-32FFE442D105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6154740" y="3752848"/>
                  <a:ext cx="310320" cy="48005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34818C9C-1DC6-F6A3-B388-ED0A05923DF0}"/>
                  </a:ext>
                </a:extLst>
              </p14:cNvPr>
              <p14:cNvContentPartPr/>
              <p14:nvPr/>
            </p14:nvContentPartPr>
            <p14:xfrm>
              <a:off x="6617340" y="3987630"/>
              <a:ext cx="127800" cy="43488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34818C9C-1DC6-F6A3-B388-ED0A05923DF0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6611237" y="3981510"/>
                <a:ext cx="140006" cy="447120"/>
              </a:xfrm>
              <a:prstGeom prst="rect">
                <a:avLst/>
              </a:prstGeom>
            </p:spPr>
          </p:pic>
        </mc:Fallback>
      </mc:AlternateContent>
      <p:grpSp>
        <p:nvGrpSpPr>
          <p:cNvPr id="42" name="Group 41">
            <a:extLst>
              <a:ext uri="{FF2B5EF4-FFF2-40B4-BE49-F238E27FC236}">
                <a16:creationId xmlns:a16="http://schemas.microsoft.com/office/drawing/2014/main" id="{D603FDF5-BDD9-FC82-4806-C8BC33A72992}"/>
              </a:ext>
            </a:extLst>
          </p:cNvPr>
          <p:cNvGrpSpPr/>
          <p:nvPr/>
        </p:nvGrpSpPr>
        <p:grpSpPr>
          <a:xfrm>
            <a:off x="5007060" y="2331990"/>
            <a:ext cx="1198440" cy="983160"/>
            <a:chOff x="5007060" y="2331990"/>
            <a:chExt cx="1198440" cy="983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487EB34D-79E7-C7A7-9F32-A03CA59D20DF}"/>
                    </a:ext>
                  </a:extLst>
                </p14:cNvPr>
                <p14:cNvContentPartPr/>
                <p14:nvPr/>
              </p14:nvContentPartPr>
              <p14:xfrm>
                <a:off x="5007060" y="2420190"/>
                <a:ext cx="674640" cy="8949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487EB34D-79E7-C7A7-9F32-A03CA59D20DF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5000940" y="2414070"/>
                  <a:ext cx="686880" cy="90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4421D479-7E26-B2F0-5E84-F172AA45579B}"/>
                    </a:ext>
                  </a:extLst>
                </p14:cNvPr>
                <p14:cNvContentPartPr/>
                <p14:nvPr/>
              </p14:nvContentPartPr>
              <p14:xfrm>
                <a:off x="5074740" y="2331990"/>
                <a:ext cx="410760" cy="12600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4421D479-7E26-B2F0-5E84-F172AA45579B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068620" y="2325870"/>
                  <a:ext cx="42300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550C928F-E95D-003A-8BA5-48DEFF205EAD}"/>
                    </a:ext>
                  </a:extLst>
                </p14:cNvPr>
                <p14:cNvContentPartPr/>
                <p14:nvPr/>
              </p14:nvContentPartPr>
              <p14:xfrm>
                <a:off x="5863140" y="2673270"/>
                <a:ext cx="342360" cy="41580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550C928F-E95D-003A-8BA5-48DEFF205EAD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5857020" y="2667150"/>
                  <a:ext cx="354600" cy="428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7C374CDD-583F-9798-CC9D-FA50003EA6ED}"/>
              </a:ext>
            </a:extLst>
          </p:cNvPr>
          <p:cNvGrpSpPr/>
          <p:nvPr/>
        </p:nvGrpSpPr>
        <p:grpSpPr>
          <a:xfrm>
            <a:off x="4158540" y="925470"/>
            <a:ext cx="1444680" cy="869400"/>
            <a:chOff x="4158540" y="925470"/>
            <a:chExt cx="1444680" cy="869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C815A840-70B0-42D1-BC3F-8784E0DC3FD0}"/>
                    </a:ext>
                  </a:extLst>
                </p14:cNvPr>
                <p14:cNvContentPartPr/>
                <p14:nvPr/>
              </p14:nvContentPartPr>
              <p14:xfrm>
                <a:off x="4158540" y="1062270"/>
                <a:ext cx="1258200" cy="73260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C815A840-70B0-42D1-BC3F-8784E0DC3FD0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4152418" y="1056153"/>
                  <a:ext cx="1270444" cy="74483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88D50884-5657-8BA7-110E-347D430DEBB4}"/>
                    </a:ext>
                  </a:extLst>
                </p14:cNvPr>
                <p14:cNvContentPartPr/>
                <p14:nvPr/>
              </p14:nvContentPartPr>
              <p14:xfrm>
                <a:off x="5246460" y="925470"/>
                <a:ext cx="356760" cy="4287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88D50884-5657-8BA7-110E-347D430DEBB4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5240340" y="919350"/>
                  <a:ext cx="369000" cy="441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AC2D1161-B41A-C6B3-9991-353B1C45CA45}"/>
                  </a:ext>
                </a:extLst>
              </p14:cNvPr>
              <p14:cNvContentPartPr/>
              <p14:nvPr/>
            </p14:nvContentPartPr>
            <p14:xfrm>
              <a:off x="5875020" y="2650590"/>
              <a:ext cx="384840" cy="493560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AC2D1161-B41A-C6B3-9991-353B1C45CA45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5868900" y="2644470"/>
                <a:ext cx="397080" cy="50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C67CE5F8-7865-6265-0A25-DB3224D91329}"/>
                  </a:ext>
                </a:extLst>
              </p14:cNvPr>
              <p14:cNvContentPartPr/>
              <p14:nvPr/>
            </p14:nvContentPartPr>
            <p14:xfrm>
              <a:off x="5838660" y="2625390"/>
              <a:ext cx="242640" cy="20952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C67CE5F8-7865-6265-0A25-DB3224D91329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5832540" y="2619270"/>
                <a:ext cx="254880" cy="221760"/>
              </a:xfrm>
              <a:prstGeom prst="rect">
                <a:avLst/>
              </a:prstGeom>
            </p:spPr>
          </p:pic>
        </mc:Fallback>
      </mc:AlternateContent>
      <p:grpSp>
        <p:nvGrpSpPr>
          <p:cNvPr id="50" name="Group 49">
            <a:extLst>
              <a:ext uri="{FF2B5EF4-FFF2-40B4-BE49-F238E27FC236}">
                <a16:creationId xmlns:a16="http://schemas.microsoft.com/office/drawing/2014/main" id="{F79B05C8-E968-60FC-D859-6E99C46131CC}"/>
              </a:ext>
            </a:extLst>
          </p:cNvPr>
          <p:cNvGrpSpPr/>
          <p:nvPr/>
        </p:nvGrpSpPr>
        <p:grpSpPr>
          <a:xfrm>
            <a:off x="3748860" y="720270"/>
            <a:ext cx="501840" cy="527760"/>
            <a:chOff x="3748860" y="720270"/>
            <a:chExt cx="501840" cy="527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692170A4-36BE-9D00-8DC2-53AD16905F70}"/>
                    </a:ext>
                  </a:extLst>
                </p14:cNvPr>
                <p14:cNvContentPartPr/>
                <p14:nvPr/>
              </p14:nvContentPartPr>
              <p14:xfrm>
                <a:off x="3748860" y="720270"/>
                <a:ext cx="287280" cy="52776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692170A4-36BE-9D00-8DC2-53AD16905F70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3742740" y="714150"/>
                  <a:ext cx="299520" cy="54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0820ADD7-4DFF-F6A1-3129-12BDE24623B1}"/>
                    </a:ext>
                  </a:extLst>
                </p14:cNvPr>
                <p14:cNvContentPartPr/>
                <p14:nvPr/>
              </p14:nvContentPartPr>
              <p14:xfrm>
                <a:off x="3760380" y="786870"/>
                <a:ext cx="490320" cy="3600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0820ADD7-4DFF-F6A1-3129-12BDE24623B1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3754260" y="780750"/>
                  <a:ext cx="502560" cy="48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41A5A12A-696F-0A99-E73A-022958850AF0}"/>
              </a:ext>
            </a:extLst>
          </p:cNvPr>
          <p:cNvGrpSpPr/>
          <p:nvPr/>
        </p:nvGrpSpPr>
        <p:grpSpPr>
          <a:xfrm>
            <a:off x="7452000" y="878670"/>
            <a:ext cx="1704240" cy="654840"/>
            <a:chOff x="7452000" y="878670"/>
            <a:chExt cx="1704240" cy="654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DA076216-D12E-29DD-66A8-E362010448AE}"/>
                    </a:ext>
                  </a:extLst>
                </p14:cNvPr>
                <p14:cNvContentPartPr/>
                <p14:nvPr/>
              </p14:nvContentPartPr>
              <p14:xfrm>
                <a:off x="7452000" y="878670"/>
                <a:ext cx="1613880" cy="55944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DA076216-D12E-29DD-66A8-E362010448AE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7445880" y="872546"/>
                  <a:ext cx="1626120" cy="57168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D9C913E1-B511-0CD7-7272-4047CD37F797}"/>
                    </a:ext>
                  </a:extLst>
                </p14:cNvPr>
                <p14:cNvContentPartPr/>
                <p14:nvPr/>
              </p14:nvContentPartPr>
              <p14:xfrm>
                <a:off x="8922600" y="1325430"/>
                <a:ext cx="233640" cy="20808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D9C913E1-B511-0CD7-7272-4047CD37F797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8916471" y="1319310"/>
                  <a:ext cx="245899" cy="220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037AA6AD-649E-2AD8-AF01-576C2E1CDF77}"/>
              </a:ext>
            </a:extLst>
          </p:cNvPr>
          <p:cNvGrpSpPr/>
          <p:nvPr/>
        </p:nvGrpSpPr>
        <p:grpSpPr>
          <a:xfrm>
            <a:off x="7623720" y="2205630"/>
            <a:ext cx="1097280" cy="948960"/>
            <a:chOff x="7623720" y="2205630"/>
            <a:chExt cx="1097280" cy="948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862639BA-E5D0-D079-49CA-3F53555B68AE}"/>
                    </a:ext>
                  </a:extLst>
                </p14:cNvPr>
                <p14:cNvContentPartPr/>
                <p14:nvPr/>
              </p14:nvContentPartPr>
              <p14:xfrm>
                <a:off x="7874280" y="2205630"/>
                <a:ext cx="846720" cy="71928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862639BA-E5D0-D079-49CA-3F53555B68AE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7868160" y="2199513"/>
                  <a:ext cx="858960" cy="73151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2E00B68A-6D56-015F-C0C2-C6487B6FF2C9}"/>
                    </a:ext>
                  </a:extLst>
                </p14:cNvPr>
                <p14:cNvContentPartPr/>
                <p14:nvPr/>
              </p14:nvContentPartPr>
              <p14:xfrm>
                <a:off x="7623720" y="2765790"/>
                <a:ext cx="455760" cy="38880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2E00B68A-6D56-015F-C0C2-C6487B6FF2C9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7617605" y="2759670"/>
                  <a:ext cx="467990" cy="40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C4F197B8-DA50-5E3B-579E-B32BFFFD5E67}"/>
                    </a:ext>
                  </a:extLst>
                </p14:cNvPr>
                <p14:cNvContentPartPr/>
                <p14:nvPr/>
              </p14:nvContentPartPr>
              <p14:xfrm>
                <a:off x="7851240" y="2891790"/>
                <a:ext cx="46800" cy="25056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C4F197B8-DA50-5E3B-579E-B32BFFFD5E67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7845120" y="2885670"/>
                  <a:ext cx="59040" cy="262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4B6F1645-D252-2432-D674-CBA748617CAA}"/>
              </a:ext>
            </a:extLst>
          </p:cNvPr>
          <p:cNvGrpSpPr/>
          <p:nvPr/>
        </p:nvGrpSpPr>
        <p:grpSpPr>
          <a:xfrm>
            <a:off x="6960600" y="3748590"/>
            <a:ext cx="457200" cy="525960"/>
            <a:chOff x="6960600" y="3748590"/>
            <a:chExt cx="457200" cy="525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6E623031-3710-FA3F-5A03-B858C0B18CFB}"/>
                    </a:ext>
                  </a:extLst>
                </p14:cNvPr>
                <p14:cNvContentPartPr/>
                <p14:nvPr/>
              </p14:nvContentPartPr>
              <p14:xfrm>
                <a:off x="7067160" y="3748590"/>
                <a:ext cx="350640" cy="41436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6E623031-3710-FA3F-5A03-B858C0B18CFB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7061040" y="3742470"/>
                  <a:ext cx="362880" cy="42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9B14F8B5-A5E1-3711-6685-73420AC1CAB4}"/>
                    </a:ext>
                  </a:extLst>
                </p14:cNvPr>
                <p14:cNvContentPartPr/>
                <p14:nvPr/>
              </p14:nvContentPartPr>
              <p14:xfrm>
                <a:off x="6960600" y="4091670"/>
                <a:ext cx="229680" cy="18288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9B14F8B5-A5E1-3711-6685-73420AC1CAB4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6954470" y="4085550"/>
                  <a:ext cx="241939" cy="195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C9B091DE-E5E1-9C74-75E7-FC94A393D085}"/>
              </a:ext>
            </a:extLst>
          </p:cNvPr>
          <p:cNvGrpSpPr/>
          <p:nvPr/>
        </p:nvGrpSpPr>
        <p:grpSpPr>
          <a:xfrm>
            <a:off x="7349400" y="3977550"/>
            <a:ext cx="659520" cy="655200"/>
            <a:chOff x="7349400" y="3977550"/>
            <a:chExt cx="659520" cy="655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60C3E5E8-8A92-EF84-1781-534CAF7363EC}"/>
                    </a:ext>
                  </a:extLst>
                </p14:cNvPr>
                <p14:cNvContentPartPr/>
                <p14:nvPr/>
              </p14:nvContentPartPr>
              <p14:xfrm>
                <a:off x="7349400" y="3997350"/>
                <a:ext cx="333360" cy="46080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60C3E5E8-8A92-EF84-1781-534CAF7363EC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7343280" y="3991230"/>
                  <a:ext cx="345600" cy="47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306E709E-BB70-1363-0833-DE12F4D0AD1F}"/>
                    </a:ext>
                  </a:extLst>
                </p14:cNvPr>
                <p14:cNvContentPartPr/>
                <p14:nvPr/>
              </p14:nvContentPartPr>
              <p14:xfrm>
                <a:off x="7635240" y="3977550"/>
                <a:ext cx="232920" cy="14112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306E709E-BB70-1363-0833-DE12F4D0AD1F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7629120" y="3971430"/>
                  <a:ext cx="24516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C7B9FF4E-8188-582A-D376-74225C7DD140}"/>
                    </a:ext>
                  </a:extLst>
                </p14:cNvPr>
                <p14:cNvContentPartPr/>
                <p14:nvPr/>
              </p14:nvContentPartPr>
              <p14:xfrm>
                <a:off x="7749360" y="4238550"/>
                <a:ext cx="259560" cy="39420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C7B9FF4E-8188-582A-D376-74225C7DD140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7743231" y="4232430"/>
                  <a:ext cx="271817" cy="406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8E1859E6-4FAC-352F-BB0C-90E5C9978008}"/>
              </a:ext>
            </a:extLst>
          </p:cNvPr>
          <p:cNvGrpSpPr/>
          <p:nvPr/>
        </p:nvGrpSpPr>
        <p:grpSpPr>
          <a:xfrm>
            <a:off x="8263800" y="3771270"/>
            <a:ext cx="1063800" cy="801000"/>
            <a:chOff x="8263800" y="3771270"/>
            <a:chExt cx="1063800" cy="801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73FB6A00-69DE-CB5C-83AE-8832219AFE15}"/>
                    </a:ext>
                  </a:extLst>
                </p14:cNvPr>
                <p14:cNvContentPartPr/>
                <p14:nvPr/>
              </p14:nvContentPartPr>
              <p14:xfrm>
                <a:off x="8263800" y="3840390"/>
                <a:ext cx="334440" cy="57708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73FB6A00-69DE-CB5C-83AE-8832219AFE15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8257680" y="3834270"/>
                  <a:ext cx="346680" cy="58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7A4623E1-A60C-C571-9BE7-5FBA1756753E}"/>
                    </a:ext>
                  </a:extLst>
                </p14:cNvPr>
                <p14:cNvContentPartPr/>
                <p14:nvPr/>
              </p14:nvContentPartPr>
              <p14:xfrm>
                <a:off x="8424000" y="4333590"/>
                <a:ext cx="298080" cy="18000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7A4623E1-A60C-C571-9BE7-5FBA1756753E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8417880" y="4327470"/>
                  <a:ext cx="31032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CC147B03-EBB8-0D47-1DD1-16CE4FB5F353}"/>
                    </a:ext>
                  </a:extLst>
                </p14:cNvPr>
                <p14:cNvContentPartPr/>
                <p14:nvPr/>
              </p14:nvContentPartPr>
              <p14:xfrm>
                <a:off x="8606520" y="3840030"/>
                <a:ext cx="354960" cy="73224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CC147B03-EBB8-0D47-1DD1-16CE4FB5F353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8600400" y="3833910"/>
                  <a:ext cx="367200" cy="74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B7A45C4D-9DA1-1FA3-B1C6-0870BD18528B}"/>
                    </a:ext>
                  </a:extLst>
                </p14:cNvPr>
                <p14:cNvContentPartPr/>
                <p14:nvPr/>
              </p14:nvContentPartPr>
              <p14:xfrm>
                <a:off x="8641080" y="3771270"/>
                <a:ext cx="238680" cy="4752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B7A45C4D-9DA1-1FA3-B1C6-0870BD18528B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8634960" y="3765150"/>
                  <a:ext cx="25092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EE441C9D-FFB3-BA9F-6BC6-DE2A1CF5C894}"/>
                    </a:ext>
                  </a:extLst>
                </p14:cNvPr>
                <p14:cNvContentPartPr/>
                <p14:nvPr/>
              </p14:nvContentPartPr>
              <p14:xfrm>
                <a:off x="9154800" y="3974670"/>
                <a:ext cx="172800" cy="35640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EE441C9D-FFB3-BA9F-6BC6-DE2A1CF5C894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9148680" y="3968550"/>
                  <a:ext cx="185040" cy="3686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2606484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F9E8F3F-BCF5-3167-E578-099D7BC596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diagram of a diagram&#10;&#10;AI-generated content may be incorrect.">
            <a:extLst>
              <a:ext uri="{FF2B5EF4-FFF2-40B4-BE49-F238E27FC236}">
                <a16:creationId xmlns:a16="http://schemas.microsoft.com/office/drawing/2014/main" id="{E25D242F-7522-E08D-14EA-1400F2837E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197" y="643466"/>
            <a:ext cx="10817605" cy="557106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A586ED4-7849-7636-86F1-C0A6AC5782FE}"/>
              </a:ext>
            </a:extLst>
          </p:cNvPr>
          <p:cNvSpPr txBox="1"/>
          <p:nvPr/>
        </p:nvSpPr>
        <p:spPr>
          <a:xfrm>
            <a:off x="283029" y="250371"/>
            <a:ext cx="75939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  <a:hlinkClick r:id="rId3"/>
              </a:rPr>
              <a:t>https://www.artofcse.com/learning/introduction-to-dynamic-programming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2D0797C-2A38-3179-B520-6A974E720D31}"/>
              </a:ext>
            </a:extLst>
          </p:cNvPr>
          <p:cNvSpPr/>
          <p:nvPr/>
        </p:nvSpPr>
        <p:spPr>
          <a:xfrm>
            <a:off x="457200" y="6214532"/>
            <a:ext cx="10817605" cy="3930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E49DCFC-F3A3-D877-458A-76991D11AE29}"/>
              </a:ext>
            </a:extLst>
          </p:cNvPr>
          <p:cNvSpPr/>
          <p:nvPr/>
        </p:nvSpPr>
        <p:spPr>
          <a:xfrm>
            <a:off x="9148860" y="2331990"/>
            <a:ext cx="2355942" cy="309072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F537D64F-D26E-B575-0280-6F3F621953CB}"/>
              </a:ext>
            </a:extLst>
          </p:cNvPr>
          <p:cNvGrpSpPr/>
          <p:nvPr/>
        </p:nvGrpSpPr>
        <p:grpSpPr>
          <a:xfrm>
            <a:off x="296820" y="4770990"/>
            <a:ext cx="962640" cy="955800"/>
            <a:chOff x="296820" y="4770990"/>
            <a:chExt cx="962640" cy="955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A5359F53-38D5-4871-5BCE-DFF27B98F50C}"/>
                    </a:ext>
                  </a:extLst>
                </p14:cNvPr>
                <p14:cNvContentPartPr/>
                <p14:nvPr/>
              </p14:nvContentPartPr>
              <p14:xfrm>
                <a:off x="604620" y="4944150"/>
                <a:ext cx="464040" cy="7826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A5359F53-38D5-4871-5BCE-DFF27B98F50C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98500" y="4938030"/>
                  <a:ext cx="476280" cy="79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66F2925F-9672-0C64-A76F-A52BB028E978}"/>
                    </a:ext>
                  </a:extLst>
                </p14:cNvPr>
                <p14:cNvContentPartPr/>
                <p14:nvPr/>
              </p14:nvContentPartPr>
              <p14:xfrm>
                <a:off x="971460" y="4834350"/>
                <a:ext cx="288000" cy="2923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66F2925F-9672-0C64-A76F-A52BB028E978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965348" y="4828230"/>
                  <a:ext cx="300225" cy="30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869FDBE7-5180-96E3-CEAE-CA29754A93D6}"/>
                    </a:ext>
                  </a:extLst>
                </p14:cNvPr>
                <p14:cNvContentPartPr/>
                <p14:nvPr/>
              </p14:nvContentPartPr>
              <p14:xfrm>
                <a:off x="296820" y="4770990"/>
                <a:ext cx="253440" cy="33732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869FDBE7-5180-96E3-CEAE-CA29754A93D6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90700" y="4764863"/>
                  <a:ext cx="265680" cy="349573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F8A6DC4D-5CBA-35EB-D125-517BBCEA0FBE}"/>
                  </a:ext>
                </a:extLst>
              </p14:cNvPr>
              <p14:cNvContentPartPr/>
              <p14:nvPr/>
            </p14:nvContentPartPr>
            <p14:xfrm>
              <a:off x="2478420" y="5149710"/>
              <a:ext cx="402480" cy="7023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F8A6DC4D-5CBA-35EB-D125-517BBCEA0FBE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472305" y="5143587"/>
                <a:ext cx="414709" cy="71460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D77B7ED9-F39C-C83D-E5C9-CC93B0F5C60C}"/>
                  </a:ext>
                </a:extLst>
              </p14:cNvPr>
              <p14:cNvContentPartPr/>
              <p14:nvPr/>
            </p14:nvContentPartPr>
            <p14:xfrm>
              <a:off x="2479860" y="5153670"/>
              <a:ext cx="308880" cy="2088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D77B7ED9-F39C-C83D-E5C9-CC93B0F5C60C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473740" y="5147550"/>
                <a:ext cx="321120" cy="3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FFF881A8-AD37-D936-2DA1-FA2670349304}"/>
                  </a:ext>
                </a:extLst>
              </p14:cNvPr>
              <p14:cNvContentPartPr/>
              <p14:nvPr/>
            </p14:nvContentPartPr>
            <p14:xfrm>
              <a:off x="2948580" y="5173470"/>
              <a:ext cx="150840" cy="50652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FFF881A8-AD37-D936-2DA1-FA2670349304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942460" y="5167350"/>
                <a:ext cx="163080" cy="518760"/>
              </a:xfrm>
              <a:prstGeom prst="rect">
                <a:avLst/>
              </a:prstGeom>
            </p:spPr>
          </p:pic>
        </mc:Fallback>
      </mc:AlternateContent>
      <p:grpSp>
        <p:nvGrpSpPr>
          <p:cNvPr id="11" name="Group 10">
            <a:extLst>
              <a:ext uri="{FF2B5EF4-FFF2-40B4-BE49-F238E27FC236}">
                <a16:creationId xmlns:a16="http://schemas.microsoft.com/office/drawing/2014/main" id="{773EF326-EA2D-D7C6-4BA6-89D4B356649F}"/>
              </a:ext>
            </a:extLst>
          </p:cNvPr>
          <p:cNvGrpSpPr/>
          <p:nvPr/>
        </p:nvGrpSpPr>
        <p:grpSpPr>
          <a:xfrm>
            <a:off x="1485540" y="3542310"/>
            <a:ext cx="710280" cy="938880"/>
            <a:chOff x="1485540" y="3542310"/>
            <a:chExt cx="710280" cy="938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4A9F3DED-61F0-454B-D6F7-7240658F0909}"/>
                    </a:ext>
                  </a:extLst>
                </p14:cNvPr>
                <p14:cNvContentPartPr/>
                <p14:nvPr/>
              </p14:nvContentPartPr>
              <p14:xfrm>
                <a:off x="1485540" y="3702510"/>
                <a:ext cx="547920" cy="77868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4A9F3DED-61F0-454B-D6F7-7240658F0909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479420" y="3696390"/>
                  <a:ext cx="560160" cy="79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D4E6F6DA-BE46-F664-DE28-9F42D055BBA4}"/>
                    </a:ext>
                  </a:extLst>
                </p14:cNvPr>
                <p14:cNvContentPartPr/>
                <p14:nvPr/>
              </p14:nvContentPartPr>
              <p14:xfrm>
                <a:off x="1885860" y="3542310"/>
                <a:ext cx="309960" cy="34020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D4E6F6DA-BE46-F664-DE28-9F42D055BBA4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879740" y="3536190"/>
                  <a:ext cx="322200" cy="352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73D80DE2-30D8-3060-4C86-626ABF2A5EA2}"/>
                  </a:ext>
                </a:extLst>
              </p14:cNvPr>
              <p14:cNvContentPartPr/>
              <p14:nvPr/>
            </p14:nvContentPartPr>
            <p14:xfrm>
              <a:off x="845820" y="3666870"/>
              <a:ext cx="398880" cy="43740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73D80DE2-30D8-3060-4C86-626ABF2A5EA2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839700" y="3660750"/>
                <a:ext cx="411120" cy="449640"/>
              </a:xfrm>
              <a:prstGeom prst="rect">
                <a:avLst/>
              </a:prstGeom>
            </p:spPr>
          </p:pic>
        </mc:Fallback>
      </mc:AlternateContent>
      <p:grpSp>
        <p:nvGrpSpPr>
          <p:cNvPr id="25" name="Group 24">
            <a:extLst>
              <a:ext uri="{FF2B5EF4-FFF2-40B4-BE49-F238E27FC236}">
                <a16:creationId xmlns:a16="http://schemas.microsoft.com/office/drawing/2014/main" id="{78430870-1500-BFF8-A38D-2B4A1A4C6CC2}"/>
              </a:ext>
            </a:extLst>
          </p:cNvPr>
          <p:cNvGrpSpPr/>
          <p:nvPr/>
        </p:nvGrpSpPr>
        <p:grpSpPr>
          <a:xfrm>
            <a:off x="3289860" y="3885750"/>
            <a:ext cx="780480" cy="618120"/>
            <a:chOff x="3289860" y="3885750"/>
            <a:chExt cx="780480" cy="618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807EC7E2-8FB5-4509-9931-2A972FE5E13F}"/>
                    </a:ext>
                  </a:extLst>
                </p14:cNvPr>
                <p14:cNvContentPartPr/>
                <p14:nvPr/>
              </p14:nvContentPartPr>
              <p14:xfrm>
                <a:off x="3289860" y="3926430"/>
                <a:ext cx="471600" cy="57744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807EC7E2-8FB5-4509-9931-2A972FE5E13F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283740" y="3920314"/>
                  <a:ext cx="483840" cy="58967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08A73E18-77F0-F9AA-A1BC-2CF0D6CC734F}"/>
                    </a:ext>
                  </a:extLst>
                </p14:cNvPr>
                <p14:cNvContentPartPr/>
                <p14:nvPr/>
              </p14:nvContentPartPr>
              <p14:xfrm>
                <a:off x="3325500" y="3885750"/>
                <a:ext cx="296280" cy="687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08A73E18-77F0-F9AA-A1BC-2CF0D6CC734F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319380" y="3879630"/>
                  <a:ext cx="30852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9F0D38A3-6452-66F5-12CF-28E0B66E00A5}"/>
                    </a:ext>
                  </a:extLst>
                </p14:cNvPr>
                <p14:cNvContentPartPr/>
                <p14:nvPr/>
              </p14:nvContentPartPr>
              <p14:xfrm>
                <a:off x="3920580" y="4108590"/>
                <a:ext cx="149760" cy="31356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9F0D38A3-6452-66F5-12CF-28E0B66E00A5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914475" y="4102470"/>
                  <a:ext cx="161971" cy="325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4067848D-9992-1656-39B6-C1C5B67FB2C3}"/>
                  </a:ext>
                </a:extLst>
              </p14:cNvPr>
              <p14:cNvContentPartPr/>
              <p14:nvPr/>
            </p14:nvContentPartPr>
            <p14:xfrm>
              <a:off x="2478780" y="2262150"/>
              <a:ext cx="720360" cy="88128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4067848D-9992-1656-39B6-C1C5B67FB2C3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2472660" y="2256027"/>
                <a:ext cx="732600" cy="89352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55A86157-FDC4-3E6D-C9B3-05B3F896A757}"/>
                  </a:ext>
                </a:extLst>
              </p14:cNvPr>
              <p14:cNvContentPartPr/>
              <p14:nvPr/>
            </p14:nvContentPartPr>
            <p14:xfrm>
              <a:off x="3108420" y="2034270"/>
              <a:ext cx="230760" cy="52524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55A86157-FDC4-3E6D-C9B3-05B3F896A757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3102300" y="2028146"/>
                <a:ext cx="243000" cy="53748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66536112-3E22-1CAE-C762-A528317E9F88}"/>
                  </a:ext>
                </a:extLst>
              </p14:cNvPr>
              <p14:cNvContentPartPr/>
              <p14:nvPr/>
            </p14:nvContentPartPr>
            <p14:xfrm>
              <a:off x="1942740" y="1964430"/>
              <a:ext cx="362520" cy="65340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66536112-3E22-1CAE-C762-A528317E9F88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1936620" y="1958307"/>
                <a:ext cx="374760" cy="665647"/>
              </a:xfrm>
              <a:prstGeom prst="rect">
                <a:avLst/>
              </a:prstGeom>
            </p:spPr>
          </p:pic>
        </mc:Fallback>
      </mc:AlternateContent>
      <p:grpSp>
        <p:nvGrpSpPr>
          <p:cNvPr id="29" name="Group 28">
            <a:extLst>
              <a:ext uri="{FF2B5EF4-FFF2-40B4-BE49-F238E27FC236}">
                <a16:creationId xmlns:a16="http://schemas.microsoft.com/office/drawing/2014/main" id="{D2D94AA7-AD3A-D601-C38F-26CF5219AA20}"/>
              </a:ext>
            </a:extLst>
          </p:cNvPr>
          <p:cNvGrpSpPr/>
          <p:nvPr/>
        </p:nvGrpSpPr>
        <p:grpSpPr>
          <a:xfrm>
            <a:off x="4170780" y="2559870"/>
            <a:ext cx="729720" cy="972720"/>
            <a:chOff x="4170780" y="2559870"/>
            <a:chExt cx="729720" cy="972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5CBA3F55-6523-21F3-D029-3EC0D93361BD}"/>
                    </a:ext>
                  </a:extLst>
                </p14:cNvPr>
                <p14:cNvContentPartPr/>
                <p14:nvPr/>
              </p14:nvContentPartPr>
              <p14:xfrm>
                <a:off x="4170780" y="2559870"/>
                <a:ext cx="676440" cy="88524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5CBA3F55-6523-21F3-D029-3EC0D93361BD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164663" y="2553750"/>
                  <a:ext cx="688673" cy="89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B3895B99-7C1E-2B25-055B-A101832BB66A}"/>
                    </a:ext>
                  </a:extLst>
                </p14:cNvPr>
                <p14:cNvContentPartPr/>
                <p14:nvPr/>
              </p14:nvContentPartPr>
              <p14:xfrm>
                <a:off x="4652100" y="3177270"/>
                <a:ext cx="248400" cy="35532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B3895B99-7C1E-2B25-055B-A101832BB66A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645980" y="3171150"/>
                  <a:ext cx="260640" cy="367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9C645C01-B727-F13E-2A16-7FC550F1F07E}"/>
                  </a:ext>
                </a:extLst>
              </p14:cNvPr>
              <p14:cNvContentPartPr/>
              <p14:nvPr/>
            </p14:nvContentPartPr>
            <p14:xfrm>
              <a:off x="4318740" y="3760110"/>
              <a:ext cx="504720" cy="4424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9C645C01-B727-F13E-2A16-7FC550F1F07E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4312620" y="3753990"/>
                <a:ext cx="516960" cy="45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AEE72810-98A8-2DDB-523E-3FDDE0ACF576}"/>
                  </a:ext>
                </a:extLst>
              </p14:cNvPr>
              <p14:cNvContentPartPr/>
              <p14:nvPr/>
            </p14:nvContentPartPr>
            <p14:xfrm>
              <a:off x="4263300" y="4150350"/>
              <a:ext cx="150480" cy="11196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AEE72810-98A8-2DDB-523E-3FDDE0ACF576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4257180" y="4144250"/>
                <a:ext cx="162720" cy="12416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385563F4-D2D6-1FAB-09A3-7D250D541403}"/>
                  </a:ext>
                </a:extLst>
              </p14:cNvPr>
              <p14:cNvContentPartPr/>
              <p14:nvPr/>
            </p14:nvContentPartPr>
            <p14:xfrm>
              <a:off x="4732020" y="3988350"/>
              <a:ext cx="378720" cy="43560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385563F4-D2D6-1FAB-09A3-7D250D541403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4725900" y="3982230"/>
                <a:ext cx="390960" cy="44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9028D759-B38D-ECB0-B93D-08AB077E2CBC}"/>
                  </a:ext>
                </a:extLst>
              </p14:cNvPr>
              <p14:cNvContentPartPr/>
              <p14:nvPr/>
            </p14:nvContentPartPr>
            <p14:xfrm>
              <a:off x="5052060" y="3977550"/>
              <a:ext cx="131760" cy="15840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9028D759-B38D-ECB0-B93D-08AB077E2CBC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5045940" y="3971430"/>
                <a:ext cx="144000" cy="17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CBEBA10E-1F56-91BB-4440-FD72D4CAD76D}"/>
                  </a:ext>
                </a:extLst>
              </p14:cNvPr>
              <p14:cNvContentPartPr/>
              <p14:nvPr/>
            </p14:nvContentPartPr>
            <p14:xfrm>
              <a:off x="5176980" y="4332510"/>
              <a:ext cx="150120" cy="34092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CBEBA10E-1F56-91BB-4440-FD72D4CAD76D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5170860" y="4326390"/>
                <a:ext cx="162360" cy="353160"/>
              </a:xfrm>
              <a:prstGeom prst="rect">
                <a:avLst/>
              </a:prstGeom>
            </p:spPr>
          </p:pic>
        </mc:Fallback>
      </mc:AlternateContent>
      <p:grpSp>
        <p:nvGrpSpPr>
          <p:cNvPr id="39" name="Group 38">
            <a:extLst>
              <a:ext uri="{FF2B5EF4-FFF2-40B4-BE49-F238E27FC236}">
                <a16:creationId xmlns:a16="http://schemas.microsoft.com/office/drawing/2014/main" id="{E333E863-17D7-7780-92A8-AFAFF1005098}"/>
              </a:ext>
            </a:extLst>
          </p:cNvPr>
          <p:cNvGrpSpPr/>
          <p:nvPr/>
        </p:nvGrpSpPr>
        <p:grpSpPr>
          <a:xfrm>
            <a:off x="5600700" y="3759030"/>
            <a:ext cx="858240" cy="676080"/>
            <a:chOff x="5600700" y="3759030"/>
            <a:chExt cx="858240" cy="676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210792D2-C422-72E7-F08F-10BA21E7F302}"/>
                    </a:ext>
                  </a:extLst>
                </p14:cNvPr>
                <p14:cNvContentPartPr/>
                <p14:nvPr/>
              </p14:nvContentPartPr>
              <p14:xfrm>
                <a:off x="5600700" y="3783150"/>
                <a:ext cx="329400" cy="44676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210792D2-C422-72E7-F08F-10BA21E7F302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5594580" y="3777030"/>
                  <a:ext cx="341640" cy="45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21C5FA1D-C3FF-FA28-ED9A-D5B159BC63DC}"/>
                    </a:ext>
                  </a:extLst>
                </p14:cNvPr>
                <p14:cNvContentPartPr/>
                <p14:nvPr/>
              </p14:nvContentPartPr>
              <p14:xfrm>
                <a:off x="5852340" y="4173030"/>
                <a:ext cx="127440" cy="19152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21C5FA1D-C3FF-FA28-ED9A-D5B159BC63DC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846237" y="4166898"/>
                  <a:ext cx="139646" cy="20378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61EDE985-00F8-A7FB-2637-8371C1A2EEA5}"/>
                    </a:ext>
                  </a:extLst>
                </p14:cNvPr>
                <p14:cNvContentPartPr/>
                <p14:nvPr/>
              </p14:nvContentPartPr>
              <p14:xfrm>
                <a:off x="6146460" y="3831750"/>
                <a:ext cx="220680" cy="60336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61EDE985-00F8-A7FB-2637-8371C1A2EEA5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140350" y="3825630"/>
                  <a:ext cx="232900" cy="61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2AF53C5D-85EF-F505-F233-D4AAA7585D1C}"/>
                    </a:ext>
                  </a:extLst>
                </p14:cNvPr>
                <p14:cNvContentPartPr/>
                <p14:nvPr/>
              </p14:nvContentPartPr>
              <p14:xfrm>
                <a:off x="6160860" y="3759030"/>
                <a:ext cx="298080" cy="3564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2AF53C5D-85EF-F505-F233-D4AAA7585D1C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6154740" y="3752848"/>
                  <a:ext cx="310320" cy="48005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6B5DAA16-D39B-56AD-B042-5B493292B331}"/>
                  </a:ext>
                </a:extLst>
              </p14:cNvPr>
              <p14:cNvContentPartPr/>
              <p14:nvPr/>
            </p14:nvContentPartPr>
            <p14:xfrm>
              <a:off x="6617340" y="3987630"/>
              <a:ext cx="127800" cy="43488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6B5DAA16-D39B-56AD-B042-5B493292B331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6611237" y="3981510"/>
                <a:ext cx="140006" cy="447120"/>
              </a:xfrm>
              <a:prstGeom prst="rect">
                <a:avLst/>
              </a:prstGeom>
            </p:spPr>
          </p:pic>
        </mc:Fallback>
      </mc:AlternateContent>
      <p:grpSp>
        <p:nvGrpSpPr>
          <p:cNvPr id="42" name="Group 41">
            <a:extLst>
              <a:ext uri="{FF2B5EF4-FFF2-40B4-BE49-F238E27FC236}">
                <a16:creationId xmlns:a16="http://schemas.microsoft.com/office/drawing/2014/main" id="{8A3CC60D-10A5-AA9B-3860-F61CDFF5A4A4}"/>
              </a:ext>
            </a:extLst>
          </p:cNvPr>
          <p:cNvGrpSpPr/>
          <p:nvPr/>
        </p:nvGrpSpPr>
        <p:grpSpPr>
          <a:xfrm>
            <a:off x="5007060" y="2331990"/>
            <a:ext cx="1198440" cy="983160"/>
            <a:chOff x="5007060" y="2331990"/>
            <a:chExt cx="1198440" cy="983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DAB5CD9B-67CA-8A31-E646-361E931C1FDB}"/>
                    </a:ext>
                  </a:extLst>
                </p14:cNvPr>
                <p14:cNvContentPartPr/>
                <p14:nvPr/>
              </p14:nvContentPartPr>
              <p14:xfrm>
                <a:off x="5007060" y="2420190"/>
                <a:ext cx="674640" cy="8949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DAB5CD9B-67CA-8A31-E646-361E931C1FDB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5000940" y="2414070"/>
                  <a:ext cx="686880" cy="90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B0AFBE25-C8F6-A8CE-DF82-64105A8AC067}"/>
                    </a:ext>
                  </a:extLst>
                </p14:cNvPr>
                <p14:cNvContentPartPr/>
                <p14:nvPr/>
              </p14:nvContentPartPr>
              <p14:xfrm>
                <a:off x="5074740" y="2331990"/>
                <a:ext cx="410760" cy="12600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B0AFBE25-C8F6-A8CE-DF82-64105A8AC067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068620" y="2325870"/>
                  <a:ext cx="42300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036B7073-BE58-D6D6-F174-BF0E140203C1}"/>
                    </a:ext>
                  </a:extLst>
                </p14:cNvPr>
                <p14:cNvContentPartPr/>
                <p14:nvPr/>
              </p14:nvContentPartPr>
              <p14:xfrm>
                <a:off x="5863140" y="2673270"/>
                <a:ext cx="342360" cy="41580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036B7073-BE58-D6D6-F174-BF0E140203C1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5857020" y="2667150"/>
                  <a:ext cx="354600" cy="428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44A88D73-3284-2AFE-8F46-D4387E121FD1}"/>
              </a:ext>
            </a:extLst>
          </p:cNvPr>
          <p:cNvGrpSpPr/>
          <p:nvPr/>
        </p:nvGrpSpPr>
        <p:grpSpPr>
          <a:xfrm>
            <a:off x="4158540" y="925470"/>
            <a:ext cx="1444680" cy="869400"/>
            <a:chOff x="4158540" y="925470"/>
            <a:chExt cx="1444680" cy="869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FE25E876-365B-E9AE-6A64-1A546F904496}"/>
                    </a:ext>
                  </a:extLst>
                </p14:cNvPr>
                <p14:cNvContentPartPr/>
                <p14:nvPr/>
              </p14:nvContentPartPr>
              <p14:xfrm>
                <a:off x="4158540" y="1062270"/>
                <a:ext cx="1258200" cy="73260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FE25E876-365B-E9AE-6A64-1A546F904496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4152418" y="1056153"/>
                  <a:ext cx="1270444" cy="74483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026559FE-BEBB-C602-4AEA-5EFF3000D68B}"/>
                    </a:ext>
                  </a:extLst>
                </p14:cNvPr>
                <p14:cNvContentPartPr/>
                <p14:nvPr/>
              </p14:nvContentPartPr>
              <p14:xfrm>
                <a:off x="5246460" y="925470"/>
                <a:ext cx="356760" cy="4287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026559FE-BEBB-C602-4AEA-5EFF3000D68B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5240340" y="919350"/>
                  <a:ext cx="369000" cy="441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E60F6487-4B00-53E7-3424-1C65418B7F8E}"/>
                  </a:ext>
                </a:extLst>
              </p14:cNvPr>
              <p14:cNvContentPartPr/>
              <p14:nvPr/>
            </p14:nvContentPartPr>
            <p14:xfrm>
              <a:off x="5875020" y="2650590"/>
              <a:ext cx="384840" cy="493560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E60F6487-4B00-53E7-3424-1C65418B7F8E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5868900" y="2644470"/>
                <a:ext cx="397080" cy="50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41C83C3F-5AC4-7495-3693-24212A3BC4AB}"/>
                  </a:ext>
                </a:extLst>
              </p14:cNvPr>
              <p14:cNvContentPartPr/>
              <p14:nvPr/>
            </p14:nvContentPartPr>
            <p14:xfrm>
              <a:off x="5838660" y="2625390"/>
              <a:ext cx="242640" cy="20952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41C83C3F-5AC4-7495-3693-24212A3BC4AB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5832540" y="2619270"/>
                <a:ext cx="254880" cy="221760"/>
              </a:xfrm>
              <a:prstGeom prst="rect">
                <a:avLst/>
              </a:prstGeom>
            </p:spPr>
          </p:pic>
        </mc:Fallback>
      </mc:AlternateContent>
      <p:grpSp>
        <p:nvGrpSpPr>
          <p:cNvPr id="50" name="Group 49">
            <a:extLst>
              <a:ext uri="{FF2B5EF4-FFF2-40B4-BE49-F238E27FC236}">
                <a16:creationId xmlns:a16="http://schemas.microsoft.com/office/drawing/2014/main" id="{D5233B57-8EBA-17C0-F992-3F3B7B10CB00}"/>
              </a:ext>
            </a:extLst>
          </p:cNvPr>
          <p:cNvGrpSpPr/>
          <p:nvPr/>
        </p:nvGrpSpPr>
        <p:grpSpPr>
          <a:xfrm>
            <a:off x="3748860" y="720270"/>
            <a:ext cx="501840" cy="527760"/>
            <a:chOff x="3748860" y="720270"/>
            <a:chExt cx="501840" cy="527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6569A01D-1BC6-5B27-535C-83B5DF559573}"/>
                    </a:ext>
                  </a:extLst>
                </p14:cNvPr>
                <p14:cNvContentPartPr/>
                <p14:nvPr/>
              </p14:nvContentPartPr>
              <p14:xfrm>
                <a:off x="3748860" y="720270"/>
                <a:ext cx="287280" cy="52776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6569A01D-1BC6-5B27-535C-83B5DF559573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3742740" y="714150"/>
                  <a:ext cx="299520" cy="54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E642D2C3-902C-2E99-B832-FD3CC8D592C5}"/>
                    </a:ext>
                  </a:extLst>
                </p14:cNvPr>
                <p14:cNvContentPartPr/>
                <p14:nvPr/>
              </p14:nvContentPartPr>
              <p14:xfrm>
                <a:off x="3760380" y="786870"/>
                <a:ext cx="490320" cy="3600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E642D2C3-902C-2E99-B832-FD3CC8D592C5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3754260" y="780750"/>
                  <a:ext cx="502560" cy="48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0641CFAA-8DEB-46C8-461C-E9B3F8B7C9F0}"/>
              </a:ext>
            </a:extLst>
          </p:cNvPr>
          <p:cNvGrpSpPr/>
          <p:nvPr/>
        </p:nvGrpSpPr>
        <p:grpSpPr>
          <a:xfrm>
            <a:off x="7452000" y="878670"/>
            <a:ext cx="1704240" cy="654840"/>
            <a:chOff x="7452000" y="878670"/>
            <a:chExt cx="1704240" cy="654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4D992874-D894-C30B-F373-B0E077FEF555}"/>
                    </a:ext>
                  </a:extLst>
                </p14:cNvPr>
                <p14:cNvContentPartPr/>
                <p14:nvPr/>
              </p14:nvContentPartPr>
              <p14:xfrm>
                <a:off x="7452000" y="878670"/>
                <a:ext cx="1613880" cy="55944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4D992874-D894-C30B-F373-B0E077FEF555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7445880" y="872546"/>
                  <a:ext cx="1626120" cy="57168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7D9E45C1-C280-0486-52DB-A9B592FAF911}"/>
                    </a:ext>
                  </a:extLst>
                </p14:cNvPr>
                <p14:cNvContentPartPr/>
                <p14:nvPr/>
              </p14:nvContentPartPr>
              <p14:xfrm>
                <a:off x="8922600" y="1325430"/>
                <a:ext cx="233640" cy="20808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7D9E45C1-C280-0486-52DB-A9B592FAF911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8916471" y="1319310"/>
                  <a:ext cx="245899" cy="220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E137742E-5202-BE16-C0EE-19C04BB54091}"/>
              </a:ext>
            </a:extLst>
          </p:cNvPr>
          <p:cNvGrpSpPr/>
          <p:nvPr/>
        </p:nvGrpSpPr>
        <p:grpSpPr>
          <a:xfrm>
            <a:off x="7623720" y="2205630"/>
            <a:ext cx="1097280" cy="948960"/>
            <a:chOff x="7623720" y="2205630"/>
            <a:chExt cx="1097280" cy="948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46469E74-A28B-D93A-0EE6-B7CF484F1560}"/>
                    </a:ext>
                  </a:extLst>
                </p14:cNvPr>
                <p14:cNvContentPartPr/>
                <p14:nvPr/>
              </p14:nvContentPartPr>
              <p14:xfrm>
                <a:off x="7874280" y="2205630"/>
                <a:ext cx="846720" cy="71928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46469E74-A28B-D93A-0EE6-B7CF484F1560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7868160" y="2199513"/>
                  <a:ext cx="858960" cy="73151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BBCFD8FE-B08F-97A4-B420-85611C6BDD48}"/>
                    </a:ext>
                  </a:extLst>
                </p14:cNvPr>
                <p14:cNvContentPartPr/>
                <p14:nvPr/>
              </p14:nvContentPartPr>
              <p14:xfrm>
                <a:off x="7623720" y="2765790"/>
                <a:ext cx="455760" cy="38880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BBCFD8FE-B08F-97A4-B420-85611C6BDD48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7617605" y="2759670"/>
                  <a:ext cx="467990" cy="40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2A5595F5-011E-3592-CF28-D529F7354876}"/>
                    </a:ext>
                  </a:extLst>
                </p14:cNvPr>
                <p14:cNvContentPartPr/>
                <p14:nvPr/>
              </p14:nvContentPartPr>
              <p14:xfrm>
                <a:off x="7851240" y="2891790"/>
                <a:ext cx="46800" cy="25056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2A5595F5-011E-3592-CF28-D529F7354876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7845120" y="2885670"/>
                  <a:ext cx="59040" cy="262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F2B43626-3EAC-3DD3-CFEF-1A7D58702D71}"/>
              </a:ext>
            </a:extLst>
          </p:cNvPr>
          <p:cNvGrpSpPr/>
          <p:nvPr/>
        </p:nvGrpSpPr>
        <p:grpSpPr>
          <a:xfrm>
            <a:off x="6960600" y="3748590"/>
            <a:ext cx="457200" cy="525960"/>
            <a:chOff x="6960600" y="3748590"/>
            <a:chExt cx="457200" cy="525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6BFC6AB6-0682-DBBA-2870-2B5C532C7F13}"/>
                    </a:ext>
                  </a:extLst>
                </p14:cNvPr>
                <p14:cNvContentPartPr/>
                <p14:nvPr/>
              </p14:nvContentPartPr>
              <p14:xfrm>
                <a:off x="7067160" y="3748590"/>
                <a:ext cx="350640" cy="41436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6BFC6AB6-0682-DBBA-2870-2B5C532C7F13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7061040" y="3742470"/>
                  <a:ext cx="362880" cy="42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A50E912C-62EF-E4D2-3FA5-DA872956DAEF}"/>
                    </a:ext>
                  </a:extLst>
                </p14:cNvPr>
                <p14:cNvContentPartPr/>
                <p14:nvPr/>
              </p14:nvContentPartPr>
              <p14:xfrm>
                <a:off x="6960600" y="4091670"/>
                <a:ext cx="229680" cy="18288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A50E912C-62EF-E4D2-3FA5-DA872956DAEF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6954470" y="4085550"/>
                  <a:ext cx="241939" cy="195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3D4034AA-F4EC-65BE-5169-F362B7562A80}"/>
              </a:ext>
            </a:extLst>
          </p:cNvPr>
          <p:cNvGrpSpPr/>
          <p:nvPr/>
        </p:nvGrpSpPr>
        <p:grpSpPr>
          <a:xfrm>
            <a:off x="7349400" y="3977550"/>
            <a:ext cx="659520" cy="655200"/>
            <a:chOff x="7349400" y="3977550"/>
            <a:chExt cx="659520" cy="655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6CE6CD20-B78F-FFC6-0342-C77E75174EF6}"/>
                    </a:ext>
                  </a:extLst>
                </p14:cNvPr>
                <p14:cNvContentPartPr/>
                <p14:nvPr/>
              </p14:nvContentPartPr>
              <p14:xfrm>
                <a:off x="7349400" y="3997350"/>
                <a:ext cx="333360" cy="46080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6CE6CD20-B78F-FFC6-0342-C77E75174EF6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7343280" y="3991230"/>
                  <a:ext cx="345600" cy="47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52FC5717-063D-29D6-6819-780D0BC54950}"/>
                    </a:ext>
                  </a:extLst>
                </p14:cNvPr>
                <p14:cNvContentPartPr/>
                <p14:nvPr/>
              </p14:nvContentPartPr>
              <p14:xfrm>
                <a:off x="7635240" y="3977550"/>
                <a:ext cx="232920" cy="14112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52FC5717-063D-29D6-6819-780D0BC54950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7629120" y="3971430"/>
                  <a:ext cx="24516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92043D53-1D4D-F9B9-E281-FBA3D83CA796}"/>
                    </a:ext>
                  </a:extLst>
                </p14:cNvPr>
                <p14:cNvContentPartPr/>
                <p14:nvPr/>
              </p14:nvContentPartPr>
              <p14:xfrm>
                <a:off x="7749360" y="4238550"/>
                <a:ext cx="259560" cy="39420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92043D53-1D4D-F9B9-E281-FBA3D83CA796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7743231" y="4232430"/>
                  <a:ext cx="271817" cy="406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F9E1CF10-D344-5F58-7F01-D0F61DA9810D}"/>
              </a:ext>
            </a:extLst>
          </p:cNvPr>
          <p:cNvGrpSpPr/>
          <p:nvPr/>
        </p:nvGrpSpPr>
        <p:grpSpPr>
          <a:xfrm>
            <a:off x="8263800" y="3771270"/>
            <a:ext cx="1063800" cy="801000"/>
            <a:chOff x="8263800" y="3771270"/>
            <a:chExt cx="1063800" cy="801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9A3A96D8-33EE-C689-8DD8-46AFAB193190}"/>
                    </a:ext>
                  </a:extLst>
                </p14:cNvPr>
                <p14:cNvContentPartPr/>
                <p14:nvPr/>
              </p14:nvContentPartPr>
              <p14:xfrm>
                <a:off x="8263800" y="3840390"/>
                <a:ext cx="334440" cy="57708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9A3A96D8-33EE-C689-8DD8-46AFAB193190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8257680" y="3834270"/>
                  <a:ext cx="346680" cy="58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1088EABC-2288-88CD-0895-B46F1C355F4F}"/>
                    </a:ext>
                  </a:extLst>
                </p14:cNvPr>
                <p14:cNvContentPartPr/>
                <p14:nvPr/>
              </p14:nvContentPartPr>
              <p14:xfrm>
                <a:off x="8424000" y="4333590"/>
                <a:ext cx="298080" cy="18000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1088EABC-2288-88CD-0895-B46F1C355F4F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8417887" y="4327470"/>
                  <a:ext cx="310305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B14EEE3C-DCE5-5B07-DF5B-E6E68639C6FD}"/>
                    </a:ext>
                  </a:extLst>
                </p14:cNvPr>
                <p14:cNvContentPartPr/>
                <p14:nvPr/>
              </p14:nvContentPartPr>
              <p14:xfrm>
                <a:off x="8606520" y="3840030"/>
                <a:ext cx="354960" cy="73224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B14EEE3C-DCE5-5B07-DF5B-E6E68639C6FD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8600400" y="3833910"/>
                  <a:ext cx="367200" cy="74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9273A149-7ABC-CF9A-C374-D2289056CA05}"/>
                    </a:ext>
                  </a:extLst>
                </p14:cNvPr>
                <p14:cNvContentPartPr/>
                <p14:nvPr/>
              </p14:nvContentPartPr>
              <p14:xfrm>
                <a:off x="8641080" y="3771270"/>
                <a:ext cx="238680" cy="4752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9273A149-7ABC-CF9A-C374-D2289056CA05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8634960" y="3765150"/>
                  <a:ext cx="25092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D9A25B6F-782C-4082-69E4-88BFE7228E3F}"/>
                    </a:ext>
                  </a:extLst>
                </p14:cNvPr>
                <p14:cNvContentPartPr/>
                <p14:nvPr/>
              </p14:nvContentPartPr>
              <p14:xfrm>
                <a:off x="9154800" y="3974670"/>
                <a:ext cx="172800" cy="35640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D9A25B6F-782C-4082-69E4-88BFE7228E3F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9148680" y="3968550"/>
                  <a:ext cx="185040" cy="368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396E3036-DE38-B035-2ECE-8BC5A90A5708}"/>
              </a:ext>
            </a:extLst>
          </p:cNvPr>
          <p:cNvGrpSpPr/>
          <p:nvPr/>
        </p:nvGrpSpPr>
        <p:grpSpPr>
          <a:xfrm>
            <a:off x="8435160" y="2604510"/>
            <a:ext cx="867600" cy="813240"/>
            <a:chOff x="8435160" y="2604510"/>
            <a:chExt cx="867600" cy="813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1C88D1CB-BE66-C64A-78EF-9270BD536983}"/>
                    </a:ext>
                  </a:extLst>
                </p14:cNvPr>
                <p14:cNvContentPartPr/>
                <p14:nvPr/>
              </p14:nvContentPartPr>
              <p14:xfrm>
                <a:off x="8435160" y="2604510"/>
                <a:ext cx="603720" cy="80208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1C88D1CB-BE66-C64A-78EF-9270BD536983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8429040" y="2598390"/>
                  <a:ext cx="615960" cy="81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AADE0137-DD22-7C9B-5115-B60E1264B34A}"/>
                    </a:ext>
                  </a:extLst>
                </p14:cNvPr>
                <p14:cNvContentPartPr/>
                <p14:nvPr/>
              </p14:nvContentPartPr>
              <p14:xfrm>
                <a:off x="9029160" y="2651670"/>
                <a:ext cx="126360" cy="28476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AADE0137-DD22-7C9B-5115-B60E1264B34A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9023040" y="2645550"/>
                  <a:ext cx="138600" cy="29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CF7537A3-CC26-2AF0-C366-B84217BCED0F}"/>
                    </a:ext>
                  </a:extLst>
                </p14:cNvPr>
                <p14:cNvContentPartPr/>
                <p14:nvPr/>
              </p14:nvContentPartPr>
              <p14:xfrm>
                <a:off x="9052560" y="3094830"/>
                <a:ext cx="250200" cy="32292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CF7537A3-CC26-2AF0-C366-B84217BCED0F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9046440" y="3088710"/>
                  <a:ext cx="262440" cy="3351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328216585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CB9EDE-6805-8F29-2B6B-83A807150E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diagram of a diagram&#10;&#10;AI-generated content may be incorrect.">
            <a:extLst>
              <a:ext uri="{FF2B5EF4-FFF2-40B4-BE49-F238E27FC236}">
                <a16:creationId xmlns:a16="http://schemas.microsoft.com/office/drawing/2014/main" id="{4BDA3779-0E09-3165-B857-A3E882DE311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197" y="643466"/>
            <a:ext cx="10817605" cy="557106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182AC51-9AA4-67C1-FFD7-9F062732A3AE}"/>
              </a:ext>
            </a:extLst>
          </p:cNvPr>
          <p:cNvSpPr txBox="1"/>
          <p:nvPr/>
        </p:nvSpPr>
        <p:spPr>
          <a:xfrm>
            <a:off x="283029" y="250371"/>
            <a:ext cx="75939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  <a:hlinkClick r:id="rId3"/>
              </a:rPr>
              <a:t>https://www.artofcse.com/learning/introduction-to-dynamic-programming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77FCD73-46E9-CE0D-7903-A00CBA4BC0FF}"/>
              </a:ext>
            </a:extLst>
          </p:cNvPr>
          <p:cNvSpPr/>
          <p:nvPr/>
        </p:nvSpPr>
        <p:spPr>
          <a:xfrm>
            <a:off x="457200" y="6214532"/>
            <a:ext cx="10817605" cy="3930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F0AA4DA-9C5B-76E7-3C29-6EB57100D349}"/>
              </a:ext>
            </a:extLst>
          </p:cNvPr>
          <p:cNvGrpSpPr/>
          <p:nvPr/>
        </p:nvGrpSpPr>
        <p:grpSpPr>
          <a:xfrm>
            <a:off x="296820" y="4770990"/>
            <a:ext cx="962640" cy="955800"/>
            <a:chOff x="296820" y="4770990"/>
            <a:chExt cx="962640" cy="955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662424FC-FBB4-5BAD-7100-60501E1C0137}"/>
                    </a:ext>
                  </a:extLst>
                </p14:cNvPr>
                <p14:cNvContentPartPr/>
                <p14:nvPr/>
              </p14:nvContentPartPr>
              <p14:xfrm>
                <a:off x="604620" y="4944150"/>
                <a:ext cx="464040" cy="7826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662424FC-FBB4-5BAD-7100-60501E1C0137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98500" y="4938030"/>
                  <a:ext cx="476280" cy="79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4C3F58FD-3607-922B-5CBE-098E57D95FE2}"/>
                    </a:ext>
                  </a:extLst>
                </p14:cNvPr>
                <p14:cNvContentPartPr/>
                <p14:nvPr/>
              </p14:nvContentPartPr>
              <p14:xfrm>
                <a:off x="971460" y="4834350"/>
                <a:ext cx="288000" cy="2923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4C3F58FD-3607-922B-5CBE-098E57D95FE2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965348" y="4828230"/>
                  <a:ext cx="300225" cy="30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D57BD5B8-4608-CE6D-AF9C-E14141420995}"/>
                    </a:ext>
                  </a:extLst>
                </p14:cNvPr>
                <p14:cNvContentPartPr/>
                <p14:nvPr/>
              </p14:nvContentPartPr>
              <p14:xfrm>
                <a:off x="296820" y="4770990"/>
                <a:ext cx="253440" cy="33732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D57BD5B8-4608-CE6D-AF9C-E14141420995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90700" y="4764863"/>
                  <a:ext cx="265680" cy="349573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7F985FD9-5D19-C978-7074-754672393170}"/>
                  </a:ext>
                </a:extLst>
              </p14:cNvPr>
              <p14:cNvContentPartPr/>
              <p14:nvPr/>
            </p14:nvContentPartPr>
            <p14:xfrm>
              <a:off x="2478420" y="5149710"/>
              <a:ext cx="402480" cy="7023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7F985FD9-5D19-C978-7074-754672393170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472305" y="5143587"/>
                <a:ext cx="414709" cy="71460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7BB52251-E382-6341-9A65-C124C470FB98}"/>
                  </a:ext>
                </a:extLst>
              </p14:cNvPr>
              <p14:cNvContentPartPr/>
              <p14:nvPr/>
            </p14:nvContentPartPr>
            <p14:xfrm>
              <a:off x="2479860" y="5153670"/>
              <a:ext cx="308880" cy="2088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7BB52251-E382-6341-9A65-C124C470FB98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473740" y="5147550"/>
                <a:ext cx="321120" cy="3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6AD1DE05-AFF9-1FEE-E742-F28EE4459BF1}"/>
                  </a:ext>
                </a:extLst>
              </p14:cNvPr>
              <p14:cNvContentPartPr/>
              <p14:nvPr/>
            </p14:nvContentPartPr>
            <p14:xfrm>
              <a:off x="2948580" y="5173470"/>
              <a:ext cx="150840" cy="50652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6AD1DE05-AFF9-1FEE-E742-F28EE4459BF1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942460" y="5167350"/>
                <a:ext cx="163080" cy="518760"/>
              </a:xfrm>
              <a:prstGeom prst="rect">
                <a:avLst/>
              </a:prstGeom>
            </p:spPr>
          </p:pic>
        </mc:Fallback>
      </mc:AlternateContent>
      <p:grpSp>
        <p:nvGrpSpPr>
          <p:cNvPr id="11" name="Group 10">
            <a:extLst>
              <a:ext uri="{FF2B5EF4-FFF2-40B4-BE49-F238E27FC236}">
                <a16:creationId xmlns:a16="http://schemas.microsoft.com/office/drawing/2014/main" id="{6EEE4580-5237-6E58-A3DC-1170647C2BC4}"/>
              </a:ext>
            </a:extLst>
          </p:cNvPr>
          <p:cNvGrpSpPr/>
          <p:nvPr/>
        </p:nvGrpSpPr>
        <p:grpSpPr>
          <a:xfrm>
            <a:off x="1485540" y="3542310"/>
            <a:ext cx="710280" cy="938880"/>
            <a:chOff x="1485540" y="3542310"/>
            <a:chExt cx="710280" cy="938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792D054C-6A92-D942-1651-AD6FAECF2B65}"/>
                    </a:ext>
                  </a:extLst>
                </p14:cNvPr>
                <p14:cNvContentPartPr/>
                <p14:nvPr/>
              </p14:nvContentPartPr>
              <p14:xfrm>
                <a:off x="1485540" y="3702510"/>
                <a:ext cx="547920" cy="77868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792D054C-6A92-D942-1651-AD6FAECF2B65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479420" y="3696390"/>
                  <a:ext cx="560160" cy="79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12FFA4D4-452A-ED47-760B-72E05D95B172}"/>
                    </a:ext>
                  </a:extLst>
                </p14:cNvPr>
                <p14:cNvContentPartPr/>
                <p14:nvPr/>
              </p14:nvContentPartPr>
              <p14:xfrm>
                <a:off x="1885860" y="3542310"/>
                <a:ext cx="309960" cy="34020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12FFA4D4-452A-ED47-760B-72E05D95B172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879740" y="3536190"/>
                  <a:ext cx="322200" cy="352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B259919D-F7F0-6B1B-9563-8B578BC1091B}"/>
                  </a:ext>
                </a:extLst>
              </p14:cNvPr>
              <p14:cNvContentPartPr/>
              <p14:nvPr/>
            </p14:nvContentPartPr>
            <p14:xfrm>
              <a:off x="845820" y="3666870"/>
              <a:ext cx="398880" cy="43740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B259919D-F7F0-6B1B-9563-8B578BC1091B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839700" y="3660750"/>
                <a:ext cx="411120" cy="449640"/>
              </a:xfrm>
              <a:prstGeom prst="rect">
                <a:avLst/>
              </a:prstGeom>
            </p:spPr>
          </p:pic>
        </mc:Fallback>
      </mc:AlternateContent>
      <p:grpSp>
        <p:nvGrpSpPr>
          <p:cNvPr id="25" name="Group 24">
            <a:extLst>
              <a:ext uri="{FF2B5EF4-FFF2-40B4-BE49-F238E27FC236}">
                <a16:creationId xmlns:a16="http://schemas.microsoft.com/office/drawing/2014/main" id="{8D9599CC-14AB-40A5-0D94-C1DEA3950002}"/>
              </a:ext>
            </a:extLst>
          </p:cNvPr>
          <p:cNvGrpSpPr/>
          <p:nvPr/>
        </p:nvGrpSpPr>
        <p:grpSpPr>
          <a:xfrm>
            <a:off x="3289860" y="3885750"/>
            <a:ext cx="780480" cy="618120"/>
            <a:chOff x="3289860" y="3885750"/>
            <a:chExt cx="780480" cy="618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3AAB9720-3FF0-4C4F-F93A-DF357C47F554}"/>
                    </a:ext>
                  </a:extLst>
                </p14:cNvPr>
                <p14:cNvContentPartPr/>
                <p14:nvPr/>
              </p14:nvContentPartPr>
              <p14:xfrm>
                <a:off x="3289860" y="3926430"/>
                <a:ext cx="471600" cy="57744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3AAB9720-3FF0-4C4F-F93A-DF357C47F554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283740" y="3920314"/>
                  <a:ext cx="483840" cy="58967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999A5A4D-BE7F-5437-0039-C205467228E4}"/>
                    </a:ext>
                  </a:extLst>
                </p14:cNvPr>
                <p14:cNvContentPartPr/>
                <p14:nvPr/>
              </p14:nvContentPartPr>
              <p14:xfrm>
                <a:off x="3325500" y="3885750"/>
                <a:ext cx="296280" cy="687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999A5A4D-BE7F-5437-0039-C205467228E4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319380" y="3879630"/>
                  <a:ext cx="30852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B268E1F1-AE94-DEC5-FDFE-03870080AE47}"/>
                    </a:ext>
                  </a:extLst>
                </p14:cNvPr>
                <p14:cNvContentPartPr/>
                <p14:nvPr/>
              </p14:nvContentPartPr>
              <p14:xfrm>
                <a:off x="3920580" y="4108590"/>
                <a:ext cx="149760" cy="31356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B268E1F1-AE94-DEC5-FDFE-03870080AE47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914475" y="4102470"/>
                  <a:ext cx="161971" cy="325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407A4995-B2AC-BEB5-A829-7AF08E62554D}"/>
                  </a:ext>
                </a:extLst>
              </p14:cNvPr>
              <p14:cNvContentPartPr/>
              <p14:nvPr/>
            </p14:nvContentPartPr>
            <p14:xfrm>
              <a:off x="2478780" y="2262150"/>
              <a:ext cx="720360" cy="88128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407A4995-B2AC-BEB5-A829-7AF08E62554D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2472660" y="2256027"/>
                <a:ext cx="732600" cy="89352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0A8A59A5-87A0-F5B5-BDDC-56958702685A}"/>
                  </a:ext>
                </a:extLst>
              </p14:cNvPr>
              <p14:cNvContentPartPr/>
              <p14:nvPr/>
            </p14:nvContentPartPr>
            <p14:xfrm>
              <a:off x="3108420" y="2034270"/>
              <a:ext cx="230760" cy="52524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0A8A59A5-87A0-F5B5-BDDC-56958702685A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3102300" y="2028146"/>
                <a:ext cx="243000" cy="53748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37BB2450-16A1-6D3C-D384-6DDFE733DE5B}"/>
                  </a:ext>
                </a:extLst>
              </p14:cNvPr>
              <p14:cNvContentPartPr/>
              <p14:nvPr/>
            </p14:nvContentPartPr>
            <p14:xfrm>
              <a:off x="1942740" y="1964430"/>
              <a:ext cx="362520" cy="65340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37BB2450-16A1-6D3C-D384-6DDFE733DE5B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1936620" y="1958307"/>
                <a:ext cx="374760" cy="665647"/>
              </a:xfrm>
              <a:prstGeom prst="rect">
                <a:avLst/>
              </a:prstGeom>
            </p:spPr>
          </p:pic>
        </mc:Fallback>
      </mc:AlternateContent>
      <p:grpSp>
        <p:nvGrpSpPr>
          <p:cNvPr id="29" name="Group 28">
            <a:extLst>
              <a:ext uri="{FF2B5EF4-FFF2-40B4-BE49-F238E27FC236}">
                <a16:creationId xmlns:a16="http://schemas.microsoft.com/office/drawing/2014/main" id="{3D3841FB-9EB0-1E06-6B5E-46D9A98ACFB6}"/>
              </a:ext>
            </a:extLst>
          </p:cNvPr>
          <p:cNvGrpSpPr/>
          <p:nvPr/>
        </p:nvGrpSpPr>
        <p:grpSpPr>
          <a:xfrm>
            <a:off x="4170780" y="2559870"/>
            <a:ext cx="729720" cy="972720"/>
            <a:chOff x="4170780" y="2559870"/>
            <a:chExt cx="729720" cy="972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81C144DC-2808-9920-1D3A-9558283668AC}"/>
                    </a:ext>
                  </a:extLst>
                </p14:cNvPr>
                <p14:cNvContentPartPr/>
                <p14:nvPr/>
              </p14:nvContentPartPr>
              <p14:xfrm>
                <a:off x="4170780" y="2559870"/>
                <a:ext cx="676440" cy="88524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81C144DC-2808-9920-1D3A-9558283668AC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164663" y="2553750"/>
                  <a:ext cx="688673" cy="89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F97FCD0E-732A-8C2D-F96E-C2A7E8C9E634}"/>
                    </a:ext>
                  </a:extLst>
                </p14:cNvPr>
                <p14:cNvContentPartPr/>
                <p14:nvPr/>
              </p14:nvContentPartPr>
              <p14:xfrm>
                <a:off x="4652100" y="3177270"/>
                <a:ext cx="248400" cy="35532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F97FCD0E-732A-8C2D-F96E-C2A7E8C9E634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645980" y="3171150"/>
                  <a:ext cx="260640" cy="367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46C524E6-9BF8-E36B-3695-586673067539}"/>
                  </a:ext>
                </a:extLst>
              </p14:cNvPr>
              <p14:cNvContentPartPr/>
              <p14:nvPr/>
            </p14:nvContentPartPr>
            <p14:xfrm>
              <a:off x="4318740" y="3760110"/>
              <a:ext cx="504720" cy="4424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46C524E6-9BF8-E36B-3695-586673067539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4312620" y="3753990"/>
                <a:ext cx="516960" cy="45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E954E770-FD98-4BE3-9641-1418B827B98A}"/>
                  </a:ext>
                </a:extLst>
              </p14:cNvPr>
              <p14:cNvContentPartPr/>
              <p14:nvPr/>
            </p14:nvContentPartPr>
            <p14:xfrm>
              <a:off x="4263300" y="4150350"/>
              <a:ext cx="150480" cy="11196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E954E770-FD98-4BE3-9641-1418B827B98A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4257180" y="4144250"/>
                <a:ext cx="162720" cy="12416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44C98D45-B940-D719-E5BE-AA30BC163A20}"/>
                  </a:ext>
                </a:extLst>
              </p14:cNvPr>
              <p14:cNvContentPartPr/>
              <p14:nvPr/>
            </p14:nvContentPartPr>
            <p14:xfrm>
              <a:off x="4732020" y="3988350"/>
              <a:ext cx="378720" cy="43560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44C98D45-B940-D719-E5BE-AA30BC163A20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4725900" y="3982230"/>
                <a:ext cx="390960" cy="44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9CF235B9-E972-BD92-D53A-77EE2568B6E1}"/>
                  </a:ext>
                </a:extLst>
              </p14:cNvPr>
              <p14:cNvContentPartPr/>
              <p14:nvPr/>
            </p14:nvContentPartPr>
            <p14:xfrm>
              <a:off x="5052060" y="3977550"/>
              <a:ext cx="131760" cy="15840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9CF235B9-E972-BD92-D53A-77EE2568B6E1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5045940" y="3971430"/>
                <a:ext cx="144000" cy="17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6B0FCB1D-6958-66C8-E4B2-6F84CEFA2838}"/>
                  </a:ext>
                </a:extLst>
              </p14:cNvPr>
              <p14:cNvContentPartPr/>
              <p14:nvPr/>
            </p14:nvContentPartPr>
            <p14:xfrm>
              <a:off x="5176980" y="4332510"/>
              <a:ext cx="150120" cy="34092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6B0FCB1D-6958-66C8-E4B2-6F84CEFA2838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5170860" y="4326390"/>
                <a:ext cx="162360" cy="353160"/>
              </a:xfrm>
              <a:prstGeom prst="rect">
                <a:avLst/>
              </a:prstGeom>
            </p:spPr>
          </p:pic>
        </mc:Fallback>
      </mc:AlternateContent>
      <p:grpSp>
        <p:nvGrpSpPr>
          <p:cNvPr id="39" name="Group 38">
            <a:extLst>
              <a:ext uri="{FF2B5EF4-FFF2-40B4-BE49-F238E27FC236}">
                <a16:creationId xmlns:a16="http://schemas.microsoft.com/office/drawing/2014/main" id="{4D5D8B69-C52F-BC9A-7C88-F758C231D148}"/>
              </a:ext>
            </a:extLst>
          </p:cNvPr>
          <p:cNvGrpSpPr/>
          <p:nvPr/>
        </p:nvGrpSpPr>
        <p:grpSpPr>
          <a:xfrm>
            <a:off x="5600700" y="3759030"/>
            <a:ext cx="858240" cy="676080"/>
            <a:chOff x="5600700" y="3759030"/>
            <a:chExt cx="858240" cy="676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65BDBD23-F96E-BF7A-99D1-A7FF5E6BCB32}"/>
                    </a:ext>
                  </a:extLst>
                </p14:cNvPr>
                <p14:cNvContentPartPr/>
                <p14:nvPr/>
              </p14:nvContentPartPr>
              <p14:xfrm>
                <a:off x="5600700" y="3783150"/>
                <a:ext cx="329400" cy="44676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65BDBD23-F96E-BF7A-99D1-A7FF5E6BCB32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5594580" y="3777030"/>
                  <a:ext cx="341640" cy="45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ECA242E9-3C0C-7D3E-DD4D-6DDD6FB94722}"/>
                    </a:ext>
                  </a:extLst>
                </p14:cNvPr>
                <p14:cNvContentPartPr/>
                <p14:nvPr/>
              </p14:nvContentPartPr>
              <p14:xfrm>
                <a:off x="5852340" y="4173030"/>
                <a:ext cx="127440" cy="19152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ECA242E9-3C0C-7D3E-DD4D-6DDD6FB94722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846237" y="4166898"/>
                  <a:ext cx="139646" cy="20378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C1EC8744-9989-3A77-A02E-4542D31A6AED}"/>
                    </a:ext>
                  </a:extLst>
                </p14:cNvPr>
                <p14:cNvContentPartPr/>
                <p14:nvPr/>
              </p14:nvContentPartPr>
              <p14:xfrm>
                <a:off x="6146460" y="3831750"/>
                <a:ext cx="220680" cy="60336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C1EC8744-9989-3A77-A02E-4542D31A6AED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140350" y="3825630"/>
                  <a:ext cx="232900" cy="61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937AF547-C0B5-AE99-D2D6-2593A35906B8}"/>
                    </a:ext>
                  </a:extLst>
                </p14:cNvPr>
                <p14:cNvContentPartPr/>
                <p14:nvPr/>
              </p14:nvContentPartPr>
              <p14:xfrm>
                <a:off x="6160860" y="3759030"/>
                <a:ext cx="298080" cy="3564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937AF547-C0B5-AE99-D2D6-2593A35906B8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6154740" y="3752848"/>
                  <a:ext cx="310320" cy="48005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545FE57D-79AC-C1B2-830D-D20F294ED122}"/>
                  </a:ext>
                </a:extLst>
              </p14:cNvPr>
              <p14:cNvContentPartPr/>
              <p14:nvPr/>
            </p14:nvContentPartPr>
            <p14:xfrm>
              <a:off x="6617340" y="3987630"/>
              <a:ext cx="127800" cy="43488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545FE57D-79AC-C1B2-830D-D20F294ED122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6611237" y="3981510"/>
                <a:ext cx="140006" cy="447120"/>
              </a:xfrm>
              <a:prstGeom prst="rect">
                <a:avLst/>
              </a:prstGeom>
            </p:spPr>
          </p:pic>
        </mc:Fallback>
      </mc:AlternateContent>
      <p:grpSp>
        <p:nvGrpSpPr>
          <p:cNvPr id="42" name="Group 41">
            <a:extLst>
              <a:ext uri="{FF2B5EF4-FFF2-40B4-BE49-F238E27FC236}">
                <a16:creationId xmlns:a16="http://schemas.microsoft.com/office/drawing/2014/main" id="{1302F75A-BF23-5A63-D286-DDB0F9864E74}"/>
              </a:ext>
            </a:extLst>
          </p:cNvPr>
          <p:cNvGrpSpPr/>
          <p:nvPr/>
        </p:nvGrpSpPr>
        <p:grpSpPr>
          <a:xfrm>
            <a:off x="5007060" y="2331990"/>
            <a:ext cx="1198440" cy="983160"/>
            <a:chOff x="5007060" y="2331990"/>
            <a:chExt cx="1198440" cy="983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A4AEC6A7-710E-3DC4-D0CD-9474FE836744}"/>
                    </a:ext>
                  </a:extLst>
                </p14:cNvPr>
                <p14:cNvContentPartPr/>
                <p14:nvPr/>
              </p14:nvContentPartPr>
              <p14:xfrm>
                <a:off x="5007060" y="2420190"/>
                <a:ext cx="674640" cy="8949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A4AEC6A7-710E-3DC4-D0CD-9474FE836744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5000940" y="2414070"/>
                  <a:ext cx="686880" cy="90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78711CF4-C8D1-8E8D-4097-EC28AFE60632}"/>
                    </a:ext>
                  </a:extLst>
                </p14:cNvPr>
                <p14:cNvContentPartPr/>
                <p14:nvPr/>
              </p14:nvContentPartPr>
              <p14:xfrm>
                <a:off x="5074740" y="2331990"/>
                <a:ext cx="410760" cy="12600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78711CF4-C8D1-8E8D-4097-EC28AFE60632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068620" y="2325870"/>
                  <a:ext cx="42300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82AC59F9-6B49-896B-6ECE-135EABC65885}"/>
                    </a:ext>
                  </a:extLst>
                </p14:cNvPr>
                <p14:cNvContentPartPr/>
                <p14:nvPr/>
              </p14:nvContentPartPr>
              <p14:xfrm>
                <a:off x="5863140" y="2673270"/>
                <a:ext cx="342360" cy="41580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82AC59F9-6B49-896B-6ECE-135EABC65885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5857020" y="2667150"/>
                  <a:ext cx="354600" cy="428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FE65F43A-B5CA-468F-868D-296F37F80590}"/>
              </a:ext>
            </a:extLst>
          </p:cNvPr>
          <p:cNvGrpSpPr/>
          <p:nvPr/>
        </p:nvGrpSpPr>
        <p:grpSpPr>
          <a:xfrm>
            <a:off x="4158540" y="925470"/>
            <a:ext cx="1444680" cy="869400"/>
            <a:chOff x="4158540" y="925470"/>
            <a:chExt cx="1444680" cy="869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9465E59C-0408-8EA8-8544-067791C3CBE0}"/>
                    </a:ext>
                  </a:extLst>
                </p14:cNvPr>
                <p14:cNvContentPartPr/>
                <p14:nvPr/>
              </p14:nvContentPartPr>
              <p14:xfrm>
                <a:off x="4158540" y="1062270"/>
                <a:ext cx="1258200" cy="73260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9465E59C-0408-8EA8-8544-067791C3CBE0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4152418" y="1056153"/>
                  <a:ext cx="1270444" cy="74483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107ADB34-32E4-4374-6807-694D2B8EB571}"/>
                    </a:ext>
                  </a:extLst>
                </p14:cNvPr>
                <p14:cNvContentPartPr/>
                <p14:nvPr/>
              </p14:nvContentPartPr>
              <p14:xfrm>
                <a:off x="5246460" y="925470"/>
                <a:ext cx="356760" cy="4287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107ADB34-32E4-4374-6807-694D2B8EB571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5240340" y="919350"/>
                  <a:ext cx="369000" cy="441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21E50E40-92FD-F1D8-D856-3ACD1ABB08E1}"/>
                  </a:ext>
                </a:extLst>
              </p14:cNvPr>
              <p14:cNvContentPartPr/>
              <p14:nvPr/>
            </p14:nvContentPartPr>
            <p14:xfrm>
              <a:off x="5875020" y="2650590"/>
              <a:ext cx="384840" cy="493560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21E50E40-92FD-F1D8-D856-3ACD1ABB08E1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5868900" y="2644470"/>
                <a:ext cx="397080" cy="50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892F153D-4F29-A1A1-796D-FE96979B6B26}"/>
                  </a:ext>
                </a:extLst>
              </p14:cNvPr>
              <p14:cNvContentPartPr/>
              <p14:nvPr/>
            </p14:nvContentPartPr>
            <p14:xfrm>
              <a:off x="5838660" y="2625390"/>
              <a:ext cx="242640" cy="20952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892F153D-4F29-A1A1-796D-FE96979B6B26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5832540" y="2619270"/>
                <a:ext cx="254880" cy="221760"/>
              </a:xfrm>
              <a:prstGeom prst="rect">
                <a:avLst/>
              </a:prstGeom>
            </p:spPr>
          </p:pic>
        </mc:Fallback>
      </mc:AlternateContent>
      <p:grpSp>
        <p:nvGrpSpPr>
          <p:cNvPr id="50" name="Group 49">
            <a:extLst>
              <a:ext uri="{FF2B5EF4-FFF2-40B4-BE49-F238E27FC236}">
                <a16:creationId xmlns:a16="http://schemas.microsoft.com/office/drawing/2014/main" id="{0CBF5A56-0860-2255-5EF4-C08112CF8B2F}"/>
              </a:ext>
            </a:extLst>
          </p:cNvPr>
          <p:cNvGrpSpPr/>
          <p:nvPr/>
        </p:nvGrpSpPr>
        <p:grpSpPr>
          <a:xfrm>
            <a:off x="3748860" y="720270"/>
            <a:ext cx="501840" cy="527760"/>
            <a:chOff x="3748860" y="720270"/>
            <a:chExt cx="501840" cy="527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C0A01686-881B-7BB6-0164-363B16BCE582}"/>
                    </a:ext>
                  </a:extLst>
                </p14:cNvPr>
                <p14:cNvContentPartPr/>
                <p14:nvPr/>
              </p14:nvContentPartPr>
              <p14:xfrm>
                <a:off x="3748860" y="720270"/>
                <a:ext cx="287280" cy="52776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C0A01686-881B-7BB6-0164-363B16BCE582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3742740" y="714150"/>
                  <a:ext cx="299520" cy="54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F730BB29-4E58-58E0-713F-AC13F1F56A50}"/>
                    </a:ext>
                  </a:extLst>
                </p14:cNvPr>
                <p14:cNvContentPartPr/>
                <p14:nvPr/>
              </p14:nvContentPartPr>
              <p14:xfrm>
                <a:off x="3760380" y="786870"/>
                <a:ext cx="490320" cy="3600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F730BB29-4E58-58E0-713F-AC13F1F56A50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3754260" y="780750"/>
                  <a:ext cx="502560" cy="48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A071643C-7843-C225-F30C-8ADC65FC819E}"/>
              </a:ext>
            </a:extLst>
          </p:cNvPr>
          <p:cNvGrpSpPr/>
          <p:nvPr/>
        </p:nvGrpSpPr>
        <p:grpSpPr>
          <a:xfrm>
            <a:off x="7452000" y="878670"/>
            <a:ext cx="1704240" cy="654840"/>
            <a:chOff x="7452000" y="878670"/>
            <a:chExt cx="1704240" cy="654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CD79DF0D-BE0B-1E70-1B0C-1AA05F2631CD}"/>
                    </a:ext>
                  </a:extLst>
                </p14:cNvPr>
                <p14:cNvContentPartPr/>
                <p14:nvPr/>
              </p14:nvContentPartPr>
              <p14:xfrm>
                <a:off x="7452000" y="878670"/>
                <a:ext cx="1613880" cy="55944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CD79DF0D-BE0B-1E70-1B0C-1AA05F2631CD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7445880" y="872546"/>
                  <a:ext cx="1626120" cy="57168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79B7922D-F1F0-7CDA-3668-0950C67536B5}"/>
                    </a:ext>
                  </a:extLst>
                </p14:cNvPr>
                <p14:cNvContentPartPr/>
                <p14:nvPr/>
              </p14:nvContentPartPr>
              <p14:xfrm>
                <a:off x="8922600" y="1325430"/>
                <a:ext cx="233640" cy="20808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79B7922D-F1F0-7CDA-3668-0950C67536B5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8916471" y="1319310"/>
                  <a:ext cx="245899" cy="220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5529D9FE-70F1-5A39-D2A5-433CCE48A78C}"/>
              </a:ext>
            </a:extLst>
          </p:cNvPr>
          <p:cNvGrpSpPr/>
          <p:nvPr/>
        </p:nvGrpSpPr>
        <p:grpSpPr>
          <a:xfrm>
            <a:off x="7623720" y="2205630"/>
            <a:ext cx="1097280" cy="948960"/>
            <a:chOff x="7623720" y="2205630"/>
            <a:chExt cx="1097280" cy="948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D68103C8-DAE9-E94C-A94B-13D70E896511}"/>
                    </a:ext>
                  </a:extLst>
                </p14:cNvPr>
                <p14:cNvContentPartPr/>
                <p14:nvPr/>
              </p14:nvContentPartPr>
              <p14:xfrm>
                <a:off x="7874280" y="2205630"/>
                <a:ext cx="846720" cy="71928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D68103C8-DAE9-E94C-A94B-13D70E896511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7868160" y="2199513"/>
                  <a:ext cx="858960" cy="73151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783F9648-96D6-44E6-07D8-060D39A2BCF5}"/>
                    </a:ext>
                  </a:extLst>
                </p14:cNvPr>
                <p14:cNvContentPartPr/>
                <p14:nvPr/>
              </p14:nvContentPartPr>
              <p14:xfrm>
                <a:off x="7623720" y="2765790"/>
                <a:ext cx="455760" cy="38880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783F9648-96D6-44E6-07D8-060D39A2BCF5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7617605" y="2759670"/>
                  <a:ext cx="467990" cy="40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5C71AFB4-B8D3-FCE3-63FC-5E65B0814C75}"/>
                    </a:ext>
                  </a:extLst>
                </p14:cNvPr>
                <p14:cNvContentPartPr/>
                <p14:nvPr/>
              </p14:nvContentPartPr>
              <p14:xfrm>
                <a:off x="7851240" y="2891790"/>
                <a:ext cx="46800" cy="25056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5C71AFB4-B8D3-FCE3-63FC-5E65B0814C75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7845120" y="2885670"/>
                  <a:ext cx="59040" cy="262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D22A07C1-202A-3E66-7791-63C96059DD97}"/>
              </a:ext>
            </a:extLst>
          </p:cNvPr>
          <p:cNvGrpSpPr/>
          <p:nvPr/>
        </p:nvGrpSpPr>
        <p:grpSpPr>
          <a:xfrm>
            <a:off x="6960600" y="3748590"/>
            <a:ext cx="457200" cy="525960"/>
            <a:chOff x="6960600" y="3748590"/>
            <a:chExt cx="457200" cy="525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AD193027-93D8-5E40-FE94-B5E8F184EB08}"/>
                    </a:ext>
                  </a:extLst>
                </p14:cNvPr>
                <p14:cNvContentPartPr/>
                <p14:nvPr/>
              </p14:nvContentPartPr>
              <p14:xfrm>
                <a:off x="7067160" y="3748590"/>
                <a:ext cx="350640" cy="41436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AD193027-93D8-5E40-FE94-B5E8F184EB08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7061040" y="3742470"/>
                  <a:ext cx="362880" cy="42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5F031183-C8F0-CFE3-00D3-639C91F06E90}"/>
                    </a:ext>
                  </a:extLst>
                </p14:cNvPr>
                <p14:cNvContentPartPr/>
                <p14:nvPr/>
              </p14:nvContentPartPr>
              <p14:xfrm>
                <a:off x="6960600" y="4091670"/>
                <a:ext cx="229680" cy="18288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5F031183-C8F0-CFE3-00D3-639C91F06E90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6954470" y="4085550"/>
                  <a:ext cx="241939" cy="195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4AA9FC11-FDE7-82B1-4094-4B797AEA0563}"/>
              </a:ext>
            </a:extLst>
          </p:cNvPr>
          <p:cNvGrpSpPr/>
          <p:nvPr/>
        </p:nvGrpSpPr>
        <p:grpSpPr>
          <a:xfrm>
            <a:off x="7349400" y="3977550"/>
            <a:ext cx="659520" cy="655200"/>
            <a:chOff x="7349400" y="3977550"/>
            <a:chExt cx="659520" cy="655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EAADD56C-141A-A7C0-4A5B-CE26B22C2F53}"/>
                    </a:ext>
                  </a:extLst>
                </p14:cNvPr>
                <p14:cNvContentPartPr/>
                <p14:nvPr/>
              </p14:nvContentPartPr>
              <p14:xfrm>
                <a:off x="7349400" y="3997350"/>
                <a:ext cx="333360" cy="46080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EAADD56C-141A-A7C0-4A5B-CE26B22C2F53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7343280" y="3991230"/>
                  <a:ext cx="345600" cy="47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72EC8D03-30D5-622C-146B-D48E5A5BA374}"/>
                    </a:ext>
                  </a:extLst>
                </p14:cNvPr>
                <p14:cNvContentPartPr/>
                <p14:nvPr/>
              </p14:nvContentPartPr>
              <p14:xfrm>
                <a:off x="7635240" y="3977550"/>
                <a:ext cx="232920" cy="14112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72EC8D03-30D5-622C-146B-D48E5A5BA374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7629120" y="3971430"/>
                  <a:ext cx="24516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3C8C126F-A959-065F-FF21-07C08259CB8D}"/>
                    </a:ext>
                  </a:extLst>
                </p14:cNvPr>
                <p14:cNvContentPartPr/>
                <p14:nvPr/>
              </p14:nvContentPartPr>
              <p14:xfrm>
                <a:off x="7749360" y="4238550"/>
                <a:ext cx="259560" cy="39420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3C8C126F-A959-065F-FF21-07C08259CB8D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7743231" y="4232430"/>
                  <a:ext cx="271817" cy="406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243533F3-2B48-0C08-511C-080F702FF083}"/>
              </a:ext>
            </a:extLst>
          </p:cNvPr>
          <p:cNvGrpSpPr/>
          <p:nvPr/>
        </p:nvGrpSpPr>
        <p:grpSpPr>
          <a:xfrm>
            <a:off x="8263800" y="3771270"/>
            <a:ext cx="1063800" cy="801000"/>
            <a:chOff x="8263800" y="3771270"/>
            <a:chExt cx="1063800" cy="801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707DE4F0-763B-FA02-8868-8B46DF3140EC}"/>
                    </a:ext>
                  </a:extLst>
                </p14:cNvPr>
                <p14:cNvContentPartPr/>
                <p14:nvPr/>
              </p14:nvContentPartPr>
              <p14:xfrm>
                <a:off x="8263800" y="3840390"/>
                <a:ext cx="334440" cy="57708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707DE4F0-763B-FA02-8868-8B46DF3140EC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8257680" y="3834270"/>
                  <a:ext cx="346680" cy="58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CC05FACA-A48B-2F88-CD41-3382D4CAEB9C}"/>
                    </a:ext>
                  </a:extLst>
                </p14:cNvPr>
                <p14:cNvContentPartPr/>
                <p14:nvPr/>
              </p14:nvContentPartPr>
              <p14:xfrm>
                <a:off x="8424000" y="4333590"/>
                <a:ext cx="298080" cy="18000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CC05FACA-A48B-2F88-CD41-3382D4CAEB9C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8417887" y="4327470"/>
                  <a:ext cx="310305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FBB5D814-AD43-02C1-FF6C-4B11A44AD239}"/>
                    </a:ext>
                  </a:extLst>
                </p14:cNvPr>
                <p14:cNvContentPartPr/>
                <p14:nvPr/>
              </p14:nvContentPartPr>
              <p14:xfrm>
                <a:off x="8606520" y="3840030"/>
                <a:ext cx="354960" cy="73224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FBB5D814-AD43-02C1-FF6C-4B11A44AD239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8600400" y="3833910"/>
                  <a:ext cx="367200" cy="74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D9EB3457-9ECD-5A58-933E-D809DEAE85AF}"/>
                    </a:ext>
                  </a:extLst>
                </p14:cNvPr>
                <p14:cNvContentPartPr/>
                <p14:nvPr/>
              </p14:nvContentPartPr>
              <p14:xfrm>
                <a:off x="8641080" y="3771270"/>
                <a:ext cx="238680" cy="4752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D9EB3457-9ECD-5A58-933E-D809DEAE85AF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8634960" y="3765150"/>
                  <a:ext cx="25092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81A4E883-29ED-5F4F-5D34-B0A1FA8755F9}"/>
                    </a:ext>
                  </a:extLst>
                </p14:cNvPr>
                <p14:cNvContentPartPr/>
                <p14:nvPr/>
              </p14:nvContentPartPr>
              <p14:xfrm>
                <a:off x="9154800" y="3974670"/>
                <a:ext cx="172800" cy="35640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81A4E883-29ED-5F4F-5D34-B0A1FA8755F9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9148680" y="3968550"/>
                  <a:ext cx="185040" cy="368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3FA1DA43-2E19-1322-23E5-9EE8FE1BABE6}"/>
              </a:ext>
            </a:extLst>
          </p:cNvPr>
          <p:cNvGrpSpPr/>
          <p:nvPr/>
        </p:nvGrpSpPr>
        <p:grpSpPr>
          <a:xfrm>
            <a:off x="8435160" y="2604510"/>
            <a:ext cx="867600" cy="813240"/>
            <a:chOff x="8435160" y="2604510"/>
            <a:chExt cx="867600" cy="813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5809F6B2-5F95-FBD2-3810-10F7B139FE42}"/>
                    </a:ext>
                  </a:extLst>
                </p14:cNvPr>
                <p14:cNvContentPartPr/>
                <p14:nvPr/>
              </p14:nvContentPartPr>
              <p14:xfrm>
                <a:off x="8435160" y="2604510"/>
                <a:ext cx="603720" cy="80208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5809F6B2-5F95-FBD2-3810-10F7B139FE42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8429040" y="2598387"/>
                  <a:ext cx="615960" cy="81432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DF048B8C-D13E-5D1F-E674-38810637120E}"/>
                    </a:ext>
                  </a:extLst>
                </p14:cNvPr>
                <p14:cNvContentPartPr/>
                <p14:nvPr/>
              </p14:nvContentPartPr>
              <p14:xfrm>
                <a:off x="9029160" y="2651670"/>
                <a:ext cx="126360" cy="28476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DF048B8C-D13E-5D1F-E674-38810637120E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9023040" y="2645550"/>
                  <a:ext cx="138600" cy="29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FFF1673D-8A24-AAA8-EFBB-4D8FDAEF5B05}"/>
                    </a:ext>
                  </a:extLst>
                </p14:cNvPr>
                <p14:cNvContentPartPr/>
                <p14:nvPr/>
              </p14:nvContentPartPr>
              <p14:xfrm>
                <a:off x="9052560" y="3094830"/>
                <a:ext cx="250200" cy="32292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FFF1673D-8A24-AAA8-EFBB-4D8FDAEF5B05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9046449" y="3088710"/>
                  <a:ext cx="262422" cy="335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69F42E6D-2D34-B355-480E-F044CC6DDD26}"/>
              </a:ext>
            </a:extLst>
          </p:cNvPr>
          <p:cNvGrpSpPr/>
          <p:nvPr/>
        </p:nvGrpSpPr>
        <p:grpSpPr>
          <a:xfrm>
            <a:off x="9864000" y="2320110"/>
            <a:ext cx="1031760" cy="943200"/>
            <a:chOff x="9864000" y="2320110"/>
            <a:chExt cx="1031760" cy="943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CBB4AE7E-14CD-2A2A-9A56-3A903DC31D36}"/>
                    </a:ext>
                  </a:extLst>
                </p14:cNvPr>
                <p14:cNvContentPartPr/>
                <p14:nvPr/>
              </p14:nvContentPartPr>
              <p14:xfrm>
                <a:off x="9864000" y="2320110"/>
                <a:ext cx="846360" cy="84456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CBB4AE7E-14CD-2A2A-9A56-3A903DC31D36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9857880" y="2313990"/>
                  <a:ext cx="858600" cy="85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932D0016-CAA9-1FD8-8B3B-F7E5980C0A3B}"/>
                    </a:ext>
                  </a:extLst>
                </p14:cNvPr>
                <p14:cNvContentPartPr/>
                <p14:nvPr/>
              </p14:nvContentPartPr>
              <p14:xfrm>
                <a:off x="10549440" y="3085830"/>
                <a:ext cx="346320" cy="17748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932D0016-CAA9-1FD8-8B3B-F7E5980C0A3B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0543320" y="3079710"/>
                  <a:ext cx="358560" cy="1897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066019928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8D909B0-A715-B640-5E9A-17F0BFDA17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diagram of a diagram&#10;&#10;AI-generated content may be incorrect.">
            <a:extLst>
              <a:ext uri="{FF2B5EF4-FFF2-40B4-BE49-F238E27FC236}">
                <a16:creationId xmlns:a16="http://schemas.microsoft.com/office/drawing/2014/main" id="{D2974E4E-B2FB-AE72-234F-D379B095CE1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197" y="643466"/>
            <a:ext cx="10817605" cy="557106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D20058E-E101-C8D0-1298-1E7754CD1136}"/>
              </a:ext>
            </a:extLst>
          </p:cNvPr>
          <p:cNvSpPr txBox="1"/>
          <p:nvPr/>
        </p:nvSpPr>
        <p:spPr>
          <a:xfrm>
            <a:off x="283029" y="250371"/>
            <a:ext cx="75939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  <a:hlinkClick r:id="rId3"/>
              </a:rPr>
              <a:t>https://www.artofcse.com/learning/introduction-to-dynamic-programming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0DC1971-42CF-839B-C92B-E50F5BA43F35}"/>
              </a:ext>
            </a:extLst>
          </p:cNvPr>
          <p:cNvSpPr/>
          <p:nvPr/>
        </p:nvSpPr>
        <p:spPr>
          <a:xfrm>
            <a:off x="457200" y="6214532"/>
            <a:ext cx="10817605" cy="3930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151B033-6A34-BE31-8D6E-EBC361FF0032}"/>
              </a:ext>
            </a:extLst>
          </p:cNvPr>
          <p:cNvGrpSpPr/>
          <p:nvPr/>
        </p:nvGrpSpPr>
        <p:grpSpPr>
          <a:xfrm>
            <a:off x="296820" y="4770990"/>
            <a:ext cx="962640" cy="955800"/>
            <a:chOff x="296820" y="4770990"/>
            <a:chExt cx="962640" cy="955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EA5B51B7-326C-38F3-A59A-77DC892D3B69}"/>
                    </a:ext>
                  </a:extLst>
                </p14:cNvPr>
                <p14:cNvContentPartPr/>
                <p14:nvPr/>
              </p14:nvContentPartPr>
              <p14:xfrm>
                <a:off x="604620" y="4944150"/>
                <a:ext cx="464040" cy="7826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EA5B51B7-326C-38F3-A59A-77DC892D3B69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98500" y="4938030"/>
                  <a:ext cx="476280" cy="79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ACBB3A30-7731-A70E-2923-1A4E89C779CB}"/>
                    </a:ext>
                  </a:extLst>
                </p14:cNvPr>
                <p14:cNvContentPartPr/>
                <p14:nvPr/>
              </p14:nvContentPartPr>
              <p14:xfrm>
                <a:off x="971460" y="4834350"/>
                <a:ext cx="288000" cy="2923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ACBB3A30-7731-A70E-2923-1A4E89C779CB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965348" y="4828230"/>
                  <a:ext cx="300225" cy="30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04B26E1B-0F76-6DD5-8579-F9BD46232F64}"/>
                    </a:ext>
                  </a:extLst>
                </p14:cNvPr>
                <p14:cNvContentPartPr/>
                <p14:nvPr/>
              </p14:nvContentPartPr>
              <p14:xfrm>
                <a:off x="296820" y="4770990"/>
                <a:ext cx="253440" cy="33732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04B26E1B-0F76-6DD5-8579-F9BD46232F64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90700" y="4764863"/>
                  <a:ext cx="265680" cy="349573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293AAD57-9E0C-83DE-169A-ED676AA6FF12}"/>
                  </a:ext>
                </a:extLst>
              </p14:cNvPr>
              <p14:cNvContentPartPr/>
              <p14:nvPr/>
            </p14:nvContentPartPr>
            <p14:xfrm>
              <a:off x="2478420" y="5149710"/>
              <a:ext cx="402480" cy="7023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293AAD57-9E0C-83DE-169A-ED676AA6FF12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472305" y="5143587"/>
                <a:ext cx="414709" cy="71460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D7F1AD83-BD69-7139-6F4D-1F546A6718AB}"/>
                  </a:ext>
                </a:extLst>
              </p14:cNvPr>
              <p14:cNvContentPartPr/>
              <p14:nvPr/>
            </p14:nvContentPartPr>
            <p14:xfrm>
              <a:off x="2479860" y="5153670"/>
              <a:ext cx="308880" cy="2088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D7F1AD83-BD69-7139-6F4D-1F546A6718AB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473740" y="5147550"/>
                <a:ext cx="321120" cy="3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BCACC182-F244-FF72-91C7-AB8433D004F5}"/>
                  </a:ext>
                </a:extLst>
              </p14:cNvPr>
              <p14:cNvContentPartPr/>
              <p14:nvPr/>
            </p14:nvContentPartPr>
            <p14:xfrm>
              <a:off x="2948580" y="5173470"/>
              <a:ext cx="150840" cy="50652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BCACC182-F244-FF72-91C7-AB8433D004F5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942460" y="5167350"/>
                <a:ext cx="163080" cy="518760"/>
              </a:xfrm>
              <a:prstGeom prst="rect">
                <a:avLst/>
              </a:prstGeom>
            </p:spPr>
          </p:pic>
        </mc:Fallback>
      </mc:AlternateContent>
      <p:grpSp>
        <p:nvGrpSpPr>
          <p:cNvPr id="11" name="Group 10">
            <a:extLst>
              <a:ext uri="{FF2B5EF4-FFF2-40B4-BE49-F238E27FC236}">
                <a16:creationId xmlns:a16="http://schemas.microsoft.com/office/drawing/2014/main" id="{DCF8951F-2190-0666-4F2C-9A3B95D4EDE0}"/>
              </a:ext>
            </a:extLst>
          </p:cNvPr>
          <p:cNvGrpSpPr/>
          <p:nvPr/>
        </p:nvGrpSpPr>
        <p:grpSpPr>
          <a:xfrm>
            <a:off x="1485540" y="3542310"/>
            <a:ext cx="710280" cy="938880"/>
            <a:chOff x="1485540" y="3542310"/>
            <a:chExt cx="710280" cy="938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EEBA8963-040D-4766-0A63-614584A1F02B}"/>
                    </a:ext>
                  </a:extLst>
                </p14:cNvPr>
                <p14:cNvContentPartPr/>
                <p14:nvPr/>
              </p14:nvContentPartPr>
              <p14:xfrm>
                <a:off x="1485540" y="3702510"/>
                <a:ext cx="547920" cy="77868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EEBA8963-040D-4766-0A63-614584A1F02B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479420" y="3696390"/>
                  <a:ext cx="560160" cy="79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67F8A260-10C3-5C01-47AF-3837364231ED}"/>
                    </a:ext>
                  </a:extLst>
                </p14:cNvPr>
                <p14:cNvContentPartPr/>
                <p14:nvPr/>
              </p14:nvContentPartPr>
              <p14:xfrm>
                <a:off x="1885860" y="3542310"/>
                <a:ext cx="309960" cy="34020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67F8A260-10C3-5C01-47AF-3837364231ED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879740" y="3536190"/>
                  <a:ext cx="322200" cy="352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8E6B9C09-BE10-36D7-342F-BD7B4C65196A}"/>
                  </a:ext>
                </a:extLst>
              </p14:cNvPr>
              <p14:cNvContentPartPr/>
              <p14:nvPr/>
            </p14:nvContentPartPr>
            <p14:xfrm>
              <a:off x="845820" y="3666870"/>
              <a:ext cx="398880" cy="43740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8E6B9C09-BE10-36D7-342F-BD7B4C65196A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839700" y="3660750"/>
                <a:ext cx="411120" cy="449640"/>
              </a:xfrm>
              <a:prstGeom prst="rect">
                <a:avLst/>
              </a:prstGeom>
            </p:spPr>
          </p:pic>
        </mc:Fallback>
      </mc:AlternateContent>
      <p:grpSp>
        <p:nvGrpSpPr>
          <p:cNvPr id="25" name="Group 24">
            <a:extLst>
              <a:ext uri="{FF2B5EF4-FFF2-40B4-BE49-F238E27FC236}">
                <a16:creationId xmlns:a16="http://schemas.microsoft.com/office/drawing/2014/main" id="{63553880-2EB6-D448-86BC-ED3A5D95D1AC}"/>
              </a:ext>
            </a:extLst>
          </p:cNvPr>
          <p:cNvGrpSpPr/>
          <p:nvPr/>
        </p:nvGrpSpPr>
        <p:grpSpPr>
          <a:xfrm>
            <a:off x="3289860" y="3885750"/>
            <a:ext cx="780480" cy="618120"/>
            <a:chOff x="3289860" y="3885750"/>
            <a:chExt cx="780480" cy="618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AB738A86-8ED7-3693-B10A-471115996E27}"/>
                    </a:ext>
                  </a:extLst>
                </p14:cNvPr>
                <p14:cNvContentPartPr/>
                <p14:nvPr/>
              </p14:nvContentPartPr>
              <p14:xfrm>
                <a:off x="3289860" y="3926430"/>
                <a:ext cx="471600" cy="57744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AB738A86-8ED7-3693-B10A-471115996E27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283740" y="3920314"/>
                  <a:ext cx="483840" cy="58967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44AC4C60-D512-57FE-0A78-D6CD00112C58}"/>
                    </a:ext>
                  </a:extLst>
                </p14:cNvPr>
                <p14:cNvContentPartPr/>
                <p14:nvPr/>
              </p14:nvContentPartPr>
              <p14:xfrm>
                <a:off x="3325500" y="3885750"/>
                <a:ext cx="296280" cy="687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44AC4C60-D512-57FE-0A78-D6CD00112C58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319380" y="3879630"/>
                  <a:ext cx="30852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44E276D8-8E70-9049-80AF-D6E93050FDFB}"/>
                    </a:ext>
                  </a:extLst>
                </p14:cNvPr>
                <p14:cNvContentPartPr/>
                <p14:nvPr/>
              </p14:nvContentPartPr>
              <p14:xfrm>
                <a:off x="3920580" y="4108590"/>
                <a:ext cx="149760" cy="31356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44E276D8-8E70-9049-80AF-D6E93050FDFB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914475" y="4102470"/>
                  <a:ext cx="161971" cy="325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0A560306-1074-4DD7-B3F4-ADA5FBE985CD}"/>
                  </a:ext>
                </a:extLst>
              </p14:cNvPr>
              <p14:cNvContentPartPr/>
              <p14:nvPr/>
            </p14:nvContentPartPr>
            <p14:xfrm>
              <a:off x="2478780" y="2262150"/>
              <a:ext cx="720360" cy="88128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0A560306-1074-4DD7-B3F4-ADA5FBE985CD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2472660" y="2256027"/>
                <a:ext cx="732600" cy="89352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13C21B91-821B-AF1E-42F7-7016310FBD53}"/>
                  </a:ext>
                </a:extLst>
              </p14:cNvPr>
              <p14:cNvContentPartPr/>
              <p14:nvPr/>
            </p14:nvContentPartPr>
            <p14:xfrm>
              <a:off x="3108420" y="2034270"/>
              <a:ext cx="230760" cy="52524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13C21B91-821B-AF1E-42F7-7016310FBD53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3102300" y="2028146"/>
                <a:ext cx="243000" cy="53748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27406E89-126F-5E2A-DF2A-9F91F1450F38}"/>
                  </a:ext>
                </a:extLst>
              </p14:cNvPr>
              <p14:cNvContentPartPr/>
              <p14:nvPr/>
            </p14:nvContentPartPr>
            <p14:xfrm>
              <a:off x="1942740" y="1964430"/>
              <a:ext cx="362520" cy="65340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27406E89-126F-5E2A-DF2A-9F91F1450F38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1936620" y="1958307"/>
                <a:ext cx="374760" cy="665647"/>
              </a:xfrm>
              <a:prstGeom prst="rect">
                <a:avLst/>
              </a:prstGeom>
            </p:spPr>
          </p:pic>
        </mc:Fallback>
      </mc:AlternateContent>
      <p:grpSp>
        <p:nvGrpSpPr>
          <p:cNvPr id="29" name="Group 28">
            <a:extLst>
              <a:ext uri="{FF2B5EF4-FFF2-40B4-BE49-F238E27FC236}">
                <a16:creationId xmlns:a16="http://schemas.microsoft.com/office/drawing/2014/main" id="{A80693FE-D1E0-4F7A-B053-C9C26042D0B0}"/>
              </a:ext>
            </a:extLst>
          </p:cNvPr>
          <p:cNvGrpSpPr/>
          <p:nvPr/>
        </p:nvGrpSpPr>
        <p:grpSpPr>
          <a:xfrm>
            <a:off x="4170780" y="2559870"/>
            <a:ext cx="729720" cy="972720"/>
            <a:chOff x="4170780" y="2559870"/>
            <a:chExt cx="729720" cy="972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D3CB3079-F954-35DA-BA65-4E5965AB199D}"/>
                    </a:ext>
                  </a:extLst>
                </p14:cNvPr>
                <p14:cNvContentPartPr/>
                <p14:nvPr/>
              </p14:nvContentPartPr>
              <p14:xfrm>
                <a:off x="4170780" y="2559870"/>
                <a:ext cx="676440" cy="88524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D3CB3079-F954-35DA-BA65-4E5965AB199D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164663" y="2553750"/>
                  <a:ext cx="688673" cy="89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0ECECC3D-38AC-B6E1-3550-C0EC05D47C63}"/>
                    </a:ext>
                  </a:extLst>
                </p14:cNvPr>
                <p14:cNvContentPartPr/>
                <p14:nvPr/>
              </p14:nvContentPartPr>
              <p14:xfrm>
                <a:off x="4652100" y="3177270"/>
                <a:ext cx="248400" cy="35532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0ECECC3D-38AC-B6E1-3550-C0EC05D47C63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645980" y="3171150"/>
                  <a:ext cx="260640" cy="367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325E83DA-EB68-0A25-69D7-363B781F50A5}"/>
                  </a:ext>
                </a:extLst>
              </p14:cNvPr>
              <p14:cNvContentPartPr/>
              <p14:nvPr/>
            </p14:nvContentPartPr>
            <p14:xfrm>
              <a:off x="4318740" y="3760110"/>
              <a:ext cx="504720" cy="4424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325E83DA-EB68-0A25-69D7-363B781F50A5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4312620" y="3753990"/>
                <a:ext cx="516960" cy="45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E720A2A4-EAFB-B193-57D3-B72A6FE4EA9C}"/>
                  </a:ext>
                </a:extLst>
              </p14:cNvPr>
              <p14:cNvContentPartPr/>
              <p14:nvPr/>
            </p14:nvContentPartPr>
            <p14:xfrm>
              <a:off x="4263300" y="4150350"/>
              <a:ext cx="150480" cy="11196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E720A2A4-EAFB-B193-57D3-B72A6FE4EA9C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4257180" y="4144250"/>
                <a:ext cx="162720" cy="12416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D2A99B18-8395-F69F-5686-850E98DA13B4}"/>
                  </a:ext>
                </a:extLst>
              </p14:cNvPr>
              <p14:cNvContentPartPr/>
              <p14:nvPr/>
            </p14:nvContentPartPr>
            <p14:xfrm>
              <a:off x="4732020" y="3988350"/>
              <a:ext cx="378720" cy="43560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D2A99B18-8395-F69F-5686-850E98DA13B4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4725900" y="3982230"/>
                <a:ext cx="390960" cy="44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9FADCF86-DDDB-2BFA-2A86-AA2FC1812DB1}"/>
                  </a:ext>
                </a:extLst>
              </p14:cNvPr>
              <p14:cNvContentPartPr/>
              <p14:nvPr/>
            </p14:nvContentPartPr>
            <p14:xfrm>
              <a:off x="5052060" y="3977550"/>
              <a:ext cx="131760" cy="15840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9FADCF86-DDDB-2BFA-2A86-AA2FC1812DB1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5045940" y="3971430"/>
                <a:ext cx="144000" cy="17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01CFF18F-FB1F-D0F2-26CD-1BE3F92BB48D}"/>
                  </a:ext>
                </a:extLst>
              </p14:cNvPr>
              <p14:cNvContentPartPr/>
              <p14:nvPr/>
            </p14:nvContentPartPr>
            <p14:xfrm>
              <a:off x="5176980" y="4332510"/>
              <a:ext cx="150120" cy="34092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01CFF18F-FB1F-D0F2-26CD-1BE3F92BB48D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5170860" y="4326390"/>
                <a:ext cx="162360" cy="353160"/>
              </a:xfrm>
              <a:prstGeom prst="rect">
                <a:avLst/>
              </a:prstGeom>
            </p:spPr>
          </p:pic>
        </mc:Fallback>
      </mc:AlternateContent>
      <p:grpSp>
        <p:nvGrpSpPr>
          <p:cNvPr id="39" name="Group 38">
            <a:extLst>
              <a:ext uri="{FF2B5EF4-FFF2-40B4-BE49-F238E27FC236}">
                <a16:creationId xmlns:a16="http://schemas.microsoft.com/office/drawing/2014/main" id="{EB2DBEFD-5ED6-3B11-84E2-F21F456C683F}"/>
              </a:ext>
            </a:extLst>
          </p:cNvPr>
          <p:cNvGrpSpPr/>
          <p:nvPr/>
        </p:nvGrpSpPr>
        <p:grpSpPr>
          <a:xfrm>
            <a:off x="5600700" y="3759030"/>
            <a:ext cx="858240" cy="676080"/>
            <a:chOff x="5600700" y="3759030"/>
            <a:chExt cx="858240" cy="676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410FF319-923D-046D-1726-7CFA27F9733F}"/>
                    </a:ext>
                  </a:extLst>
                </p14:cNvPr>
                <p14:cNvContentPartPr/>
                <p14:nvPr/>
              </p14:nvContentPartPr>
              <p14:xfrm>
                <a:off x="5600700" y="3783150"/>
                <a:ext cx="329400" cy="44676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410FF319-923D-046D-1726-7CFA27F9733F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5594580" y="3777030"/>
                  <a:ext cx="341640" cy="45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668DA332-6D82-2BB0-EE65-74F3F4AA14B3}"/>
                    </a:ext>
                  </a:extLst>
                </p14:cNvPr>
                <p14:cNvContentPartPr/>
                <p14:nvPr/>
              </p14:nvContentPartPr>
              <p14:xfrm>
                <a:off x="5852340" y="4173030"/>
                <a:ext cx="127440" cy="19152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668DA332-6D82-2BB0-EE65-74F3F4AA14B3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846237" y="4166898"/>
                  <a:ext cx="139646" cy="20378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C0F3CB67-728F-81EE-7BDA-1A581BF0A755}"/>
                    </a:ext>
                  </a:extLst>
                </p14:cNvPr>
                <p14:cNvContentPartPr/>
                <p14:nvPr/>
              </p14:nvContentPartPr>
              <p14:xfrm>
                <a:off x="6146460" y="3831750"/>
                <a:ext cx="220680" cy="60336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C0F3CB67-728F-81EE-7BDA-1A581BF0A755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140350" y="3825630"/>
                  <a:ext cx="232900" cy="61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1498B9BA-39AB-DB91-21B1-1259AC421239}"/>
                    </a:ext>
                  </a:extLst>
                </p14:cNvPr>
                <p14:cNvContentPartPr/>
                <p14:nvPr/>
              </p14:nvContentPartPr>
              <p14:xfrm>
                <a:off x="6160860" y="3759030"/>
                <a:ext cx="298080" cy="3564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1498B9BA-39AB-DB91-21B1-1259AC421239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6154740" y="3752848"/>
                  <a:ext cx="310320" cy="48005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F8805EB1-CFDD-309F-EBB8-56162F7B2058}"/>
                  </a:ext>
                </a:extLst>
              </p14:cNvPr>
              <p14:cNvContentPartPr/>
              <p14:nvPr/>
            </p14:nvContentPartPr>
            <p14:xfrm>
              <a:off x="6617340" y="3987630"/>
              <a:ext cx="127800" cy="43488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F8805EB1-CFDD-309F-EBB8-56162F7B2058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6611237" y="3981510"/>
                <a:ext cx="140006" cy="447120"/>
              </a:xfrm>
              <a:prstGeom prst="rect">
                <a:avLst/>
              </a:prstGeom>
            </p:spPr>
          </p:pic>
        </mc:Fallback>
      </mc:AlternateContent>
      <p:grpSp>
        <p:nvGrpSpPr>
          <p:cNvPr id="42" name="Group 41">
            <a:extLst>
              <a:ext uri="{FF2B5EF4-FFF2-40B4-BE49-F238E27FC236}">
                <a16:creationId xmlns:a16="http://schemas.microsoft.com/office/drawing/2014/main" id="{CD2130B8-0865-D7A1-CE24-3B83DB15EB74}"/>
              </a:ext>
            </a:extLst>
          </p:cNvPr>
          <p:cNvGrpSpPr/>
          <p:nvPr/>
        </p:nvGrpSpPr>
        <p:grpSpPr>
          <a:xfrm>
            <a:off x="5007060" y="2331990"/>
            <a:ext cx="1198440" cy="983160"/>
            <a:chOff x="5007060" y="2331990"/>
            <a:chExt cx="1198440" cy="983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FEA63731-5F31-EAA1-EEA8-C84DAB0DDAE9}"/>
                    </a:ext>
                  </a:extLst>
                </p14:cNvPr>
                <p14:cNvContentPartPr/>
                <p14:nvPr/>
              </p14:nvContentPartPr>
              <p14:xfrm>
                <a:off x="5007060" y="2420190"/>
                <a:ext cx="674640" cy="8949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FEA63731-5F31-EAA1-EEA8-C84DAB0DDAE9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5000940" y="2414070"/>
                  <a:ext cx="686880" cy="90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B9C8AB03-C149-0925-9EDE-1C36945877FD}"/>
                    </a:ext>
                  </a:extLst>
                </p14:cNvPr>
                <p14:cNvContentPartPr/>
                <p14:nvPr/>
              </p14:nvContentPartPr>
              <p14:xfrm>
                <a:off x="5074740" y="2331990"/>
                <a:ext cx="410760" cy="12600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B9C8AB03-C149-0925-9EDE-1C36945877FD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068620" y="2325870"/>
                  <a:ext cx="42300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49C91735-6B1B-AB86-8C3F-3D320CF56FBF}"/>
                    </a:ext>
                  </a:extLst>
                </p14:cNvPr>
                <p14:cNvContentPartPr/>
                <p14:nvPr/>
              </p14:nvContentPartPr>
              <p14:xfrm>
                <a:off x="5863140" y="2673270"/>
                <a:ext cx="342360" cy="41580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49C91735-6B1B-AB86-8C3F-3D320CF56FBF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5857020" y="2667150"/>
                  <a:ext cx="354600" cy="428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F17015AA-A14D-58D7-C56C-056A717EFBD5}"/>
              </a:ext>
            </a:extLst>
          </p:cNvPr>
          <p:cNvGrpSpPr/>
          <p:nvPr/>
        </p:nvGrpSpPr>
        <p:grpSpPr>
          <a:xfrm>
            <a:off x="4158540" y="925470"/>
            <a:ext cx="1444680" cy="869400"/>
            <a:chOff x="4158540" y="925470"/>
            <a:chExt cx="1444680" cy="869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E69ACEFD-EAA0-D407-9AF9-E7FA4C0D85E4}"/>
                    </a:ext>
                  </a:extLst>
                </p14:cNvPr>
                <p14:cNvContentPartPr/>
                <p14:nvPr/>
              </p14:nvContentPartPr>
              <p14:xfrm>
                <a:off x="4158540" y="1062270"/>
                <a:ext cx="1258200" cy="73260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E69ACEFD-EAA0-D407-9AF9-E7FA4C0D85E4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4152418" y="1056153"/>
                  <a:ext cx="1270444" cy="74483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DDB7946F-66DD-043A-EDE0-F7B40932DB55}"/>
                    </a:ext>
                  </a:extLst>
                </p14:cNvPr>
                <p14:cNvContentPartPr/>
                <p14:nvPr/>
              </p14:nvContentPartPr>
              <p14:xfrm>
                <a:off x="5246460" y="925470"/>
                <a:ext cx="356760" cy="4287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DDB7946F-66DD-043A-EDE0-F7B40932DB55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5240340" y="919350"/>
                  <a:ext cx="369000" cy="441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FCE79B5C-9F8C-1537-EE91-640DF6FF6FB1}"/>
                  </a:ext>
                </a:extLst>
              </p14:cNvPr>
              <p14:cNvContentPartPr/>
              <p14:nvPr/>
            </p14:nvContentPartPr>
            <p14:xfrm>
              <a:off x="5875020" y="2650590"/>
              <a:ext cx="384840" cy="493560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FCE79B5C-9F8C-1537-EE91-640DF6FF6FB1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5868900" y="2644470"/>
                <a:ext cx="397080" cy="50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6628B0E6-1944-F2F5-904E-0E3BE7900A5A}"/>
                  </a:ext>
                </a:extLst>
              </p14:cNvPr>
              <p14:cNvContentPartPr/>
              <p14:nvPr/>
            </p14:nvContentPartPr>
            <p14:xfrm>
              <a:off x="5838660" y="2625390"/>
              <a:ext cx="242640" cy="20952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6628B0E6-1944-F2F5-904E-0E3BE7900A5A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5832540" y="2619270"/>
                <a:ext cx="254880" cy="221760"/>
              </a:xfrm>
              <a:prstGeom prst="rect">
                <a:avLst/>
              </a:prstGeom>
            </p:spPr>
          </p:pic>
        </mc:Fallback>
      </mc:AlternateContent>
      <p:grpSp>
        <p:nvGrpSpPr>
          <p:cNvPr id="50" name="Group 49">
            <a:extLst>
              <a:ext uri="{FF2B5EF4-FFF2-40B4-BE49-F238E27FC236}">
                <a16:creationId xmlns:a16="http://schemas.microsoft.com/office/drawing/2014/main" id="{BD485181-3932-C333-E4AC-53034A4326DA}"/>
              </a:ext>
            </a:extLst>
          </p:cNvPr>
          <p:cNvGrpSpPr/>
          <p:nvPr/>
        </p:nvGrpSpPr>
        <p:grpSpPr>
          <a:xfrm>
            <a:off x="3748860" y="720270"/>
            <a:ext cx="501840" cy="527760"/>
            <a:chOff x="3748860" y="720270"/>
            <a:chExt cx="501840" cy="527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49D0AC1F-9864-2CAE-64C9-8CA77DD3EC88}"/>
                    </a:ext>
                  </a:extLst>
                </p14:cNvPr>
                <p14:cNvContentPartPr/>
                <p14:nvPr/>
              </p14:nvContentPartPr>
              <p14:xfrm>
                <a:off x="3748860" y="720270"/>
                <a:ext cx="287280" cy="52776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49D0AC1F-9864-2CAE-64C9-8CA77DD3EC88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3742740" y="714150"/>
                  <a:ext cx="299520" cy="54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81AFB281-3A8A-8890-33B5-506978ECE073}"/>
                    </a:ext>
                  </a:extLst>
                </p14:cNvPr>
                <p14:cNvContentPartPr/>
                <p14:nvPr/>
              </p14:nvContentPartPr>
              <p14:xfrm>
                <a:off x="3760380" y="786870"/>
                <a:ext cx="490320" cy="3600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81AFB281-3A8A-8890-33B5-506978ECE073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3754260" y="780750"/>
                  <a:ext cx="502560" cy="48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233FC448-98D2-DAE5-7708-A3C502339A2B}"/>
              </a:ext>
            </a:extLst>
          </p:cNvPr>
          <p:cNvGrpSpPr/>
          <p:nvPr/>
        </p:nvGrpSpPr>
        <p:grpSpPr>
          <a:xfrm>
            <a:off x="7452000" y="878670"/>
            <a:ext cx="1704240" cy="654840"/>
            <a:chOff x="7452000" y="878670"/>
            <a:chExt cx="1704240" cy="654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776B7C28-BC8E-9E68-6EB6-A30151DC73A4}"/>
                    </a:ext>
                  </a:extLst>
                </p14:cNvPr>
                <p14:cNvContentPartPr/>
                <p14:nvPr/>
              </p14:nvContentPartPr>
              <p14:xfrm>
                <a:off x="7452000" y="878670"/>
                <a:ext cx="1613880" cy="55944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776B7C28-BC8E-9E68-6EB6-A30151DC73A4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7445880" y="872546"/>
                  <a:ext cx="1626120" cy="57168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88397448-8A10-3B98-4506-EF24614DC9F3}"/>
                    </a:ext>
                  </a:extLst>
                </p14:cNvPr>
                <p14:cNvContentPartPr/>
                <p14:nvPr/>
              </p14:nvContentPartPr>
              <p14:xfrm>
                <a:off x="8922600" y="1325430"/>
                <a:ext cx="233640" cy="20808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88397448-8A10-3B98-4506-EF24614DC9F3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8916471" y="1319310"/>
                  <a:ext cx="245899" cy="220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4B4A50E3-2564-7E21-2CA1-23AA8F316A5A}"/>
              </a:ext>
            </a:extLst>
          </p:cNvPr>
          <p:cNvGrpSpPr/>
          <p:nvPr/>
        </p:nvGrpSpPr>
        <p:grpSpPr>
          <a:xfrm>
            <a:off x="7623720" y="2205630"/>
            <a:ext cx="1097280" cy="948960"/>
            <a:chOff x="7623720" y="2205630"/>
            <a:chExt cx="1097280" cy="948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8E758A29-824B-DA41-1278-110BCBEDA44F}"/>
                    </a:ext>
                  </a:extLst>
                </p14:cNvPr>
                <p14:cNvContentPartPr/>
                <p14:nvPr/>
              </p14:nvContentPartPr>
              <p14:xfrm>
                <a:off x="7874280" y="2205630"/>
                <a:ext cx="846720" cy="71928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8E758A29-824B-DA41-1278-110BCBEDA44F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7868160" y="2199513"/>
                  <a:ext cx="858960" cy="73151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7DACDDDE-68A3-9BEA-33E2-F57D5DC8364F}"/>
                    </a:ext>
                  </a:extLst>
                </p14:cNvPr>
                <p14:cNvContentPartPr/>
                <p14:nvPr/>
              </p14:nvContentPartPr>
              <p14:xfrm>
                <a:off x="7623720" y="2765790"/>
                <a:ext cx="455760" cy="38880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7DACDDDE-68A3-9BEA-33E2-F57D5DC8364F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7617605" y="2759670"/>
                  <a:ext cx="467990" cy="40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F6B2B2A1-FCC6-6620-27A7-18905709EA33}"/>
                    </a:ext>
                  </a:extLst>
                </p14:cNvPr>
                <p14:cNvContentPartPr/>
                <p14:nvPr/>
              </p14:nvContentPartPr>
              <p14:xfrm>
                <a:off x="7851240" y="2891790"/>
                <a:ext cx="46800" cy="25056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F6B2B2A1-FCC6-6620-27A7-18905709EA33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7845120" y="2885670"/>
                  <a:ext cx="59040" cy="262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74215807-8B5D-54CE-ED0F-E54D812A8406}"/>
              </a:ext>
            </a:extLst>
          </p:cNvPr>
          <p:cNvGrpSpPr/>
          <p:nvPr/>
        </p:nvGrpSpPr>
        <p:grpSpPr>
          <a:xfrm>
            <a:off x="6960600" y="3748590"/>
            <a:ext cx="457200" cy="525960"/>
            <a:chOff x="6960600" y="3748590"/>
            <a:chExt cx="457200" cy="525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0770827E-8F53-9637-501F-202BFA638844}"/>
                    </a:ext>
                  </a:extLst>
                </p14:cNvPr>
                <p14:cNvContentPartPr/>
                <p14:nvPr/>
              </p14:nvContentPartPr>
              <p14:xfrm>
                <a:off x="7067160" y="3748590"/>
                <a:ext cx="350640" cy="41436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0770827E-8F53-9637-501F-202BFA638844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7061040" y="3742470"/>
                  <a:ext cx="362880" cy="42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D5C9E9F9-D08B-BDFC-3983-D2BCCB89DAE7}"/>
                    </a:ext>
                  </a:extLst>
                </p14:cNvPr>
                <p14:cNvContentPartPr/>
                <p14:nvPr/>
              </p14:nvContentPartPr>
              <p14:xfrm>
                <a:off x="6960600" y="4091670"/>
                <a:ext cx="229680" cy="18288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D5C9E9F9-D08B-BDFC-3983-D2BCCB89DAE7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6954470" y="4085550"/>
                  <a:ext cx="241939" cy="195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2336ECC1-98AD-E257-FA0A-10E161FE3D47}"/>
              </a:ext>
            </a:extLst>
          </p:cNvPr>
          <p:cNvGrpSpPr/>
          <p:nvPr/>
        </p:nvGrpSpPr>
        <p:grpSpPr>
          <a:xfrm>
            <a:off x="7349400" y="3977550"/>
            <a:ext cx="659520" cy="655200"/>
            <a:chOff x="7349400" y="3977550"/>
            <a:chExt cx="659520" cy="655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032FCB86-DEAE-03A9-9BA9-D9D5845E5AA6}"/>
                    </a:ext>
                  </a:extLst>
                </p14:cNvPr>
                <p14:cNvContentPartPr/>
                <p14:nvPr/>
              </p14:nvContentPartPr>
              <p14:xfrm>
                <a:off x="7349400" y="3997350"/>
                <a:ext cx="333360" cy="46080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032FCB86-DEAE-03A9-9BA9-D9D5845E5AA6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7343280" y="3991230"/>
                  <a:ext cx="345600" cy="47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592BA630-DC87-ECA8-F469-DA5FA3A1F923}"/>
                    </a:ext>
                  </a:extLst>
                </p14:cNvPr>
                <p14:cNvContentPartPr/>
                <p14:nvPr/>
              </p14:nvContentPartPr>
              <p14:xfrm>
                <a:off x="7635240" y="3977550"/>
                <a:ext cx="232920" cy="14112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592BA630-DC87-ECA8-F469-DA5FA3A1F923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7629120" y="3971430"/>
                  <a:ext cx="24516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C454D20A-294D-F8BC-3F7D-C3718BAEB3A3}"/>
                    </a:ext>
                  </a:extLst>
                </p14:cNvPr>
                <p14:cNvContentPartPr/>
                <p14:nvPr/>
              </p14:nvContentPartPr>
              <p14:xfrm>
                <a:off x="7749360" y="4238550"/>
                <a:ext cx="259560" cy="39420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C454D20A-294D-F8BC-3F7D-C3718BAEB3A3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7743231" y="4232430"/>
                  <a:ext cx="271817" cy="406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82C91BF1-A184-2A31-ED78-31E7EF6E28D0}"/>
              </a:ext>
            </a:extLst>
          </p:cNvPr>
          <p:cNvGrpSpPr/>
          <p:nvPr/>
        </p:nvGrpSpPr>
        <p:grpSpPr>
          <a:xfrm>
            <a:off x="8263800" y="3771270"/>
            <a:ext cx="1063800" cy="801000"/>
            <a:chOff x="8263800" y="3771270"/>
            <a:chExt cx="1063800" cy="801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0708BC0B-5C82-6F84-1284-9F658ACCCFC7}"/>
                    </a:ext>
                  </a:extLst>
                </p14:cNvPr>
                <p14:cNvContentPartPr/>
                <p14:nvPr/>
              </p14:nvContentPartPr>
              <p14:xfrm>
                <a:off x="8263800" y="3840390"/>
                <a:ext cx="334440" cy="57708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0708BC0B-5C82-6F84-1284-9F658ACCCFC7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8257680" y="3834270"/>
                  <a:ext cx="346680" cy="58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53FA6FF2-4C47-574F-97ED-FE559C39945D}"/>
                    </a:ext>
                  </a:extLst>
                </p14:cNvPr>
                <p14:cNvContentPartPr/>
                <p14:nvPr/>
              </p14:nvContentPartPr>
              <p14:xfrm>
                <a:off x="8424000" y="4333590"/>
                <a:ext cx="298080" cy="18000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53FA6FF2-4C47-574F-97ED-FE559C39945D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8417887" y="4327470"/>
                  <a:ext cx="310305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B50A5C99-688B-E6BA-9367-659A343D7249}"/>
                    </a:ext>
                  </a:extLst>
                </p14:cNvPr>
                <p14:cNvContentPartPr/>
                <p14:nvPr/>
              </p14:nvContentPartPr>
              <p14:xfrm>
                <a:off x="8606520" y="3840030"/>
                <a:ext cx="354960" cy="73224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B50A5C99-688B-E6BA-9367-659A343D7249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8600400" y="3833910"/>
                  <a:ext cx="367200" cy="74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3C626E25-8184-0B81-AF41-59B60487EF4B}"/>
                    </a:ext>
                  </a:extLst>
                </p14:cNvPr>
                <p14:cNvContentPartPr/>
                <p14:nvPr/>
              </p14:nvContentPartPr>
              <p14:xfrm>
                <a:off x="8641080" y="3771270"/>
                <a:ext cx="238680" cy="4752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3C626E25-8184-0B81-AF41-59B60487EF4B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8634960" y="3765150"/>
                  <a:ext cx="25092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D432D5EF-6F57-5A36-F7D5-6D60A7ABF54F}"/>
                    </a:ext>
                  </a:extLst>
                </p14:cNvPr>
                <p14:cNvContentPartPr/>
                <p14:nvPr/>
              </p14:nvContentPartPr>
              <p14:xfrm>
                <a:off x="9154800" y="3974670"/>
                <a:ext cx="172800" cy="35640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D432D5EF-6F57-5A36-F7D5-6D60A7ABF54F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9148680" y="3968550"/>
                  <a:ext cx="185040" cy="368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D8DAB3CD-E70B-AECA-1915-71EEB884346E}"/>
              </a:ext>
            </a:extLst>
          </p:cNvPr>
          <p:cNvGrpSpPr/>
          <p:nvPr/>
        </p:nvGrpSpPr>
        <p:grpSpPr>
          <a:xfrm>
            <a:off x="8435160" y="2604510"/>
            <a:ext cx="867600" cy="813240"/>
            <a:chOff x="8435160" y="2604510"/>
            <a:chExt cx="867600" cy="813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100AF09D-3838-0DE6-3717-73F283064BD1}"/>
                    </a:ext>
                  </a:extLst>
                </p14:cNvPr>
                <p14:cNvContentPartPr/>
                <p14:nvPr/>
              </p14:nvContentPartPr>
              <p14:xfrm>
                <a:off x="8435160" y="2604510"/>
                <a:ext cx="603720" cy="80208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100AF09D-3838-0DE6-3717-73F283064BD1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8429040" y="2598387"/>
                  <a:ext cx="615960" cy="81432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7E39966F-C512-1891-41BE-31FA98A5CCD0}"/>
                    </a:ext>
                  </a:extLst>
                </p14:cNvPr>
                <p14:cNvContentPartPr/>
                <p14:nvPr/>
              </p14:nvContentPartPr>
              <p14:xfrm>
                <a:off x="9029160" y="2651670"/>
                <a:ext cx="126360" cy="28476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7E39966F-C512-1891-41BE-31FA98A5CCD0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9023040" y="2645550"/>
                  <a:ext cx="138600" cy="29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1CEBC90D-32C1-D6B6-4E06-D1EA699C7157}"/>
                    </a:ext>
                  </a:extLst>
                </p14:cNvPr>
                <p14:cNvContentPartPr/>
                <p14:nvPr/>
              </p14:nvContentPartPr>
              <p14:xfrm>
                <a:off x="9052560" y="3094830"/>
                <a:ext cx="250200" cy="32292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1CEBC90D-32C1-D6B6-4E06-D1EA699C7157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9046449" y="3088710"/>
                  <a:ext cx="262422" cy="335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C4E180A4-EB3A-5073-EF45-900CA476A031}"/>
              </a:ext>
            </a:extLst>
          </p:cNvPr>
          <p:cNvGrpSpPr/>
          <p:nvPr/>
        </p:nvGrpSpPr>
        <p:grpSpPr>
          <a:xfrm>
            <a:off x="9864000" y="2320110"/>
            <a:ext cx="1031760" cy="943200"/>
            <a:chOff x="9864000" y="2320110"/>
            <a:chExt cx="1031760" cy="943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D0F405B2-6B96-B9CC-8FE9-5BDE5A7EFC81}"/>
                    </a:ext>
                  </a:extLst>
                </p14:cNvPr>
                <p14:cNvContentPartPr/>
                <p14:nvPr/>
              </p14:nvContentPartPr>
              <p14:xfrm>
                <a:off x="9864000" y="2320110"/>
                <a:ext cx="846360" cy="84456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D0F405B2-6B96-B9CC-8FE9-5BDE5A7EFC81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9857880" y="2313990"/>
                  <a:ext cx="858600" cy="85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9D3E5738-DFAA-2964-8C91-6FDE1F9329AE}"/>
                    </a:ext>
                  </a:extLst>
                </p14:cNvPr>
                <p14:cNvContentPartPr/>
                <p14:nvPr/>
              </p14:nvContentPartPr>
              <p14:xfrm>
                <a:off x="10549440" y="3085830"/>
                <a:ext cx="346320" cy="17748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9D3E5738-DFAA-2964-8C91-6FDE1F9329AE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0543314" y="3079710"/>
                  <a:ext cx="358573" cy="189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B2841C21-BF3A-3601-E75C-6C69D2656440}"/>
              </a:ext>
            </a:extLst>
          </p:cNvPr>
          <p:cNvGrpSpPr/>
          <p:nvPr/>
        </p:nvGrpSpPr>
        <p:grpSpPr>
          <a:xfrm>
            <a:off x="10080000" y="1696590"/>
            <a:ext cx="1514520" cy="1492920"/>
            <a:chOff x="10080000" y="1696590"/>
            <a:chExt cx="1514520" cy="1492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BC928C62-090F-762C-4350-D64718AB0AAE}"/>
                    </a:ext>
                  </a:extLst>
                </p14:cNvPr>
                <p14:cNvContentPartPr/>
                <p14:nvPr/>
              </p14:nvContentPartPr>
              <p14:xfrm>
                <a:off x="10178640" y="2101590"/>
                <a:ext cx="1000800" cy="108792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BC928C62-090F-762C-4350-D64718AB0AAE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0172520" y="2095470"/>
                  <a:ext cx="1013040" cy="11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5DB5D71A-F23A-7DAD-A040-52BFD503AD08}"/>
                    </a:ext>
                  </a:extLst>
                </p14:cNvPr>
                <p14:cNvContentPartPr/>
                <p14:nvPr/>
              </p14:nvContentPartPr>
              <p14:xfrm>
                <a:off x="10080000" y="1942830"/>
                <a:ext cx="370080" cy="32724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5DB5D71A-F23A-7DAD-A040-52BFD503AD08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0073880" y="1936710"/>
                  <a:ext cx="382320" cy="33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A26C7EDB-F2CC-9BBC-EB26-997DEC081209}"/>
                    </a:ext>
                  </a:extLst>
                </p14:cNvPr>
                <p14:cNvContentPartPr/>
                <p14:nvPr/>
              </p14:nvContentPartPr>
              <p14:xfrm>
                <a:off x="11349720" y="1696590"/>
                <a:ext cx="244800" cy="58428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A26C7EDB-F2CC-9BBC-EB26-997DEC081209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1343600" y="1690470"/>
                  <a:ext cx="257040" cy="5965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570490797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01DBEC-B51D-197E-71F3-40F8C570A6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diagram of a diagram&#10;&#10;AI-generated content may be incorrect.">
            <a:extLst>
              <a:ext uri="{FF2B5EF4-FFF2-40B4-BE49-F238E27FC236}">
                <a16:creationId xmlns:a16="http://schemas.microsoft.com/office/drawing/2014/main" id="{26EDDC85-05CB-F3BA-6669-20D7F61C54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197" y="643466"/>
            <a:ext cx="10817605" cy="557106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550938B-E396-30E5-07F1-19A1311781D4}"/>
              </a:ext>
            </a:extLst>
          </p:cNvPr>
          <p:cNvSpPr txBox="1"/>
          <p:nvPr/>
        </p:nvSpPr>
        <p:spPr>
          <a:xfrm>
            <a:off x="283029" y="250371"/>
            <a:ext cx="75939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  <a:hlinkClick r:id="rId3"/>
              </a:rPr>
              <a:t>https://www.artofcse.com/learning/introduction-to-dynamic-programming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E584499-85D6-2204-CEDB-23B2A0E0BE3B}"/>
              </a:ext>
            </a:extLst>
          </p:cNvPr>
          <p:cNvSpPr/>
          <p:nvPr/>
        </p:nvSpPr>
        <p:spPr>
          <a:xfrm>
            <a:off x="457200" y="6214532"/>
            <a:ext cx="10817605" cy="3930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B30439DD-B24A-D415-A197-0C43C030FACF}"/>
              </a:ext>
            </a:extLst>
          </p:cNvPr>
          <p:cNvGrpSpPr/>
          <p:nvPr/>
        </p:nvGrpSpPr>
        <p:grpSpPr>
          <a:xfrm>
            <a:off x="296820" y="4770990"/>
            <a:ext cx="962640" cy="955800"/>
            <a:chOff x="296820" y="4770990"/>
            <a:chExt cx="962640" cy="955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9617CBE2-1D31-7316-0163-7E1161762E44}"/>
                    </a:ext>
                  </a:extLst>
                </p14:cNvPr>
                <p14:cNvContentPartPr/>
                <p14:nvPr/>
              </p14:nvContentPartPr>
              <p14:xfrm>
                <a:off x="604620" y="4944150"/>
                <a:ext cx="464040" cy="7826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9617CBE2-1D31-7316-0163-7E1161762E44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98500" y="4938030"/>
                  <a:ext cx="476280" cy="79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47C45D3C-EF75-3DE9-2F4E-7D1E3374D36D}"/>
                    </a:ext>
                  </a:extLst>
                </p14:cNvPr>
                <p14:cNvContentPartPr/>
                <p14:nvPr/>
              </p14:nvContentPartPr>
              <p14:xfrm>
                <a:off x="971460" y="4834350"/>
                <a:ext cx="288000" cy="2923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47C45D3C-EF75-3DE9-2F4E-7D1E3374D36D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965348" y="4828230"/>
                  <a:ext cx="300225" cy="30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0507F204-0243-C3BE-C84B-A22D23ECABA9}"/>
                    </a:ext>
                  </a:extLst>
                </p14:cNvPr>
                <p14:cNvContentPartPr/>
                <p14:nvPr/>
              </p14:nvContentPartPr>
              <p14:xfrm>
                <a:off x="296820" y="4770990"/>
                <a:ext cx="253440" cy="33732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0507F204-0243-C3BE-C84B-A22D23ECABA9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90700" y="4764863"/>
                  <a:ext cx="265680" cy="349573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060FE17A-AD21-DA6D-FC50-973ACF79331A}"/>
                  </a:ext>
                </a:extLst>
              </p14:cNvPr>
              <p14:cNvContentPartPr/>
              <p14:nvPr/>
            </p14:nvContentPartPr>
            <p14:xfrm>
              <a:off x="2478420" y="5149710"/>
              <a:ext cx="402480" cy="7023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060FE17A-AD21-DA6D-FC50-973ACF79331A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472305" y="5143587"/>
                <a:ext cx="414709" cy="71460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E870532D-6B37-7B95-18CE-CD859E5E5469}"/>
                  </a:ext>
                </a:extLst>
              </p14:cNvPr>
              <p14:cNvContentPartPr/>
              <p14:nvPr/>
            </p14:nvContentPartPr>
            <p14:xfrm>
              <a:off x="2479860" y="5153670"/>
              <a:ext cx="308880" cy="2088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E870532D-6B37-7B95-18CE-CD859E5E5469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473740" y="5147550"/>
                <a:ext cx="321120" cy="3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887D459E-394A-2B09-5B12-E056D6145844}"/>
                  </a:ext>
                </a:extLst>
              </p14:cNvPr>
              <p14:cNvContentPartPr/>
              <p14:nvPr/>
            </p14:nvContentPartPr>
            <p14:xfrm>
              <a:off x="2948580" y="5173470"/>
              <a:ext cx="150840" cy="50652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887D459E-394A-2B09-5B12-E056D6145844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942460" y="5167350"/>
                <a:ext cx="163080" cy="518760"/>
              </a:xfrm>
              <a:prstGeom prst="rect">
                <a:avLst/>
              </a:prstGeom>
            </p:spPr>
          </p:pic>
        </mc:Fallback>
      </mc:AlternateContent>
      <p:grpSp>
        <p:nvGrpSpPr>
          <p:cNvPr id="11" name="Group 10">
            <a:extLst>
              <a:ext uri="{FF2B5EF4-FFF2-40B4-BE49-F238E27FC236}">
                <a16:creationId xmlns:a16="http://schemas.microsoft.com/office/drawing/2014/main" id="{50251850-F4C8-DA1D-2F8A-03260B064B40}"/>
              </a:ext>
            </a:extLst>
          </p:cNvPr>
          <p:cNvGrpSpPr/>
          <p:nvPr/>
        </p:nvGrpSpPr>
        <p:grpSpPr>
          <a:xfrm>
            <a:off x="1485540" y="3542310"/>
            <a:ext cx="710280" cy="938880"/>
            <a:chOff x="1485540" y="3542310"/>
            <a:chExt cx="710280" cy="938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AC6EE512-160A-D607-DA57-46ACD81E75AB}"/>
                    </a:ext>
                  </a:extLst>
                </p14:cNvPr>
                <p14:cNvContentPartPr/>
                <p14:nvPr/>
              </p14:nvContentPartPr>
              <p14:xfrm>
                <a:off x="1485540" y="3702510"/>
                <a:ext cx="547920" cy="77868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AC6EE512-160A-D607-DA57-46ACD81E75AB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479420" y="3696390"/>
                  <a:ext cx="560160" cy="79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CC3C50B0-3699-D281-7CD0-E5A5B085DE28}"/>
                    </a:ext>
                  </a:extLst>
                </p14:cNvPr>
                <p14:cNvContentPartPr/>
                <p14:nvPr/>
              </p14:nvContentPartPr>
              <p14:xfrm>
                <a:off x="1885860" y="3542310"/>
                <a:ext cx="309960" cy="34020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CC3C50B0-3699-D281-7CD0-E5A5B085DE28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879740" y="3536190"/>
                  <a:ext cx="322200" cy="352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AA8001A0-8ED4-F790-4061-887C5353D4F4}"/>
                  </a:ext>
                </a:extLst>
              </p14:cNvPr>
              <p14:cNvContentPartPr/>
              <p14:nvPr/>
            </p14:nvContentPartPr>
            <p14:xfrm>
              <a:off x="845820" y="3666870"/>
              <a:ext cx="398880" cy="43740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AA8001A0-8ED4-F790-4061-887C5353D4F4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839700" y="3660750"/>
                <a:ext cx="411120" cy="449640"/>
              </a:xfrm>
              <a:prstGeom prst="rect">
                <a:avLst/>
              </a:prstGeom>
            </p:spPr>
          </p:pic>
        </mc:Fallback>
      </mc:AlternateContent>
      <p:grpSp>
        <p:nvGrpSpPr>
          <p:cNvPr id="25" name="Group 24">
            <a:extLst>
              <a:ext uri="{FF2B5EF4-FFF2-40B4-BE49-F238E27FC236}">
                <a16:creationId xmlns:a16="http://schemas.microsoft.com/office/drawing/2014/main" id="{B746B813-0E32-8C5F-D46E-F5A7F6179466}"/>
              </a:ext>
            </a:extLst>
          </p:cNvPr>
          <p:cNvGrpSpPr/>
          <p:nvPr/>
        </p:nvGrpSpPr>
        <p:grpSpPr>
          <a:xfrm>
            <a:off x="3289860" y="3885750"/>
            <a:ext cx="780480" cy="618120"/>
            <a:chOff x="3289860" y="3885750"/>
            <a:chExt cx="780480" cy="618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C48D6433-25EE-EC25-45D6-1BE01D9C4E89}"/>
                    </a:ext>
                  </a:extLst>
                </p14:cNvPr>
                <p14:cNvContentPartPr/>
                <p14:nvPr/>
              </p14:nvContentPartPr>
              <p14:xfrm>
                <a:off x="3289860" y="3926430"/>
                <a:ext cx="471600" cy="57744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C48D6433-25EE-EC25-45D6-1BE01D9C4E89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283740" y="3920314"/>
                  <a:ext cx="483840" cy="58967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C8B71121-484B-13BF-D5D9-DAD4D88EF60F}"/>
                    </a:ext>
                  </a:extLst>
                </p14:cNvPr>
                <p14:cNvContentPartPr/>
                <p14:nvPr/>
              </p14:nvContentPartPr>
              <p14:xfrm>
                <a:off x="3325500" y="3885750"/>
                <a:ext cx="296280" cy="687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C8B71121-484B-13BF-D5D9-DAD4D88EF60F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319380" y="3879630"/>
                  <a:ext cx="30852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84F7C233-681D-2AF5-B83A-71016DF7713A}"/>
                    </a:ext>
                  </a:extLst>
                </p14:cNvPr>
                <p14:cNvContentPartPr/>
                <p14:nvPr/>
              </p14:nvContentPartPr>
              <p14:xfrm>
                <a:off x="3920580" y="4108590"/>
                <a:ext cx="149760" cy="31356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84F7C233-681D-2AF5-B83A-71016DF7713A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914475" y="4102470"/>
                  <a:ext cx="161971" cy="325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5AC433BA-50AF-0317-2F33-3BE85DF72FA9}"/>
                  </a:ext>
                </a:extLst>
              </p14:cNvPr>
              <p14:cNvContentPartPr/>
              <p14:nvPr/>
            </p14:nvContentPartPr>
            <p14:xfrm>
              <a:off x="2478780" y="2262150"/>
              <a:ext cx="720360" cy="88128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5AC433BA-50AF-0317-2F33-3BE85DF72FA9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2472660" y="2256027"/>
                <a:ext cx="732600" cy="89352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6B454A94-E3AC-4E4D-57CE-26862490E89E}"/>
                  </a:ext>
                </a:extLst>
              </p14:cNvPr>
              <p14:cNvContentPartPr/>
              <p14:nvPr/>
            </p14:nvContentPartPr>
            <p14:xfrm>
              <a:off x="3108420" y="2034270"/>
              <a:ext cx="230760" cy="52524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6B454A94-E3AC-4E4D-57CE-26862490E89E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3102300" y="2028146"/>
                <a:ext cx="243000" cy="53748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0D62298A-182F-3343-2373-ED1FA10FB035}"/>
                  </a:ext>
                </a:extLst>
              </p14:cNvPr>
              <p14:cNvContentPartPr/>
              <p14:nvPr/>
            </p14:nvContentPartPr>
            <p14:xfrm>
              <a:off x="1942740" y="1964430"/>
              <a:ext cx="362520" cy="65340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0D62298A-182F-3343-2373-ED1FA10FB035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1936620" y="1958307"/>
                <a:ext cx="374760" cy="665647"/>
              </a:xfrm>
              <a:prstGeom prst="rect">
                <a:avLst/>
              </a:prstGeom>
            </p:spPr>
          </p:pic>
        </mc:Fallback>
      </mc:AlternateContent>
      <p:grpSp>
        <p:nvGrpSpPr>
          <p:cNvPr id="29" name="Group 28">
            <a:extLst>
              <a:ext uri="{FF2B5EF4-FFF2-40B4-BE49-F238E27FC236}">
                <a16:creationId xmlns:a16="http://schemas.microsoft.com/office/drawing/2014/main" id="{D2C13693-2967-96F5-DCA1-16F55EECE4E4}"/>
              </a:ext>
            </a:extLst>
          </p:cNvPr>
          <p:cNvGrpSpPr/>
          <p:nvPr/>
        </p:nvGrpSpPr>
        <p:grpSpPr>
          <a:xfrm>
            <a:off x="4170780" y="2559870"/>
            <a:ext cx="729720" cy="972720"/>
            <a:chOff x="4170780" y="2559870"/>
            <a:chExt cx="729720" cy="972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705B4382-6C8F-3BDF-369B-EE5A8F23E2BF}"/>
                    </a:ext>
                  </a:extLst>
                </p14:cNvPr>
                <p14:cNvContentPartPr/>
                <p14:nvPr/>
              </p14:nvContentPartPr>
              <p14:xfrm>
                <a:off x="4170780" y="2559870"/>
                <a:ext cx="676440" cy="88524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705B4382-6C8F-3BDF-369B-EE5A8F23E2BF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164663" y="2553750"/>
                  <a:ext cx="688673" cy="89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2EE6FCEB-0D0A-68E8-2523-5D3C954D55AD}"/>
                    </a:ext>
                  </a:extLst>
                </p14:cNvPr>
                <p14:cNvContentPartPr/>
                <p14:nvPr/>
              </p14:nvContentPartPr>
              <p14:xfrm>
                <a:off x="4652100" y="3177270"/>
                <a:ext cx="248400" cy="35532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2EE6FCEB-0D0A-68E8-2523-5D3C954D55AD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645980" y="3171150"/>
                  <a:ext cx="260640" cy="367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6D49461-5E4B-7D28-7B09-EE9DBFB26801}"/>
                  </a:ext>
                </a:extLst>
              </p14:cNvPr>
              <p14:cNvContentPartPr/>
              <p14:nvPr/>
            </p14:nvContentPartPr>
            <p14:xfrm>
              <a:off x="4318740" y="3760110"/>
              <a:ext cx="504720" cy="4424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6D49461-5E4B-7D28-7B09-EE9DBFB26801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4312620" y="3753990"/>
                <a:ext cx="516960" cy="45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91D7EE47-815A-BCDF-6B37-F87715AB6B41}"/>
                  </a:ext>
                </a:extLst>
              </p14:cNvPr>
              <p14:cNvContentPartPr/>
              <p14:nvPr/>
            </p14:nvContentPartPr>
            <p14:xfrm>
              <a:off x="4263300" y="4150350"/>
              <a:ext cx="150480" cy="11196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91D7EE47-815A-BCDF-6B37-F87715AB6B41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4257180" y="4144250"/>
                <a:ext cx="162720" cy="12416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93B4814A-009A-4C2F-30C0-F8631E370FEC}"/>
                  </a:ext>
                </a:extLst>
              </p14:cNvPr>
              <p14:cNvContentPartPr/>
              <p14:nvPr/>
            </p14:nvContentPartPr>
            <p14:xfrm>
              <a:off x="4732020" y="3988350"/>
              <a:ext cx="378720" cy="43560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93B4814A-009A-4C2F-30C0-F8631E370FEC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4725900" y="3982230"/>
                <a:ext cx="390960" cy="44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5EEA8BD3-791C-D114-638E-74B0A063FCAE}"/>
                  </a:ext>
                </a:extLst>
              </p14:cNvPr>
              <p14:cNvContentPartPr/>
              <p14:nvPr/>
            </p14:nvContentPartPr>
            <p14:xfrm>
              <a:off x="5052060" y="3977550"/>
              <a:ext cx="131760" cy="15840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5EEA8BD3-791C-D114-638E-74B0A063FCAE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5045940" y="3971430"/>
                <a:ext cx="144000" cy="17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60B75FBC-3C8D-C7E8-F3D0-B991EB8686B9}"/>
                  </a:ext>
                </a:extLst>
              </p14:cNvPr>
              <p14:cNvContentPartPr/>
              <p14:nvPr/>
            </p14:nvContentPartPr>
            <p14:xfrm>
              <a:off x="5176980" y="4332510"/>
              <a:ext cx="150120" cy="34092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60B75FBC-3C8D-C7E8-F3D0-B991EB8686B9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5170860" y="4326390"/>
                <a:ext cx="162360" cy="353160"/>
              </a:xfrm>
              <a:prstGeom prst="rect">
                <a:avLst/>
              </a:prstGeom>
            </p:spPr>
          </p:pic>
        </mc:Fallback>
      </mc:AlternateContent>
      <p:grpSp>
        <p:nvGrpSpPr>
          <p:cNvPr id="39" name="Group 38">
            <a:extLst>
              <a:ext uri="{FF2B5EF4-FFF2-40B4-BE49-F238E27FC236}">
                <a16:creationId xmlns:a16="http://schemas.microsoft.com/office/drawing/2014/main" id="{BA2ACB57-E0F0-B18F-9774-1DECCAAD0867}"/>
              </a:ext>
            </a:extLst>
          </p:cNvPr>
          <p:cNvGrpSpPr/>
          <p:nvPr/>
        </p:nvGrpSpPr>
        <p:grpSpPr>
          <a:xfrm>
            <a:off x="5600700" y="3759030"/>
            <a:ext cx="858240" cy="676080"/>
            <a:chOff x="5600700" y="3759030"/>
            <a:chExt cx="858240" cy="676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C35026CC-0742-95D0-CEA8-9BBF9FFBF32E}"/>
                    </a:ext>
                  </a:extLst>
                </p14:cNvPr>
                <p14:cNvContentPartPr/>
                <p14:nvPr/>
              </p14:nvContentPartPr>
              <p14:xfrm>
                <a:off x="5600700" y="3783150"/>
                <a:ext cx="329400" cy="44676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C35026CC-0742-95D0-CEA8-9BBF9FFBF32E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5594580" y="3777030"/>
                  <a:ext cx="341640" cy="45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1C907D67-1182-D463-8E41-09B3ABCEFEBC}"/>
                    </a:ext>
                  </a:extLst>
                </p14:cNvPr>
                <p14:cNvContentPartPr/>
                <p14:nvPr/>
              </p14:nvContentPartPr>
              <p14:xfrm>
                <a:off x="5852340" y="4173030"/>
                <a:ext cx="127440" cy="19152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1C907D67-1182-D463-8E41-09B3ABCEFEBC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846237" y="4166898"/>
                  <a:ext cx="139646" cy="20378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66987B49-D9E1-EE11-5C0C-D9B8FDC2BD34}"/>
                    </a:ext>
                  </a:extLst>
                </p14:cNvPr>
                <p14:cNvContentPartPr/>
                <p14:nvPr/>
              </p14:nvContentPartPr>
              <p14:xfrm>
                <a:off x="6146460" y="3831750"/>
                <a:ext cx="220680" cy="60336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66987B49-D9E1-EE11-5C0C-D9B8FDC2BD34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140350" y="3825630"/>
                  <a:ext cx="232900" cy="61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A7169325-232A-42E7-A351-89F80CC5BB38}"/>
                    </a:ext>
                  </a:extLst>
                </p14:cNvPr>
                <p14:cNvContentPartPr/>
                <p14:nvPr/>
              </p14:nvContentPartPr>
              <p14:xfrm>
                <a:off x="6160860" y="3759030"/>
                <a:ext cx="298080" cy="3564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A7169325-232A-42E7-A351-89F80CC5BB38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6154740" y="3752848"/>
                  <a:ext cx="310320" cy="48005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2A0B625A-FAE8-15CB-BF9E-6456A74160BB}"/>
                  </a:ext>
                </a:extLst>
              </p14:cNvPr>
              <p14:cNvContentPartPr/>
              <p14:nvPr/>
            </p14:nvContentPartPr>
            <p14:xfrm>
              <a:off x="6617340" y="3987630"/>
              <a:ext cx="127800" cy="43488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2A0B625A-FAE8-15CB-BF9E-6456A74160BB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6611237" y="3981510"/>
                <a:ext cx="140006" cy="447120"/>
              </a:xfrm>
              <a:prstGeom prst="rect">
                <a:avLst/>
              </a:prstGeom>
            </p:spPr>
          </p:pic>
        </mc:Fallback>
      </mc:AlternateContent>
      <p:grpSp>
        <p:nvGrpSpPr>
          <p:cNvPr id="42" name="Group 41">
            <a:extLst>
              <a:ext uri="{FF2B5EF4-FFF2-40B4-BE49-F238E27FC236}">
                <a16:creationId xmlns:a16="http://schemas.microsoft.com/office/drawing/2014/main" id="{8985AE92-8BC2-8AA2-4FA5-0FC124178899}"/>
              </a:ext>
            </a:extLst>
          </p:cNvPr>
          <p:cNvGrpSpPr/>
          <p:nvPr/>
        </p:nvGrpSpPr>
        <p:grpSpPr>
          <a:xfrm>
            <a:off x="5007060" y="2331990"/>
            <a:ext cx="1198440" cy="983160"/>
            <a:chOff x="5007060" y="2331990"/>
            <a:chExt cx="1198440" cy="983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F35D7FB1-E48F-7072-BAA9-BDDA5BF81DB8}"/>
                    </a:ext>
                  </a:extLst>
                </p14:cNvPr>
                <p14:cNvContentPartPr/>
                <p14:nvPr/>
              </p14:nvContentPartPr>
              <p14:xfrm>
                <a:off x="5007060" y="2420190"/>
                <a:ext cx="674640" cy="8949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F35D7FB1-E48F-7072-BAA9-BDDA5BF81DB8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5000940" y="2414070"/>
                  <a:ext cx="686880" cy="90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013D8392-14E3-037C-2090-082B8D07E96F}"/>
                    </a:ext>
                  </a:extLst>
                </p14:cNvPr>
                <p14:cNvContentPartPr/>
                <p14:nvPr/>
              </p14:nvContentPartPr>
              <p14:xfrm>
                <a:off x="5074740" y="2331990"/>
                <a:ext cx="410760" cy="12600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013D8392-14E3-037C-2090-082B8D07E96F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068620" y="2325870"/>
                  <a:ext cx="42300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09F921A2-6A84-B251-D4C0-2FB502D90D4F}"/>
                    </a:ext>
                  </a:extLst>
                </p14:cNvPr>
                <p14:cNvContentPartPr/>
                <p14:nvPr/>
              </p14:nvContentPartPr>
              <p14:xfrm>
                <a:off x="5863140" y="2673270"/>
                <a:ext cx="342360" cy="41580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09F921A2-6A84-B251-D4C0-2FB502D90D4F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5857020" y="2667150"/>
                  <a:ext cx="354600" cy="428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D5427741-8702-36F6-4C55-F2861E768172}"/>
              </a:ext>
            </a:extLst>
          </p:cNvPr>
          <p:cNvGrpSpPr/>
          <p:nvPr/>
        </p:nvGrpSpPr>
        <p:grpSpPr>
          <a:xfrm>
            <a:off x="4158540" y="925470"/>
            <a:ext cx="1444680" cy="869400"/>
            <a:chOff x="4158540" y="925470"/>
            <a:chExt cx="1444680" cy="869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FD268FA9-C37D-8522-B479-51647718BAD8}"/>
                    </a:ext>
                  </a:extLst>
                </p14:cNvPr>
                <p14:cNvContentPartPr/>
                <p14:nvPr/>
              </p14:nvContentPartPr>
              <p14:xfrm>
                <a:off x="4158540" y="1062270"/>
                <a:ext cx="1258200" cy="73260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FD268FA9-C37D-8522-B479-51647718BAD8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4152418" y="1056153"/>
                  <a:ext cx="1270444" cy="74483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C2C27AB0-7A86-43A1-8FB3-277CD571AEC8}"/>
                    </a:ext>
                  </a:extLst>
                </p14:cNvPr>
                <p14:cNvContentPartPr/>
                <p14:nvPr/>
              </p14:nvContentPartPr>
              <p14:xfrm>
                <a:off x="5246460" y="925470"/>
                <a:ext cx="356760" cy="4287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C2C27AB0-7A86-43A1-8FB3-277CD571AEC8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5240340" y="919350"/>
                  <a:ext cx="369000" cy="441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6FFC8FD8-9FEE-24DF-0CB9-32B2F2D0054B}"/>
                  </a:ext>
                </a:extLst>
              </p14:cNvPr>
              <p14:cNvContentPartPr/>
              <p14:nvPr/>
            </p14:nvContentPartPr>
            <p14:xfrm>
              <a:off x="5875020" y="2650590"/>
              <a:ext cx="384840" cy="493560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6FFC8FD8-9FEE-24DF-0CB9-32B2F2D0054B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5868900" y="2644470"/>
                <a:ext cx="397080" cy="50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3BC5CEA4-5276-038D-B0DC-41AC2EA5D74E}"/>
                  </a:ext>
                </a:extLst>
              </p14:cNvPr>
              <p14:cNvContentPartPr/>
              <p14:nvPr/>
            </p14:nvContentPartPr>
            <p14:xfrm>
              <a:off x="5838660" y="2625390"/>
              <a:ext cx="242640" cy="20952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3BC5CEA4-5276-038D-B0DC-41AC2EA5D74E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5832540" y="2619270"/>
                <a:ext cx="254880" cy="221760"/>
              </a:xfrm>
              <a:prstGeom prst="rect">
                <a:avLst/>
              </a:prstGeom>
            </p:spPr>
          </p:pic>
        </mc:Fallback>
      </mc:AlternateContent>
      <p:grpSp>
        <p:nvGrpSpPr>
          <p:cNvPr id="50" name="Group 49">
            <a:extLst>
              <a:ext uri="{FF2B5EF4-FFF2-40B4-BE49-F238E27FC236}">
                <a16:creationId xmlns:a16="http://schemas.microsoft.com/office/drawing/2014/main" id="{0CDD5A29-5A23-2EA5-EB8C-B888713CAFF3}"/>
              </a:ext>
            </a:extLst>
          </p:cNvPr>
          <p:cNvGrpSpPr/>
          <p:nvPr/>
        </p:nvGrpSpPr>
        <p:grpSpPr>
          <a:xfrm>
            <a:off x="3748860" y="720270"/>
            <a:ext cx="501840" cy="527760"/>
            <a:chOff x="3748860" y="720270"/>
            <a:chExt cx="501840" cy="527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D276E7AE-C18A-C83A-2611-D3D407A858AF}"/>
                    </a:ext>
                  </a:extLst>
                </p14:cNvPr>
                <p14:cNvContentPartPr/>
                <p14:nvPr/>
              </p14:nvContentPartPr>
              <p14:xfrm>
                <a:off x="3748860" y="720270"/>
                <a:ext cx="287280" cy="52776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D276E7AE-C18A-C83A-2611-D3D407A858AF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3742740" y="714150"/>
                  <a:ext cx="299520" cy="54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C36D10F2-583B-9BAD-5B8E-91D53925A0C6}"/>
                    </a:ext>
                  </a:extLst>
                </p14:cNvPr>
                <p14:cNvContentPartPr/>
                <p14:nvPr/>
              </p14:nvContentPartPr>
              <p14:xfrm>
                <a:off x="3760380" y="786870"/>
                <a:ext cx="490320" cy="3600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C36D10F2-583B-9BAD-5B8E-91D53925A0C6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3754260" y="780750"/>
                  <a:ext cx="502560" cy="48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9DD04BC5-991E-C419-630C-6BB839CECDC3}"/>
              </a:ext>
            </a:extLst>
          </p:cNvPr>
          <p:cNvGrpSpPr/>
          <p:nvPr/>
        </p:nvGrpSpPr>
        <p:grpSpPr>
          <a:xfrm>
            <a:off x="7452000" y="878670"/>
            <a:ext cx="1704240" cy="654840"/>
            <a:chOff x="7452000" y="878670"/>
            <a:chExt cx="1704240" cy="654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11610712-417A-8915-2D47-3CA482B15C45}"/>
                    </a:ext>
                  </a:extLst>
                </p14:cNvPr>
                <p14:cNvContentPartPr/>
                <p14:nvPr/>
              </p14:nvContentPartPr>
              <p14:xfrm>
                <a:off x="7452000" y="878670"/>
                <a:ext cx="1613880" cy="55944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11610712-417A-8915-2D47-3CA482B15C45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7445880" y="872546"/>
                  <a:ext cx="1626120" cy="57168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8BC88615-E2C3-E067-08EA-7FD70E6BE3F9}"/>
                    </a:ext>
                  </a:extLst>
                </p14:cNvPr>
                <p14:cNvContentPartPr/>
                <p14:nvPr/>
              </p14:nvContentPartPr>
              <p14:xfrm>
                <a:off x="8922600" y="1325430"/>
                <a:ext cx="233640" cy="20808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8BC88615-E2C3-E067-08EA-7FD70E6BE3F9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8916471" y="1319310"/>
                  <a:ext cx="245899" cy="220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9EB35FD8-4DD5-3F6D-4970-1D1F575C7F88}"/>
              </a:ext>
            </a:extLst>
          </p:cNvPr>
          <p:cNvGrpSpPr/>
          <p:nvPr/>
        </p:nvGrpSpPr>
        <p:grpSpPr>
          <a:xfrm>
            <a:off x="7623720" y="2205630"/>
            <a:ext cx="1097280" cy="948960"/>
            <a:chOff x="7623720" y="2205630"/>
            <a:chExt cx="1097280" cy="948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F1C3976C-6CAE-E4D1-97A3-C394AE7DD58E}"/>
                    </a:ext>
                  </a:extLst>
                </p14:cNvPr>
                <p14:cNvContentPartPr/>
                <p14:nvPr/>
              </p14:nvContentPartPr>
              <p14:xfrm>
                <a:off x="7874280" y="2205630"/>
                <a:ext cx="846720" cy="71928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F1C3976C-6CAE-E4D1-97A3-C394AE7DD58E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7868160" y="2199513"/>
                  <a:ext cx="858960" cy="73151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BE32B0D5-97A6-C4FF-C2AB-F1F49385CC8A}"/>
                    </a:ext>
                  </a:extLst>
                </p14:cNvPr>
                <p14:cNvContentPartPr/>
                <p14:nvPr/>
              </p14:nvContentPartPr>
              <p14:xfrm>
                <a:off x="7623720" y="2765790"/>
                <a:ext cx="455760" cy="38880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BE32B0D5-97A6-C4FF-C2AB-F1F49385CC8A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7617605" y="2759670"/>
                  <a:ext cx="467990" cy="40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3478113B-701A-F65B-6A32-0185B53EA1D6}"/>
                    </a:ext>
                  </a:extLst>
                </p14:cNvPr>
                <p14:cNvContentPartPr/>
                <p14:nvPr/>
              </p14:nvContentPartPr>
              <p14:xfrm>
                <a:off x="7851240" y="2891790"/>
                <a:ext cx="46800" cy="25056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3478113B-701A-F65B-6A32-0185B53EA1D6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7845120" y="2885670"/>
                  <a:ext cx="59040" cy="262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D7B2DF23-9940-FF11-EE47-9C1C65F9CF08}"/>
              </a:ext>
            </a:extLst>
          </p:cNvPr>
          <p:cNvGrpSpPr/>
          <p:nvPr/>
        </p:nvGrpSpPr>
        <p:grpSpPr>
          <a:xfrm>
            <a:off x="6960600" y="3748590"/>
            <a:ext cx="457200" cy="525960"/>
            <a:chOff x="6960600" y="3748590"/>
            <a:chExt cx="457200" cy="525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D0CF0B83-57C9-D3F4-BA6C-AD98CA558E4A}"/>
                    </a:ext>
                  </a:extLst>
                </p14:cNvPr>
                <p14:cNvContentPartPr/>
                <p14:nvPr/>
              </p14:nvContentPartPr>
              <p14:xfrm>
                <a:off x="7067160" y="3748590"/>
                <a:ext cx="350640" cy="41436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D0CF0B83-57C9-D3F4-BA6C-AD98CA558E4A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7061040" y="3742470"/>
                  <a:ext cx="362880" cy="42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7AC5F9DD-27B8-D805-9820-24898FC8DCE6}"/>
                    </a:ext>
                  </a:extLst>
                </p14:cNvPr>
                <p14:cNvContentPartPr/>
                <p14:nvPr/>
              </p14:nvContentPartPr>
              <p14:xfrm>
                <a:off x="6960600" y="4091670"/>
                <a:ext cx="229680" cy="18288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7AC5F9DD-27B8-D805-9820-24898FC8DCE6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6954470" y="4085550"/>
                  <a:ext cx="241939" cy="195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283CF381-6703-EA2E-2FF1-7C1D0A6FC461}"/>
              </a:ext>
            </a:extLst>
          </p:cNvPr>
          <p:cNvGrpSpPr/>
          <p:nvPr/>
        </p:nvGrpSpPr>
        <p:grpSpPr>
          <a:xfrm>
            <a:off x="7349400" y="3977550"/>
            <a:ext cx="659520" cy="655200"/>
            <a:chOff x="7349400" y="3977550"/>
            <a:chExt cx="659520" cy="655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827A9103-648F-9AC7-BE72-A4A7ACCC647F}"/>
                    </a:ext>
                  </a:extLst>
                </p14:cNvPr>
                <p14:cNvContentPartPr/>
                <p14:nvPr/>
              </p14:nvContentPartPr>
              <p14:xfrm>
                <a:off x="7349400" y="3997350"/>
                <a:ext cx="333360" cy="46080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827A9103-648F-9AC7-BE72-A4A7ACCC647F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7343280" y="3991230"/>
                  <a:ext cx="345600" cy="47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3C2CE365-23B0-5833-8119-9A78815849C3}"/>
                    </a:ext>
                  </a:extLst>
                </p14:cNvPr>
                <p14:cNvContentPartPr/>
                <p14:nvPr/>
              </p14:nvContentPartPr>
              <p14:xfrm>
                <a:off x="7635240" y="3977550"/>
                <a:ext cx="232920" cy="14112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3C2CE365-23B0-5833-8119-9A78815849C3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7629120" y="3971430"/>
                  <a:ext cx="24516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9C50B629-834D-BF28-73D2-245B9BF28D3C}"/>
                    </a:ext>
                  </a:extLst>
                </p14:cNvPr>
                <p14:cNvContentPartPr/>
                <p14:nvPr/>
              </p14:nvContentPartPr>
              <p14:xfrm>
                <a:off x="7749360" y="4238550"/>
                <a:ext cx="259560" cy="39420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9C50B629-834D-BF28-73D2-245B9BF28D3C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7743231" y="4232430"/>
                  <a:ext cx="271817" cy="406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2C187700-F5AC-56B1-E867-E965FC6DEB6E}"/>
              </a:ext>
            </a:extLst>
          </p:cNvPr>
          <p:cNvGrpSpPr/>
          <p:nvPr/>
        </p:nvGrpSpPr>
        <p:grpSpPr>
          <a:xfrm>
            <a:off x="8263800" y="3771270"/>
            <a:ext cx="1063800" cy="801000"/>
            <a:chOff x="8263800" y="3771270"/>
            <a:chExt cx="1063800" cy="801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3373AAA1-34CF-C70C-546E-86604EAC86B2}"/>
                    </a:ext>
                  </a:extLst>
                </p14:cNvPr>
                <p14:cNvContentPartPr/>
                <p14:nvPr/>
              </p14:nvContentPartPr>
              <p14:xfrm>
                <a:off x="8263800" y="3840390"/>
                <a:ext cx="334440" cy="57708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3373AAA1-34CF-C70C-546E-86604EAC86B2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8257680" y="3834270"/>
                  <a:ext cx="346680" cy="58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FCB5A06E-8604-A312-F077-D687422689F0}"/>
                    </a:ext>
                  </a:extLst>
                </p14:cNvPr>
                <p14:cNvContentPartPr/>
                <p14:nvPr/>
              </p14:nvContentPartPr>
              <p14:xfrm>
                <a:off x="8424000" y="4333590"/>
                <a:ext cx="298080" cy="18000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FCB5A06E-8604-A312-F077-D687422689F0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8417887" y="4327470"/>
                  <a:ext cx="310305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A1484484-8521-1D5E-2187-605A6CB3B5FE}"/>
                    </a:ext>
                  </a:extLst>
                </p14:cNvPr>
                <p14:cNvContentPartPr/>
                <p14:nvPr/>
              </p14:nvContentPartPr>
              <p14:xfrm>
                <a:off x="8606520" y="3840030"/>
                <a:ext cx="354960" cy="73224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A1484484-8521-1D5E-2187-605A6CB3B5FE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8600400" y="3833910"/>
                  <a:ext cx="367200" cy="74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AA3B39BD-4814-F9FB-5997-92E81F4CAC36}"/>
                    </a:ext>
                  </a:extLst>
                </p14:cNvPr>
                <p14:cNvContentPartPr/>
                <p14:nvPr/>
              </p14:nvContentPartPr>
              <p14:xfrm>
                <a:off x="8641080" y="3771270"/>
                <a:ext cx="238680" cy="4752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AA3B39BD-4814-F9FB-5997-92E81F4CAC36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8634960" y="3765150"/>
                  <a:ext cx="25092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1357C61E-CEE8-303E-1432-967F5B4AC5C4}"/>
                    </a:ext>
                  </a:extLst>
                </p14:cNvPr>
                <p14:cNvContentPartPr/>
                <p14:nvPr/>
              </p14:nvContentPartPr>
              <p14:xfrm>
                <a:off x="9154800" y="3974670"/>
                <a:ext cx="172800" cy="35640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1357C61E-CEE8-303E-1432-967F5B4AC5C4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9148680" y="3968550"/>
                  <a:ext cx="185040" cy="368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097B4800-DD85-053C-B017-8C88552926DE}"/>
              </a:ext>
            </a:extLst>
          </p:cNvPr>
          <p:cNvGrpSpPr/>
          <p:nvPr/>
        </p:nvGrpSpPr>
        <p:grpSpPr>
          <a:xfrm>
            <a:off x="8435160" y="2604510"/>
            <a:ext cx="867600" cy="813240"/>
            <a:chOff x="8435160" y="2604510"/>
            <a:chExt cx="867600" cy="813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997045C7-CB55-4A92-6376-BA914C6215B4}"/>
                    </a:ext>
                  </a:extLst>
                </p14:cNvPr>
                <p14:cNvContentPartPr/>
                <p14:nvPr/>
              </p14:nvContentPartPr>
              <p14:xfrm>
                <a:off x="8435160" y="2604510"/>
                <a:ext cx="603720" cy="80208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997045C7-CB55-4A92-6376-BA914C6215B4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8429040" y="2598387"/>
                  <a:ext cx="615960" cy="81432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7BFBCC4D-6798-EA72-3CBF-028C08270EBC}"/>
                    </a:ext>
                  </a:extLst>
                </p14:cNvPr>
                <p14:cNvContentPartPr/>
                <p14:nvPr/>
              </p14:nvContentPartPr>
              <p14:xfrm>
                <a:off x="9029160" y="2651670"/>
                <a:ext cx="126360" cy="28476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7BFBCC4D-6798-EA72-3CBF-028C08270EBC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9023040" y="2645550"/>
                  <a:ext cx="138600" cy="29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3FD08FCE-5D29-05DF-7797-417B6A1D025A}"/>
                    </a:ext>
                  </a:extLst>
                </p14:cNvPr>
                <p14:cNvContentPartPr/>
                <p14:nvPr/>
              </p14:nvContentPartPr>
              <p14:xfrm>
                <a:off x="9052560" y="3094830"/>
                <a:ext cx="250200" cy="32292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3FD08FCE-5D29-05DF-7797-417B6A1D025A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9046449" y="3088710"/>
                  <a:ext cx="262422" cy="335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13749172-3115-D382-E14E-DA6DB69904DE}"/>
              </a:ext>
            </a:extLst>
          </p:cNvPr>
          <p:cNvGrpSpPr/>
          <p:nvPr/>
        </p:nvGrpSpPr>
        <p:grpSpPr>
          <a:xfrm>
            <a:off x="9864000" y="2320110"/>
            <a:ext cx="1031760" cy="943200"/>
            <a:chOff x="9864000" y="2320110"/>
            <a:chExt cx="1031760" cy="943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8440CC5A-F1D0-B841-16FC-550D29B55BA1}"/>
                    </a:ext>
                  </a:extLst>
                </p14:cNvPr>
                <p14:cNvContentPartPr/>
                <p14:nvPr/>
              </p14:nvContentPartPr>
              <p14:xfrm>
                <a:off x="9864000" y="2320110"/>
                <a:ext cx="846360" cy="84456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8440CC5A-F1D0-B841-16FC-550D29B55BA1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9857880" y="2313990"/>
                  <a:ext cx="858600" cy="85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8E660F5D-7813-D5EB-0B75-98BC8A70636F}"/>
                    </a:ext>
                  </a:extLst>
                </p14:cNvPr>
                <p14:cNvContentPartPr/>
                <p14:nvPr/>
              </p14:nvContentPartPr>
              <p14:xfrm>
                <a:off x="10549440" y="3085830"/>
                <a:ext cx="346320" cy="17748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8E660F5D-7813-D5EB-0B75-98BC8A70636F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0543314" y="3079710"/>
                  <a:ext cx="358573" cy="189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EB9BEDD8-D4DC-6EC1-4A93-F0453648531F}"/>
              </a:ext>
            </a:extLst>
          </p:cNvPr>
          <p:cNvGrpSpPr/>
          <p:nvPr/>
        </p:nvGrpSpPr>
        <p:grpSpPr>
          <a:xfrm>
            <a:off x="10080000" y="1696590"/>
            <a:ext cx="1514520" cy="1492920"/>
            <a:chOff x="10080000" y="1696590"/>
            <a:chExt cx="1514520" cy="1492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5F26CF8E-1873-90AD-A4CC-AE64BCFB071D}"/>
                    </a:ext>
                  </a:extLst>
                </p14:cNvPr>
                <p14:cNvContentPartPr/>
                <p14:nvPr/>
              </p14:nvContentPartPr>
              <p14:xfrm>
                <a:off x="10178640" y="2101590"/>
                <a:ext cx="1000800" cy="108792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5F26CF8E-1873-90AD-A4CC-AE64BCFB071D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0172520" y="2095470"/>
                  <a:ext cx="1013040" cy="11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04330C64-303A-ED17-61E9-858201F2C450}"/>
                    </a:ext>
                  </a:extLst>
                </p14:cNvPr>
                <p14:cNvContentPartPr/>
                <p14:nvPr/>
              </p14:nvContentPartPr>
              <p14:xfrm>
                <a:off x="10080000" y="1942830"/>
                <a:ext cx="370080" cy="32724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04330C64-303A-ED17-61E9-858201F2C450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0073886" y="1936710"/>
                  <a:ext cx="382308" cy="33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A22DF9B2-FC5F-1A6C-D688-8CD00F2B73CF}"/>
                    </a:ext>
                  </a:extLst>
                </p14:cNvPr>
                <p14:cNvContentPartPr/>
                <p14:nvPr/>
              </p14:nvContentPartPr>
              <p14:xfrm>
                <a:off x="11349720" y="1696590"/>
                <a:ext cx="244800" cy="58428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A22DF9B2-FC5F-1A6C-D688-8CD00F2B73CF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1343591" y="1690470"/>
                  <a:ext cx="257058" cy="596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4669733F-73B7-C4DA-86F8-3AE39999B7FB}"/>
              </a:ext>
            </a:extLst>
          </p:cNvPr>
          <p:cNvGrpSpPr/>
          <p:nvPr/>
        </p:nvGrpSpPr>
        <p:grpSpPr>
          <a:xfrm>
            <a:off x="8190720" y="548190"/>
            <a:ext cx="1479960" cy="1292040"/>
            <a:chOff x="8190720" y="548190"/>
            <a:chExt cx="1479960" cy="1292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9D7BEBA7-4AC8-928C-731C-C7F185ED95A2}"/>
                    </a:ext>
                  </a:extLst>
                </p14:cNvPr>
                <p14:cNvContentPartPr/>
                <p14:nvPr/>
              </p14:nvContentPartPr>
              <p14:xfrm>
                <a:off x="8457120" y="626310"/>
                <a:ext cx="1213560" cy="121392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9D7BEBA7-4AC8-928C-731C-C7F185ED95A2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8451000" y="620190"/>
                  <a:ext cx="1225800" cy="122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1032DA18-4612-A605-162B-DDECFFDFD6E5}"/>
                    </a:ext>
                  </a:extLst>
                </p14:cNvPr>
                <p14:cNvContentPartPr/>
                <p14:nvPr/>
              </p14:nvContentPartPr>
              <p14:xfrm>
                <a:off x="8190720" y="548190"/>
                <a:ext cx="414720" cy="28764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1032DA18-4612-A605-162B-DDECFFDFD6E5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8184600" y="542070"/>
                  <a:ext cx="426960" cy="299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6CB6C270-AA2F-29E2-528E-37C4FFD1D460}"/>
                  </a:ext>
                </a:extLst>
              </p14:cNvPr>
              <p14:cNvContentPartPr/>
              <p14:nvPr/>
            </p14:nvContentPartPr>
            <p14:xfrm>
              <a:off x="9532800" y="444150"/>
              <a:ext cx="466920" cy="425520"/>
            </p14:xfrm>
          </p:contentPart>
        </mc:Choice>
        <mc:Fallback xmlns=""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6CB6C270-AA2F-29E2-528E-37C4FFD1D460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9526680" y="438030"/>
                <a:ext cx="479160" cy="437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32693535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172BA9F-62E8-47A2-BB74-4AB42D4F37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diagram of a diagram&#10;&#10;AI-generated content may be incorrect.">
            <a:extLst>
              <a:ext uri="{FF2B5EF4-FFF2-40B4-BE49-F238E27FC236}">
                <a16:creationId xmlns:a16="http://schemas.microsoft.com/office/drawing/2014/main" id="{59AE28E0-A5EC-6D26-83F6-2E67250760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197" y="643466"/>
            <a:ext cx="10817605" cy="557106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E5D7944-A6DD-49F5-A0F2-FFBD36306CE9}"/>
              </a:ext>
            </a:extLst>
          </p:cNvPr>
          <p:cNvSpPr txBox="1"/>
          <p:nvPr/>
        </p:nvSpPr>
        <p:spPr>
          <a:xfrm>
            <a:off x="5811938" y="87943"/>
            <a:ext cx="1972015" cy="9848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5 + 3 = 8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3ADA713-303D-DC4C-EF21-9D291DDE78BA}"/>
              </a:ext>
            </a:extLst>
          </p:cNvPr>
          <p:cNvSpPr/>
          <p:nvPr/>
        </p:nvSpPr>
        <p:spPr>
          <a:xfrm>
            <a:off x="457200" y="6214532"/>
            <a:ext cx="10817605" cy="3930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627225B0-6887-67C4-28C0-95099FAB9EC6}"/>
              </a:ext>
            </a:extLst>
          </p:cNvPr>
          <p:cNvGrpSpPr/>
          <p:nvPr/>
        </p:nvGrpSpPr>
        <p:grpSpPr>
          <a:xfrm>
            <a:off x="296820" y="4770990"/>
            <a:ext cx="962640" cy="955800"/>
            <a:chOff x="296820" y="4770990"/>
            <a:chExt cx="962640" cy="955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315A3980-7CDE-0B23-6E55-986EACCDEF91}"/>
                    </a:ext>
                  </a:extLst>
                </p14:cNvPr>
                <p14:cNvContentPartPr/>
                <p14:nvPr/>
              </p14:nvContentPartPr>
              <p14:xfrm>
                <a:off x="604620" y="4944150"/>
                <a:ext cx="464040" cy="7826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315A3980-7CDE-0B23-6E55-986EACCDEF91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598500" y="4938030"/>
                  <a:ext cx="476280" cy="79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522E86BE-56AA-F4B1-23AC-A8C15122D3F5}"/>
                    </a:ext>
                  </a:extLst>
                </p14:cNvPr>
                <p14:cNvContentPartPr/>
                <p14:nvPr/>
              </p14:nvContentPartPr>
              <p14:xfrm>
                <a:off x="971460" y="4834350"/>
                <a:ext cx="288000" cy="2923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522E86BE-56AA-F4B1-23AC-A8C15122D3F5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965348" y="4828230"/>
                  <a:ext cx="300225" cy="30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98A11B11-5C28-FD02-CE2B-185825681617}"/>
                    </a:ext>
                  </a:extLst>
                </p14:cNvPr>
                <p14:cNvContentPartPr/>
                <p14:nvPr/>
              </p14:nvContentPartPr>
              <p14:xfrm>
                <a:off x="296820" y="4770990"/>
                <a:ext cx="253440" cy="33732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98A11B11-5C28-FD02-CE2B-185825681617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290700" y="4764863"/>
                  <a:ext cx="265680" cy="349573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20F0498B-C198-DB98-1D4A-F146219EF0C4}"/>
                  </a:ext>
                </a:extLst>
              </p14:cNvPr>
              <p14:cNvContentPartPr/>
              <p14:nvPr/>
            </p14:nvContentPartPr>
            <p14:xfrm>
              <a:off x="2478420" y="5149710"/>
              <a:ext cx="402480" cy="7023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20F0498B-C198-DB98-1D4A-F146219EF0C4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472305" y="5143587"/>
                <a:ext cx="414709" cy="71460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9C7B42D4-74DE-3775-431C-C9809542D11E}"/>
                  </a:ext>
                </a:extLst>
              </p14:cNvPr>
              <p14:cNvContentPartPr/>
              <p14:nvPr/>
            </p14:nvContentPartPr>
            <p14:xfrm>
              <a:off x="2479860" y="5153670"/>
              <a:ext cx="308880" cy="2088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9C7B42D4-74DE-3775-431C-C9809542D11E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473740" y="5147550"/>
                <a:ext cx="321120" cy="3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DBF39223-4B8E-E8F0-5D1F-452A72812DAF}"/>
                  </a:ext>
                </a:extLst>
              </p14:cNvPr>
              <p14:cNvContentPartPr/>
              <p14:nvPr/>
            </p14:nvContentPartPr>
            <p14:xfrm>
              <a:off x="2948580" y="5173470"/>
              <a:ext cx="150840" cy="50652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DBF39223-4B8E-E8F0-5D1F-452A72812DAF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2942460" y="5167350"/>
                <a:ext cx="163080" cy="518760"/>
              </a:xfrm>
              <a:prstGeom prst="rect">
                <a:avLst/>
              </a:prstGeom>
            </p:spPr>
          </p:pic>
        </mc:Fallback>
      </mc:AlternateContent>
      <p:grpSp>
        <p:nvGrpSpPr>
          <p:cNvPr id="11" name="Group 10">
            <a:extLst>
              <a:ext uri="{FF2B5EF4-FFF2-40B4-BE49-F238E27FC236}">
                <a16:creationId xmlns:a16="http://schemas.microsoft.com/office/drawing/2014/main" id="{295248D6-0F07-632E-35A5-CD599BA71C74}"/>
              </a:ext>
            </a:extLst>
          </p:cNvPr>
          <p:cNvGrpSpPr/>
          <p:nvPr/>
        </p:nvGrpSpPr>
        <p:grpSpPr>
          <a:xfrm>
            <a:off x="1485540" y="3542310"/>
            <a:ext cx="710280" cy="938880"/>
            <a:chOff x="1485540" y="3542310"/>
            <a:chExt cx="710280" cy="938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39046BF9-B741-0BCB-61A9-9616B35C9972}"/>
                    </a:ext>
                  </a:extLst>
                </p14:cNvPr>
                <p14:cNvContentPartPr/>
                <p14:nvPr/>
              </p14:nvContentPartPr>
              <p14:xfrm>
                <a:off x="1485540" y="3702510"/>
                <a:ext cx="547920" cy="77868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39046BF9-B741-0BCB-61A9-9616B35C9972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479420" y="3696390"/>
                  <a:ext cx="560160" cy="79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AF9E80B1-876B-AA0D-3B52-5E5C3829EC12}"/>
                    </a:ext>
                  </a:extLst>
                </p14:cNvPr>
                <p14:cNvContentPartPr/>
                <p14:nvPr/>
              </p14:nvContentPartPr>
              <p14:xfrm>
                <a:off x="1885860" y="3542310"/>
                <a:ext cx="309960" cy="34020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AF9E80B1-876B-AA0D-3B52-5E5C3829EC12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879740" y="3536190"/>
                  <a:ext cx="322200" cy="352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5E5F7DD2-8A7D-A779-869C-CC46664FD8AA}"/>
                  </a:ext>
                </a:extLst>
              </p14:cNvPr>
              <p14:cNvContentPartPr/>
              <p14:nvPr/>
            </p14:nvContentPartPr>
            <p14:xfrm>
              <a:off x="845820" y="3666870"/>
              <a:ext cx="398880" cy="43740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5E5F7DD2-8A7D-A779-869C-CC46664FD8AA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839700" y="3660750"/>
                <a:ext cx="411120" cy="449640"/>
              </a:xfrm>
              <a:prstGeom prst="rect">
                <a:avLst/>
              </a:prstGeom>
            </p:spPr>
          </p:pic>
        </mc:Fallback>
      </mc:AlternateContent>
      <p:grpSp>
        <p:nvGrpSpPr>
          <p:cNvPr id="25" name="Group 24">
            <a:extLst>
              <a:ext uri="{FF2B5EF4-FFF2-40B4-BE49-F238E27FC236}">
                <a16:creationId xmlns:a16="http://schemas.microsoft.com/office/drawing/2014/main" id="{401E45C9-3273-EB47-F976-D987A47A6B53}"/>
              </a:ext>
            </a:extLst>
          </p:cNvPr>
          <p:cNvGrpSpPr/>
          <p:nvPr/>
        </p:nvGrpSpPr>
        <p:grpSpPr>
          <a:xfrm>
            <a:off x="3289860" y="3885750"/>
            <a:ext cx="780480" cy="618120"/>
            <a:chOff x="3289860" y="3885750"/>
            <a:chExt cx="780480" cy="618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8BE73948-21F4-BCDF-A0B0-EC1FC8C19E90}"/>
                    </a:ext>
                  </a:extLst>
                </p14:cNvPr>
                <p14:cNvContentPartPr/>
                <p14:nvPr/>
              </p14:nvContentPartPr>
              <p14:xfrm>
                <a:off x="3289860" y="3926430"/>
                <a:ext cx="471600" cy="57744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8BE73948-21F4-BCDF-A0B0-EC1FC8C19E90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3283740" y="3920314"/>
                  <a:ext cx="483840" cy="58967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F02A69A0-9FEF-1456-3887-8D55331DE1C0}"/>
                    </a:ext>
                  </a:extLst>
                </p14:cNvPr>
                <p14:cNvContentPartPr/>
                <p14:nvPr/>
              </p14:nvContentPartPr>
              <p14:xfrm>
                <a:off x="3325500" y="3885750"/>
                <a:ext cx="296280" cy="687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F02A69A0-9FEF-1456-3887-8D55331DE1C0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3319380" y="3879630"/>
                  <a:ext cx="30852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07D2FD54-652A-9865-D10C-99B05B4AA6A6}"/>
                    </a:ext>
                  </a:extLst>
                </p14:cNvPr>
                <p14:cNvContentPartPr/>
                <p14:nvPr/>
              </p14:nvContentPartPr>
              <p14:xfrm>
                <a:off x="3920580" y="4108590"/>
                <a:ext cx="149760" cy="31356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07D2FD54-652A-9865-D10C-99B05B4AA6A6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3914475" y="4102470"/>
                  <a:ext cx="161971" cy="325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9760A076-5A66-1DC3-5D60-F9B7CCA3F61E}"/>
                  </a:ext>
                </a:extLst>
              </p14:cNvPr>
              <p14:cNvContentPartPr/>
              <p14:nvPr/>
            </p14:nvContentPartPr>
            <p14:xfrm>
              <a:off x="2478780" y="2262150"/>
              <a:ext cx="720360" cy="88128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9760A076-5A66-1DC3-5D60-F9B7CCA3F61E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2472660" y="2256027"/>
                <a:ext cx="732600" cy="89352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4E8142FB-3EED-2843-01D8-16E43084B913}"/>
                  </a:ext>
                </a:extLst>
              </p14:cNvPr>
              <p14:cNvContentPartPr/>
              <p14:nvPr/>
            </p14:nvContentPartPr>
            <p14:xfrm>
              <a:off x="3108420" y="2034270"/>
              <a:ext cx="230760" cy="52524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4E8142FB-3EED-2843-01D8-16E43084B913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3102300" y="2028146"/>
                <a:ext cx="243000" cy="53748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B8F0C3EA-6A59-CB4F-F9BC-94CA467B39F9}"/>
                  </a:ext>
                </a:extLst>
              </p14:cNvPr>
              <p14:cNvContentPartPr/>
              <p14:nvPr/>
            </p14:nvContentPartPr>
            <p14:xfrm>
              <a:off x="1942740" y="1964430"/>
              <a:ext cx="362520" cy="65340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B8F0C3EA-6A59-CB4F-F9BC-94CA467B39F9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1936620" y="1958307"/>
                <a:ext cx="374760" cy="665647"/>
              </a:xfrm>
              <a:prstGeom prst="rect">
                <a:avLst/>
              </a:prstGeom>
            </p:spPr>
          </p:pic>
        </mc:Fallback>
      </mc:AlternateContent>
      <p:grpSp>
        <p:nvGrpSpPr>
          <p:cNvPr id="29" name="Group 28">
            <a:extLst>
              <a:ext uri="{FF2B5EF4-FFF2-40B4-BE49-F238E27FC236}">
                <a16:creationId xmlns:a16="http://schemas.microsoft.com/office/drawing/2014/main" id="{C5944DD6-A9A8-DB73-2B19-D67965DE14B6}"/>
              </a:ext>
            </a:extLst>
          </p:cNvPr>
          <p:cNvGrpSpPr/>
          <p:nvPr/>
        </p:nvGrpSpPr>
        <p:grpSpPr>
          <a:xfrm>
            <a:off x="4170780" y="2559870"/>
            <a:ext cx="729720" cy="972720"/>
            <a:chOff x="4170780" y="2559870"/>
            <a:chExt cx="729720" cy="972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DFF0CA5C-05B0-EC06-3B32-8A4BC19F0CB1}"/>
                    </a:ext>
                  </a:extLst>
                </p14:cNvPr>
                <p14:cNvContentPartPr/>
                <p14:nvPr/>
              </p14:nvContentPartPr>
              <p14:xfrm>
                <a:off x="4170780" y="2559870"/>
                <a:ext cx="676440" cy="88524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DFF0CA5C-05B0-EC06-3B32-8A4BC19F0CB1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4164663" y="2553750"/>
                  <a:ext cx="688673" cy="89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A7B04040-5F1F-6A1B-115A-B0C25065F1ED}"/>
                    </a:ext>
                  </a:extLst>
                </p14:cNvPr>
                <p14:cNvContentPartPr/>
                <p14:nvPr/>
              </p14:nvContentPartPr>
              <p14:xfrm>
                <a:off x="4652100" y="3177270"/>
                <a:ext cx="248400" cy="35532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A7B04040-5F1F-6A1B-115A-B0C25065F1ED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4645980" y="3171150"/>
                  <a:ext cx="260640" cy="367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23FC8A55-B6D0-0FA6-05DD-F716B736BF72}"/>
                  </a:ext>
                </a:extLst>
              </p14:cNvPr>
              <p14:cNvContentPartPr/>
              <p14:nvPr/>
            </p14:nvContentPartPr>
            <p14:xfrm>
              <a:off x="4318740" y="3760110"/>
              <a:ext cx="504720" cy="4424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23FC8A55-B6D0-0FA6-05DD-F716B736BF72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4312620" y="3753990"/>
                <a:ext cx="516960" cy="45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F600B8F6-9EDD-5C4F-2354-487A2ED7E080}"/>
                  </a:ext>
                </a:extLst>
              </p14:cNvPr>
              <p14:cNvContentPartPr/>
              <p14:nvPr/>
            </p14:nvContentPartPr>
            <p14:xfrm>
              <a:off x="4263300" y="4150350"/>
              <a:ext cx="150480" cy="11196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F600B8F6-9EDD-5C4F-2354-487A2ED7E080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4257180" y="4144250"/>
                <a:ext cx="162720" cy="12416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E3D27401-D363-5F30-B5A0-1EB7634E4E42}"/>
                  </a:ext>
                </a:extLst>
              </p14:cNvPr>
              <p14:cNvContentPartPr/>
              <p14:nvPr/>
            </p14:nvContentPartPr>
            <p14:xfrm>
              <a:off x="4732020" y="3988350"/>
              <a:ext cx="378720" cy="43560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E3D27401-D363-5F30-B5A0-1EB7634E4E42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4725900" y="3982230"/>
                <a:ext cx="390960" cy="44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078F4915-75ED-059C-B899-67D3EA2D7A4A}"/>
                  </a:ext>
                </a:extLst>
              </p14:cNvPr>
              <p14:cNvContentPartPr/>
              <p14:nvPr/>
            </p14:nvContentPartPr>
            <p14:xfrm>
              <a:off x="5052060" y="3977550"/>
              <a:ext cx="131760" cy="15840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078F4915-75ED-059C-B899-67D3EA2D7A4A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5045940" y="3971430"/>
                <a:ext cx="144000" cy="17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92DE4B14-AB08-1AA8-12BB-1B68BBC4A87C}"/>
                  </a:ext>
                </a:extLst>
              </p14:cNvPr>
              <p14:cNvContentPartPr/>
              <p14:nvPr/>
            </p14:nvContentPartPr>
            <p14:xfrm>
              <a:off x="5176980" y="4332510"/>
              <a:ext cx="150120" cy="34092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92DE4B14-AB08-1AA8-12BB-1B68BBC4A87C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5170860" y="4326390"/>
                <a:ext cx="162360" cy="353160"/>
              </a:xfrm>
              <a:prstGeom prst="rect">
                <a:avLst/>
              </a:prstGeom>
            </p:spPr>
          </p:pic>
        </mc:Fallback>
      </mc:AlternateContent>
      <p:grpSp>
        <p:nvGrpSpPr>
          <p:cNvPr id="39" name="Group 38">
            <a:extLst>
              <a:ext uri="{FF2B5EF4-FFF2-40B4-BE49-F238E27FC236}">
                <a16:creationId xmlns:a16="http://schemas.microsoft.com/office/drawing/2014/main" id="{7099B29B-59CF-E54F-D22E-9EF46CB69A21}"/>
              </a:ext>
            </a:extLst>
          </p:cNvPr>
          <p:cNvGrpSpPr/>
          <p:nvPr/>
        </p:nvGrpSpPr>
        <p:grpSpPr>
          <a:xfrm>
            <a:off x="5600700" y="3759030"/>
            <a:ext cx="858240" cy="676080"/>
            <a:chOff x="5600700" y="3759030"/>
            <a:chExt cx="858240" cy="676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6D34EE2B-6DCE-1C5F-BD90-9BC06D392717}"/>
                    </a:ext>
                  </a:extLst>
                </p14:cNvPr>
                <p14:cNvContentPartPr/>
                <p14:nvPr/>
              </p14:nvContentPartPr>
              <p14:xfrm>
                <a:off x="5600700" y="3783150"/>
                <a:ext cx="329400" cy="44676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6D34EE2B-6DCE-1C5F-BD90-9BC06D392717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5594580" y="3777030"/>
                  <a:ext cx="341640" cy="45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3F3B735A-1340-645B-8952-C882D75B7DCF}"/>
                    </a:ext>
                  </a:extLst>
                </p14:cNvPr>
                <p14:cNvContentPartPr/>
                <p14:nvPr/>
              </p14:nvContentPartPr>
              <p14:xfrm>
                <a:off x="5852340" y="4173030"/>
                <a:ext cx="127440" cy="19152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3F3B735A-1340-645B-8952-C882D75B7DCF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5846237" y="4166898"/>
                  <a:ext cx="139646" cy="20378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7852D08E-A1DA-43E1-F69E-8A62D0294AB6}"/>
                    </a:ext>
                  </a:extLst>
                </p14:cNvPr>
                <p14:cNvContentPartPr/>
                <p14:nvPr/>
              </p14:nvContentPartPr>
              <p14:xfrm>
                <a:off x="6146460" y="3831750"/>
                <a:ext cx="220680" cy="60336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7852D08E-A1DA-43E1-F69E-8A62D0294AB6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6140350" y="3825630"/>
                  <a:ext cx="232900" cy="61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92CA4376-09F2-4DBF-1F4E-AFDC6C13403C}"/>
                    </a:ext>
                  </a:extLst>
                </p14:cNvPr>
                <p14:cNvContentPartPr/>
                <p14:nvPr/>
              </p14:nvContentPartPr>
              <p14:xfrm>
                <a:off x="6160860" y="3759030"/>
                <a:ext cx="298080" cy="3564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92CA4376-09F2-4DBF-1F4E-AFDC6C13403C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6154740" y="3752848"/>
                  <a:ext cx="310320" cy="48005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CAFD85C9-48EC-EA4F-C584-E2B30FF57AF4}"/>
                  </a:ext>
                </a:extLst>
              </p14:cNvPr>
              <p14:cNvContentPartPr/>
              <p14:nvPr/>
            </p14:nvContentPartPr>
            <p14:xfrm>
              <a:off x="6617340" y="3987630"/>
              <a:ext cx="127800" cy="43488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CAFD85C9-48EC-EA4F-C584-E2B30FF57AF4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6611237" y="3981510"/>
                <a:ext cx="140006" cy="447120"/>
              </a:xfrm>
              <a:prstGeom prst="rect">
                <a:avLst/>
              </a:prstGeom>
            </p:spPr>
          </p:pic>
        </mc:Fallback>
      </mc:AlternateContent>
      <p:grpSp>
        <p:nvGrpSpPr>
          <p:cNvPr id="42" name="Group 41">
            <a:extLst>
              <a:ext uri="{FF2B5EF4-FFF2-40B4-BE49-F238E27FC236}">
                <a16:creationId xmlns:a16="http://schemas.microsoft.com/office/drawing/2014/main" id="{AD7339FC-3C94-F005-8304-04C16D268BB5}"/>
              </a:ext>
            </a:extLst>
          </p:cNvPr>
          <p:cNvGrpSpPr/>
          <p:nvPr/>
        </p:nvGrpSpPr>
        <p:grpSpPr>
          <a:xfrm>
            <a:off x="5007060" y="2331990"/>
            <a:ext cx="1198440" cy="983160"/>
            <a:chOff x="5007060" y="2331990"/>
            <a:chExt cx="1198440" cy="983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45F797F9-7575-A82B-658D-EBDF7659A3DF}"/>
                    </a:ext>
                  </a:extLst>
                </p14:cNvPr>
                <p14:cNvContentPartPr/>
                <p14:nvPr/>
              </p14:nvContentPartPr>
              <p14:xfrm>
                <a:off x="5007060" y="2420190"/>
                <a:ext cx="674640" cy="8949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45F797F9-7575-A82B-658D-EBDF7659A3DF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5000940" y="2414070"/>
                  <a:ext cx="686880" cy="90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8658B9EF-A96A-6079-903B-A57018175BDA}"/>
                    </a:ext>
                  </a:extLst>
                </p14:cNvPr>
                <p14:cNvContentPartPr/>
                <p14:nvPr/>
              </p14:nvContentPartPr>
              <p14:xfrm>
                <a:off x="5074740" y="2331990"/>
                <a:ext cx="410760" cy="12600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8658B9EF-A96A-6079-903B-A57018175BDA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5068620" y="2325870"/>
                  <a:ext cx="42300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5C066905-1126-F8F7-1791-0F03BB7BD626}"/>
                    </a:ext>
                  </a:extLst>
                </p14:cNvPr>
                <p14:cNvContentPartPr/>
                <p14:nvPr/>
              </p14:nvContentPartPr>
              <p14:xfrm>
                <a:off x="5863140" y="2673270"/>
                <a:ext cx="342360" cy="41580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5C066905-1126-F8F7-1791-0F03BB7BD626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5857020" y="2667150"/>
                  <a:ext cx="354600" cy="428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D764A043-4617-FDC1-B158-F64111EE2C77}"/>
              </a:ext>
            </a:extLst>
          </p:cNvPr>
          <p:cNvGrpSpPr/>
          <p:nvPr/>
        </p:nvGrpSpPr>
        <p:grpSpPr>
          <a:xfrm>
            <a:off x="4158540" y="925470"/>
            <a:ext cx="1444680" cy="869400"/>
            <a:chOff x="4158540" y="925470"/>
            <a:chExt cx="1444680" cy="869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305D5047-9F15-FC44-8D3F-43FA3E7280B6}"/>
                    </a:ext>
                  </a:extLst>
                </p14:cNvPr>
                <p14:cNvContentPartPr/>
                <p14:nvPr/>
              </p14:nvContentPartPr>
              <p14:xfrm>
                <a:off x="4158540" y="1062270"/>
                <a:ext cx="1258200" cy="73260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305D5047-9F15-FC44-8D3F-43FA3E7280B6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4152418" y="1056153"/>
                  <a:ext cx="1270444" cy="74483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A493B9FE-0CE4-880D-3CC0-EE09B4C53CD6}"/>
                    </a:ext>
                  </a:extLst>
                </p14:cNvPr>
                <p14:cNvContentPartPr/>
                <p14:nvPr/>
              </p14:nvContentPartPr>
              <p14:xfrm>
                <a:off x="5246460" y="925470"/>
                <a:ext cx="356760" cy="4287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A493B9FE-0CE4-880D-3CC0-EE09B4C53CD6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5240340" y="919350"/>
                  <a:ext cx="369000" cy="441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7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EC73249A-5233-4B13-7536-FBBAC1CA2C26}"/>
                  </a:ext>
                </a:extLst>
              </p14:cNvPr>
              <p14:cNvContentPartPr/>
              <p14:nvPr/>
            </p14:nvContentPartPr>
            <p14:xfrm>
              <a:off x="5875020" y="2650590"/>
              <a:ext cx="384840" cy="493560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EC73249A-5233-4B13-7536-FBBAC1CA2C26}"/>
                  </a:ext>
                </a:extLst>
              </p:cNvPr>
              <p:cNvPicPr/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5868900" y="2644470"/>
                <a:ext cx="397080" cy="50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9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D240473E-7874-A635-007D-72B776AEA575}"/>
                  </a:ext>
                </a:extLst>
              </p14:cNvPr>
              <p14:cNvContentPartPr/>
              <p14:nvPr/>
            </p14:nvContentPartPr>
            <p14:xfrm>
              <a:off x="5838660" y="2625390"/>
              <a:ext cx="242640" cy="20952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D240473E-7874-A635-007D-72B776AEA575}"/>
                  </a:ext>
                </a:extLst>
              </p:cNvPr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5832540" y="2619270"/>
                <a:ext cx="254880" cy="221760"/>
              </a:xfrm>
              <a:prstGeom prst="rect">
                <a:avLst/>
              </a:prstGeom>
            </p:spPr>
          </p:pic>
        </mc:Fallback>
      </mc:AlternateContent>
      <p:grpSp>
        <p:nvGrpSpPr>
          <p:cNvPr id="50" name="Group 49">
            <a:extLst>
              <a:ext uri="{FF2B5EF4-FFF2-40B4-BE49-F238E27FC236}">
                <a16:creationId xmlns:a16="http://schemas.microsoft.com/office/drawing/2014/main" id="{A2657287-BCD2-59E8-0DF2-D7FF522EF5B5}"/>
              </a:ext>
            </a:extLst>
          </p:cNvPr>
          <p:cNvGrpSpPr/>
          <p:nvPr/>
        </p:nvGrpSpPr>
        <p:grpSpPr>
          <a:xfrm>
            <a:off x="3748860" y="720270"/>
            <a:ext cx="501840" cy="527760"/>
            <a:chOff x="3748860" y="720270"/>
            <a:chExt cx="501840" cy="527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683F0FEE-B99A-1BCF-42EE-E4C53C06363C}"/>
                    </a:ext>
                  </a:extLst>
                </p14:cNvPr>
                <p14:cNvContentPartPr/>
                <p14:nvPr/>
              </p14:nvContentPartPr>
              <p14:xfrm>
                <a:off x="3748860" y="720270"/>
                <a:ext cx="287280" cy="52776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683F0FEE-B99A-1BCF-42EE-E4C53C06363C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3742740" y="714150"/>
                  <a:ext cx="299520" cy="54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2CE32CD8-A768-CD12-83D0-F8537FABA4F8}"/>
                    </a:ext>
                  </a:extLst>
                </p14:cNvPr>
                <p14:cNvContentPartPr/>
                <p14:nvPr/>
              </p14:nvContentPartPr>
              <p14:xfrm>
                <a:off x="3760380" y="786870"/>
                <a:ext cx="490320" cy="3600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2CE32CD8-A768-CD12-83D0-F8537FABA4F8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3754260" y="780750"/>
                  <a:ext cx="502560" cy="48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1120753E-6FD7-9D07-B951-255973501815}"/>
              </a:ext>
            </a:extLst>
          </p:cNvPr>
          <p:cNvGrpSpPr/>
          <p:nvPr/>
        </p:nvGrpSpPr>
        <p:grpSpPr>
          <a:xfrm>
            <a:off x="7452000" y="878670"/>
            <a:ext cx="1704240" cy="654840"/>
            <a:chOff x="7452000" y="878670"/>
            <a:chExt cx="1704240" cy="654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D32382E2-D9B8-A737-4E6D-C2DE3EC57A34}"/>
                    </a:ext>
                  </a:extLst>
                </p14:cNvPr>
                <p14:cNvContentPartPr/>
                <p14:nvPr/>
              </p14:nvContentPartPr>
              <p14:xfrm>
                <a:off x="7452000" y="878670"/>
                <a:ext cx="1613880" cy="55944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D32382E2-D9B8-A737-4E6D-C2DE3EC57A34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7445880" y="872546"/>
                  <a:ext cx="1626120" cy="57168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10C3B4F0-FFEC-B029-B69C-337F00B7FF96}"/>
                    </a:ext>
                  </a:extLst>
                </p14:cNvPr>
                <p14:cNvContentPartPr/>
                <p14:nvPr/>
              </p14:nvContentPartPr>
              <p14:xfrm>
                <a:off x="8922600" y="1325430"/>
                <a:ext cx="233640" cy="20808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10C3B4F0-FFEC-B029-B69C-337F00B7FF96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8916471" y="1319310"/>
                  <a:ext cx="245899" cy="220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730EE596-0022-720A-1A41-FBF43DA79B76}"/>
              </a:ext>
            </a:extLst>
          </p:cNvPr>
          <p:cNvGrpSpPr/>
          <p:nvPr/>
        </p:nvGrpSpPr>
        <p:grpSpPr>
          <a:xfrm>
            <a:off x="7623720" y="2205630"/>
            <a:ext cx="1097280" cy="948960"/>
            <a:chOff x="7623720" y="2205630"/>
            <a:chExt cx="1097280" cy="948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0C6FB124-BE1F-F831-015A-F183D29121FD}"/>
                    </a:ext>
                  </a:extLst>
                </p14:cNvPr>
                <p14:cNvContentPartPr/>
                <p14:nvPr/>
              </p14:nvContentPartPr>
              <p14:xfrm>
                <a:off x="7874280" y="2205630"/>
                <a:ext cx="846720" cy="71928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0C6FB124-BE1F-F831-015A-F183D29121FD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7868160" y="2199513"/>
                  <a:ext cx="858960" cy="73151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8F10CAEB-7E73-8EFB-8E62-D9909A041F32}"/>
                    </a:ext>
                  </a:extLst>
                </p14:cNvPr>
                <p14:cNvContentPartPr/>
                <p14:nvPr/>
              </p14:nvContentPartPr>
              <p14:xfrm>
                <a:off x="7623720" y="2765790"/>
                <a:ext cx="455760" cy="38880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8F10CAEB-7E73-8EFB-8E62-D9909A041F32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7617605" y="2759670"/>
                  <a:ext cx="467990" cy="40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BE7FA6D2-0C61-96F2-FB08-C21F03B6241F}"/>
                    </a:ext>
                  </a:extLst>
                </p14:cNvPr>
                <p14:cNvContentPartPr/>
                <p14:nvPr/>
              </p14:nvContentPartPr>
              <p14:xfrm>
                <a:off x="7851240" y="2891790"/>
                <a:ext cx="46800" cy="25056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BE7FA6D2-0C61-96F2-FB08-C21F03B6241F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7845120" y="2885670"/>
                  <a:ext cx="59040" cy="262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761C7624-8B33-6C4E-3D4F-C245BF17ECB7}"/>
              </a:ext>
            </a:extLst>
          </p:cNvPr>
          <p:cNvGrpSpPr/>
          <p:nvPr/>
        </p:nvGrpSpPr>
        <p:grpSpPr>
          <a:xfrm>
            <a:off x="6960600" y="3748590"/>
            <a:ext cx="457200" cy="525960"/>
            <a:chOff x="6960600" y="3748590"/>
            <a:chExt cx="457200" cy="525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B9829D98-2753-CD2A-3681-DEED579E807E}"/>
                    </a:ext>
                  </a:extLst>
                </p14:cNvPr>
                <p14:cNvContentPartPr/>
                <p14:nvPr/>
              </p14:nvContentPartPr>
              <p14:xfrm>
                <a:off x="7067160" y="3748590"/>
                <a:ext cx="350640" cy="41436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B9829D98-2753-CD2A-3681-DEED579E807E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7061040" y="3742470"/>
                  <a:ext cx="362880" cy="42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C49D9A40-1D41-62BE-6F24-444064BC4901}"/>
                    </a:ext>
                  </a:extLst>
                </p14:cNvPr>
                <p14:cNvContentPartPr/>
                <p14:nvPr/>
              </p14:nvContentPartPr>
              <p14:xfrm>
                <a:off x="6960600" y="4091670"/>
                <a:ext cx="229680" cy="18288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C49D9A40-1D41-62BE-6F24-444064BC4901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6954470" y="4085550"/>
                  <a:ext cx="241939" cy="195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4864B53F-4C76-3611-B01D-2DDCA0DCA932}"/>
              </a:ext>
            </a:extLst>
          </p:cNvPr>
          <p:cNvGrpSpPr/>
          <p:nvPr/>
        </p:nvGrpSpPr>
        <p:grpSpPr>
          <a:xfrm>
            <a:off x="7349400" y="3977550"/>
            <a:ext cx="659520" cy="655200"/>
            <a:chOff x="7349400" y="3977550"/>
            <a:chExt cx="659520" cy="655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3328C248-81F4-4B1E-ADBE-E2430B337C43}"/>
                    </a:ext>
                  </a:extLst>
                </p14:cNvPr>
                <p14:cNvContentPartPr/>
                <p14:nvPr/>
              </p14:nvContentPartPr>
              <p14:xfrm>
                <a:off x="7349400" y="3997350"/>
                <a:ext cx="333360" cy="46080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3328C248-81F4-4B1E-ADBE-E2430B337C43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7343280" y="3991230"/>
                  <a:ext cx="345600" cy="47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3939F44C-02D0-FB1D-DDEB-991EFCF63EBC}"/>
                    </a:ext>
                  </a:extLst>
                </p14:cNvPr>
                <p14:cNvContentPartPr/>
                <p14:nvPr/>
              </p14:nvContentPartPr>
              <p14:xfrm>
                <a:off x="7635240" y="3977550"/>
                <a:ext cx="232920" cy="14112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3939F44C-02D0-FB1D-DDEB-991EFCF63EBC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7629120" y="3971430"/>
                  <a:ext cx="24516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B9B1B9D7-FEC5-99F5-A85A-D0602B74D7FE}"/>
                    </a:ext>
                  </a:extLst>
                </p14:cNvPr>
                <p14:cNvContentPartPr/>
                <p14:nvPr/>
              </p14:nvContentPartPr>
              <p14:xfrm>
                <a:off x="7749360" y="4238550"/>
                <a:ext cx="259560" cy="39420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B9B1B9D7-FEC5-99F5-A85A-D0602B74D7FE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7743231" y="4232430"/>
                  <a:ext cx="271817" cy="406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395346F9-0D12-F77B-7A1C-E43E6824D9E7}"/>
              </a:ext>
            </a:extLst>
          </p:cNvPr>
          <p:cNvGrpSpPr/>
          <p:nvPr/>
        </p:nvGrpSpPr>
        <p:grpSpPr>
          <a:xfrm>
            <a:off x="8263800" y="3771270"/>
            <a:ext cx="1063800" cy="801000"/>
            <a:chOff x="8263800" y="3771270"/>
            <a:chExt cx="1063800" cy="801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F0339381-0D8A-644F-6388-D5440D287761}"/>
                    </a:ext>
                  </a:extLst>
                </p14:cNvPr>
                <p14:cNvContentPartPr/>
                <p14:nvPr/>
              </p14:nvContentPartPr>
              <p14:xfrm>
                <a:off x="8263800" y="3840390"/>
                <a:ext cx="334440" cy="57708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F0339381-0D8A-644F-6388-D5440D287761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8257680" y="3834270"/>
                  <a:ext cx="346680" cy="58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316C9F9B-8131-3309-DF86-B6EB34327BC6}"/>
                    </a:ext>
                  </a:extLst>
                </p14:cNvPr>
                <p14:cNvContentPartPr/>
                <p14:nvPr/>
              </p14:nvContentPartPr>
              <p14:xfrm>
                <a:off x="8424000" y="4333590"/>
                <a:ext cx="298080" cy="18000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316C9F9B-8131-3309-DF86-B6EB34327BC6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8417887" y="4327470"/>
                  <a:ext cx="310305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0112473F-DC0F-6403-08E4-F90F11F20163}"/>
                    </a:ext>
                  </a:extLst>
                </p14:cNvPr>
                <p14:cNvContentPartPr/>
                <p14:nvPr/>
              </p14:nvContentPartPr>
              <p14:xfrm>
                <a:off x="8606520" y="3840030"/>
                <a:ext cx="354960" cy="73224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0112473F-DC0F-6403-08E4-F90F11F20163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8600400" y="3833910"/>
                  <a:ext cx="367200" cy="74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1B750A32-9D6F-D6FB-E509-E1A740C8DBB3}"/>
                    </a:ext>
                  </a:extLst>
                </p14:cNvPr>
                <p14:cNvContentPartPr/>
                <p14:nvPr/>
              </p14:nvContentPartPr>
              <p14:xfrm>
                <a:off x="8641080" y="3771270"/>
                <a:ext cx="238680" cy="4752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1B750A32-9D6F-D6FB-E509-E1A740C8DBB3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8634960" y="3765150"/>
                  <a:ext cx="25092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B34E7E3C-D4B9-1CF0-303A-3F6C5612B6AA}"/>
                    </a:ext>
                  </a:extLst>
                </p14:cNvPr>
                <p14:cNvContentPartPr/>
                <p14:nvPr/>
              </p14:nvContentPartPr>
              <p14:xfrm>
                <a:off x="9154800" y="3974670"/>
                <a:ext cx="172800" cy="35640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B34E7E3C-D4B9-1CF0-303A-3F6C5612B6AA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9148680" y="3968550"/>
                  <a:ext cx="185040" cy="368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9668CF9D-9637-ACC1-1DD7-DA4D04471A46}"/>
              </a:ext>
            </a:extLst>
          </p:cNvPr>
          <p:cNvGrpSpPr/>
          <p:nvPr/>
        </p:nvGrpSpPr>
        <p:grpSpPr>
          <a:xfrm>
            <a:off x="8435160" y="2604510"/>
            <a:ext cx="867600" cy="813240"/>
            <a:chOff x="8435160" y="2604510"/>
            <a:chExt cx="867600" cy="813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76A19FB3-4D19-779B-795C-E80484832A04}"/>
                    </a:ext>
                  </a:extLst>
                </p14:cNvPr>
                <p14:cNvContentPartPr/>
                <p14:nvPr/>
              </p14:nvContentPartPr>
              <p14:xfrm>
                <a:off x="8435160" y="2604510"/>
                <a:ext cx="603720" cy="80208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76A19FB3-4D19-779B-795C-E80484832A04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8429040" y="2598387"/>
                  <a:ext cx="615960" cy="81432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F8FDE268-95B2-0BFD-113C-EA45DB408FE7}"/>
                    </a:ext>
                  </a:extLst>
                </p14:cNvPr>
                <p14:cNvContentPartPr/>
                <p14:nvPr/>
              </p14:nvContentPartPr>
              <p14:xfrm>
                <a:off x="9029160" y="2651670"/>
                <a:ext cx="126360" cy="28476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F8FDE268-95B2-0BFD-113C-EA45DB408FE7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9023040" y="2645550"/>
                  <a:ext cx="138600" cy="29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2C68C655-7339-0D87-ECC9-CE2553EC899D}"/>
                    </a:ext>
                  </a:extLst>
                </p14:cNvPr>
                <p14:cNvContentPartPr/>
                <p14:nvPr/>
              </p14:nvContentPartPr>
              <p14:xfrm>
                <a:off x="9052560" y="3094830"/>
                <a:ext cx="250200" cy="32292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2C68C655-7339-0D87-ECC9-CE2553EC899D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9046449" y="3088710"/>
                  <a:ext cx="262422" cy="335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5783CAFA-7324-B692-48C8-05E39381F430}"/>
              </a:ext>
            </a:extLst>
          </p:cNvPr>
          <p:cNvGrpSpPr/>
          <p:nvPr/>
        </p:nvGrpSpPr>
        <p:grpSpPr>
          <a:xfrm>
            <a:off x="9864000" y="2320110"/>
            <a:ext cx="1031760" cy="943200"/>
            <a:chOff x="9864000" y="2320110"/>
            <a:chExt cx="1031760" cy="943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035B6593-84FF-915B-A701-536481718BEA}"/>
                    </a:ext>
                  </a:extLst>
                </p14:cNvPr>
                <p14:cNvContentPartPr/>
                <p14:nvPr/>
              </p14:nvContentPartPr>
              <p14:xfrm>
                <a:off x="9864000" y="2320110"/>
                <a:ext cx="846360" cy="84456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035B6593-84FF-915B-A701-536481718BEA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9857880" y="2313990"/>
                  <a:ext cx="858600" cy="85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CCFAAFF5-4885-0F88-6B67-32239BD458CA}"/>
                    </a:ext>
                  </a:extLst>
                </p14:cNvPr>
                <p14:cNvContentPartPr/>
                <p14:nvPr/>
              </p14:nvContentPartPr>
              <p14:xfrm>
                <a:off x="10549440" y="3085830"/>
                <a:ext cx="346320" cy="17748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CCFAAFF5-4885-0F88-6B67-32239BD458CA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10543314" y="3079710"/>
                  <a:ext cx="358573" cy="189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6AF95415-2DF3-7595-19FB-048913C6E6ED}"/>
              </a:ext>
            </a:extLst>
          </p:cNvPr>
          <p:cNvGrpSpPr/>
          <p:nvPr/>
        </p:nvGrpSpPr>
        <p:grpSpPr>
          <a:xfrm>
            <a:off x="10080000" y="1696590"/>
            <a:ext cx="1514520" cy="1492920"/>
            <a:chOff x="10080000" y="1696590"/>
            <a:chExt cx="1514520" cy="1492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250AE60E-CA73-3EC3-B17E-89575527B784}"/>
                    </a:ext>
                  </a:extLst>
                </p14:cNvPr>
                <p14:cNvContentPartPr/>
                <p14:nvPr/>
              </p14:nvContentPartPr>
              <p14:xfrm>
                <a:off x="10178640" y="2101590"/>
                <a:ext cx="1000800" cy="108792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250AE60E-CA73-3EC3-B17E-89575527B784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10172520" y="2095470"/>
                  <a:ext cx="1013040" cy="11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A3069AD4-942A-0415-FE58-C5C6DF10C1BA}"/>
                    </a:ext>
                  </a:extLst>
                </p14:cNvPr>
                <p14:cNvContentPartPr/>
                <p14:nvPr/>
              </p14:nvContentPartPr>
              <p14:xfrm>
                <a:off x="10080000" y="1942830"/>
                <a:ext cx="370080" cy="32724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A3069AD4-942A-0415-FE58-C5C6DF10C1BA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10073886" y="1936710"/>
                  <a:ext cx="382308" cy="33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3220DCFF-4B29-679A-24B5-A1D4739BAB2B}"/>
                    </a:ext>
                  </a:extLst>
                </p14:cNvPr>
                <p14:cNvContentPartPr/>
                <p14:nvPr/>
              </p14:nvContentPartPr>
              <p14:xfrm>
                <a:off x="11349720" y="1696590"/>
                <a:ext cx="244800" cy="58428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3220DCFF-4B29-679A-24B5-A1D4739BAB2B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11343591" y="1690470"/>
                  <a:ext cx="257058" cy="596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E2C85855-7B54-40C4-A914-F425EA4AE9BA}"/>
              </a:ext>
            </a:extLst>
          </p:cNvPr>
          <p:cNvGrpSpPr/>
          <p:nvPr/>
        </p:nvGrpSpPr>
        <p:grpSpPr>
          <a:xfrm>
            <a:off x="8190720" y="548190"/>
            <a:ext cx="1479960" cy="1292040"/>
            <a:chOff x="8190720" y="548190"/>
            <a:chExt cx="1479960" cy="1292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4B788CCE-1FBB-D18F-E917-A0F965262A06}"/>
                    </a:ext>
                  </a:extLst>
                </p14:cNvPr>
                <p14:cNvContentPartPr/>
                <p14:nvPr/>
              </p14:nvContentPartPr>
              <p14:xfrm>
                <a:off x="8457120" y="626310"/>
                <a:ext cx="1213560" cy="121392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4B788CCE-1FBB-D18F-E917-A0F965262A06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8451000" y="620192"/>
                  <a:ext cx="1225800" cy="122615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65266324-0B2A-D197-13AA-354172C7D5E9}"/>
                    </a:ext>
                  </a:extLst>
                </p14:cNvPr>
                <p14:cNvContentPartPr/>
                <p14:nvPr/>
              </p14:nvContentPartPr>
              <p14:xfrm>
                <a:off x="8190720" y="548190"/>
                <a:ext cx="414720" cy="28764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65266324-0B2A-D197-13AA-354172C7D5E9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8184600" y="542070"/>
                  <a:ext cx="426960" cy="299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25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573487FB-B59E-79CA-5566-46C98D3D77A6}"/>
                  </a:ext>
                </a:extLst>
              </p14:cNvPr>
              <p14:cNvContentPartPr/>
              <p14:nvPr/>
            </p14:nvContentPartPr>
            <p14:xfrm>
              <a:off x="9532800" y="444150"/>
              <a:ext cx="466920" cy="425520"/>
            </p14:xfrm>
          </p:contentPart>
        </mc:Choice>
        <mc:Fallback xmlns=""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573487FB-B59E-79CA-5566-46C98D3D77A6}"/>
                  </a:ext>
                </a:extLst>
              </p:cNvPr>
              <p:cNvPicPr/>
              <p:nvPr/>
            </p:nvPicPr>
            <p:blipFill>
              <a:blip r:embed="rId126"/>
              <a:stretch>
                <a:fillRect/>
              </a:stretch>
            </p:blipFill>
            <p:spPr>
              <a:xfrm>
                <a:off x="9526680" y="438035"/>
                <a:ext cx="479160" cy="43775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08919407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D81DFC9-4D03-C11F-3DB9-12ACEC78C3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539291" y="61015"/>
            <a:ext cx="8652709" cy="6735970"/>
          </a:xfr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957A85B-5FF9-2DE8-A144-CBC544C5E0A6}"/>
              </a:ext>
            </a:extLst>
          </p:cNvPr>
          <p:cNvSpPr txBox="1"/>
          <p:nvPr/>
        </p:nvSpPr>
        <p:spPr>
          <a:xfrm>
            <a:off x="228600" y="609600"/>
            <a:ext cx="103124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F.Y.I.</a:t>
            </a:r>
          </a:p>
        </p:txBody>
      </p:sp>
      <p:pic>
        <p:nvPicPr>
          <p:cNvPr id="3" name="Picture 2" descr="A yellow and purple text on a orange background&#10;&#10;AI-generated content may be incorrect.">
            <a:extLst>
              <a:ext uri="{FF2B5EF4-FFF2-40B4-BE49-F238E27FC236}">
                <a16:creationId xmlns:a16="http://schemas.microsoft.com/office/drawing/2014/main" id="{5A9B5D1C-A585-9D10-16F6-A88C7A6074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14425"/>
            <a:ext cx="3763365" cy="3763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3009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441</TotalTime>
  <Words>734</Words>
  <Application>Microsoft Office PowerPoint</Application>
  <PresentationFormat>Widescreen</PresentationFormat>
  <Paragraphs>76</Paragraphs>
  <Slides>71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71</vt:i4>
      </vt:variant>
    </vt:vector>
  </HeadingPairs>
  <TitlesOfParts>
    <vt:vector size="78" baseType="lpstr">
      <vt:lpstr>Aptos</vt:lpstr>
      <vt:lpstr>Aptos Display</vt:lpstr>
      <vt:lpstr>Arial</vt:lpstr>
      <vt:lpstr>Calibri</vt:lpstr>
      <vt:lpstr>Cambria Math</vt:lpstr>
      <vt:lpstr>Office Theme</vt:lpstr>
      <vt:lpstr>1_Office Theme</vt:lpstr>
      <vt:lpstr>Data Structures and Algorithms I.</vt:lpstr>
      <vt:lpstr>Dynamic Programming</vt:lpstr>
      <vt:lpstr>Fibonacci numbers</vt:lpstr>
      <vt:lpstr>Fibonacci numbers</vt:lpstr>
      <vt:lpstr>PowerPoint Presentation</vt:lpstr>
      <vt:lpstr>PowerPoint Presentation</vt:lpstr>
      <vt:lpstr>PowerPoint Presentation</vt:lpstr>
      <vt:lpstr>PowerPoint Presentation</vt:lpstr>
      <vt:lpstr>D.R.Y. – Don’t Repeat Yourself</vt:lpstr>
      <vt:lpstr>Memoization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Optimization problems</vt:lpstr>
      <vt:lpstr>Coin Change problem</vt:lpstr>
      <vt:lpstr>Example</vt:lpstr>
      <vt:lpstr>PowerPoint Presentation</vt:lpstr>
      <vt:lpstr>Two approaches</vt:lpstr>
      <vt:lpstr>It’s drawing time!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Knapsack problem</vt:lpstr>
      <vt:lpstr>PowerPoint Presentation</vt:lpstr>
      <vt:lpstr>PowerPoint Presentation</vt:lpstr>
      <vt:lpstr>It’s drawing time!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Appendix</vt:lpstr>
      <vt:lpstr>What does recursion really look like?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Nagy Róbert</dc:creator>
  <cp:lastModifiedBy>Nagy Róbert</cp:lastModifiedBy>
  <cp:revision>15</cp:revision>
  <dcterms:created xsi:type="dcterms:W3CDTF">2025-08-28T18:18:08Z</dcterms:created>
  <dcterms:modified xsi:type="dcterms:W3CDTF">2026-02-28T19:01:59Z</dcterms:modified>
</cp:coreProperties>
</file>